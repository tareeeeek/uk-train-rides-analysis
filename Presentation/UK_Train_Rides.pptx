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Lst>
  <p:notesMasterIdLst>
    <p:notesMasterId r:id="rId29"/>
  </p:notesMasterIdLst>
  <p:sldIdLst>
    <p:sldId id="256" r:id="rId2"/>
    <p:sldId id="260" r:id="rId3"/>
    <p:sldId id="258" r:id="rId4"/>
    <p:sldId id="259" r:id="rId5"/>
    <p:sldId id="264" r:id="rId6"/>
    <p:sldId id="302" r:id="rId7"/>
    <p:sldId id="297" r:id="rId8"/>
    <p:sldId id="301" r:id="rId9"/>
    <p:sldId id="304" r:id="rId10"/>
    <p:sldId id="309" r:id="rId11"/>
    <p:sldId id="312" r:id="rId12"/>
    <p:sldId id="313" r:id="rId13"/>
    <p:sldId id="298" r:id="rId14"/>
    <p:sldId id="305" r:id="rId15"/>
    <p:sldId id="299" r:id="rId16"/>
    <p:sldId id="310" r:id="rId17"/>
    <p:sldId id="314" r:id="rId18"/>
    <p:sldId id="306" r:id="rId19"/>
    <p:sldId id="316" r:id="rId20"/>
    <p:sldId id="317" r:id="rId21"/>
    <p:sldId id="318" r:id="rId22"/>
    <p:sldId id="319" r:id="rId23"/>
    <p:sldId id="322" r:id="rId24"/>
    <p:sldId id="320" r:id="rId25"/>
    <p:sldId id="323" r:id="rId26"/>
    <p:sldId id="324" r:id="rId27"/>
    <p:sldId id="275" r:id="rId28"/>
  </p:sldIdLst>
  <p:sldSz cx="9144000" cy="5143500" type="screen16x9"/>
  <p:notesSz cx="6858000" cy="9144000"/>
  <p:embeddedFontLst>
    <p:embeddedFont>
      <p:font typeface="Arimo" panose="020B0604020202020204" charset="0"/>
      <p:regular r:id="rId30"/>
      <p:bold r:id="rId31"/>
      <p:italic r:id="rId32"/>
      <p:boldItalic r:id="rId33"/>
    </p:embeddedFont>
    <p:embeddedFont>
      <p:font typeface="Bebas Neue" panose="020B0606020202050201" pitchFamily="34" charset="0"/>
      <p:regular r:id="rId34"/>
    </p:embeddedFont>
    <p:embeddedFont>
      <p:font typeface="Nova Square" panose="020B0604020202020204" charset="0"/>
      <p:regular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7338F730-A4AE-43CA-9C01-1A6626B1580E}">
          <p14:sldIdLst>
            <p14:sldId id="256"/>
            <p14:sldId id="260"/>
            <p14:sldId id="258"/>
            <p14:sldId id="259"/>
            <p14:sldId id="264"/>
            <p14:sldId id="302"/>
            <p14:sldId id="297"/>
            <p14:sldId id="301"/>
            <p14:sldId id="304"/>
            <p14:sldId id="309"/>
            <p14:sldId id="312"/>
            <p14:sldId id="313"/>
            <p14:sldId id="298"/>
            <p14:sldId id="305"/>
            <p14:sldId id="299"/>
            <p14:sldId id="310"/>
            <p14:sldId id="314"/>
            <p14:sldId id="306"/>
            <p14:sldId id="316"/>
            <p14:sldId id="317"/>
            <p14:sldId id="318"/>
            <p14:sldId id="319"/>
            <p14:sldId id="322"/>
            <p14:sldId id="320"/>
            <p14:sldId id="323"/>
            <p14:sldId id="32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3A39"/>
    <a:srgbClr val="47322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C937FB6-91D8-4DC8-A3BC-BC23F8133284}">
  <a:tblStyle styleId="{3C937FB6-91D8-4DC8-A3BC-BC23F813328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472" autoAdjust="0"/>
  </p:normalViewPr>
  <p:slideViewPr>
    <p:cSldViewPr snapToGrid="0">
      <p:cViewPr varScale="1">
        <p:scale>
          <a:sx n="103" d="100"/>
          <a:sy n="103" d="100"/>
        </p:scale>
        <p:origin x="874"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C06262C-B759-4A69-8856-A50AE2FD3DEA}"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US"/>
        </a:p>
      </dgm:t>
    </dgm:pt>
    <dgm:pt modelId="{00FD8077-66FA-4714-8839-397C480B2163}">
      <dgm:prSet phldrT="[Text]" custT="1"/>
      <dgm:spPr/>
      <dgm:t>
        <a:bodyPr/>
        <a:lstStyle/>
        <a:p>
          <a:r>
            <a:rPr lang="en-US" sz="2000" dirty="0"/>
            <a:t>Ticket</a:t>
          </a:r>
        </a:p>
      </dgm:t>
    </dgm:pt>
    <dgm:pt modelId="{0D380390-F064-4E67-A4FF-0FB14A9D8612}" type="parTrans" cxnId="{6F84170C-070A-4942-9BC5-563A86738193}">
      <dgm:prSet/>
      <dgm:spPr/>
      <dgm:t>
        <a:bodyPr/>
        <a:lstStyle/>
        <a:p>
          <a:endParaRPr lang="en-US"/>
        </a:p>
      </dgm:t>
    </dgm:pt>
    <dgm:pt modelId="{055F86AF-46E8-4F5D-A7AF-A45790A756B8}" type="sibTrans" cxnId="{6F84170C-070A-4942-9BC5-563A86738193}">
      <dgm:prSet/>
      <dgm:spPr/>
      <dgm:t>
        <a:bodyPr/>
        <a:lstStyle/>
        <a:p>
          <a:endParaRPr lang="en-US"/>
        </a:p>
      </dgm:t>
    </dgm:pt>
    <dgm:pt modelId="{080CB092-21EF-4E95-8C0E-55DA9289801B}">
      <dgm:prSet phldrT="[Text]" custT="1"/>
      <dgm:spPr/>
      <dgm:t>
        <a:bodyPr/>
        <a:lstStyle/>
        <a:p>
          <a:r>
            <a:rPr lang="en-US" sz="1400" dirty="0"/>
            <a:t># Tickets sold</a:t>
          </a:r>
        </a:p>
      </dgm:t>
    </dgm:pt>
    <dgm:pt modelId="{560CFD0F-4B15-48C2-8BDB-253DF365AD88}" type="parTrans" cxnId="{0352200D-51C4-4EEC-8F2E-D78B93F747C1}">
      <dgm:prSet/>
      <dgm:spPr/>
      <dgm:t>
        <a:bodyPr/>
        <a:lstStyle/>
        <a:p>
          <a:endParaRPr lang="en-US"/>
        </a:p>
      </dgm:t>
    </dgm:pt>
    <dgm:pt modelId="{92CEBAAF-6C58-4AAE-961B-9A80D301D9DA}" type="sibTrans" cxnId="{0352200D-51C4-4EEC-8F2E-D78B93F747C1}">
      <dgm:prSet/>
      <dgm:spPr/>
      <dgm:t>
        <a:bodyPr/>
        <a:lstStyle/>
        <a:p>
          <a:endParaRPr lang="en-US"/>
        </a:p>
      </dgm:t>
    </dgm:pt>
    <dgm:pt modelId="{319D9A07-5B4B-4B18-95B3-532204D79882}">
      <dgm:prSet phldrT="[Text]" custT="1"/>
      <dgm:spPr/>
      <dgm:t>
        <a:bodyPr/>
        <a:lstStyle/>
        <a:p>
          <a:r>
            <a:rPr lang="en-US" sz="1400" dirty="0"/>
            <a:t>Average Ticket price</a:t>
          </a:r>
        </a:p>
      </dgm:t>
    </dgm:pt>
    <dgm:pt modelId="{93DA7129-E381-4AC5-A84B-741852BAFC78}" type="parTrans" cxnId="{3AE93111-8D0D-4923-81DE-2CD5A1CA73EE}">
      <dgm:prSet/>
      <dgm:spPr/>
      <dgm:t>
        <a:bodyPr/>
        <a:lstStyle/>
        <a:p>
          <a:endParaRPr lang="en-US"/>
        </a:p>
      </dgm:t>
    </dgm:pt>
    <dgm:pt modelId="{8397D1CE-9116-4B2A-BA78-53CF906FEB5D}" type="sibTrans" cxnId="{3AE93111-8D0D-4923-81DE-2CD5A1CA73EE}">
      <dgm:prSet/>
      <dgm:spPr/>
      <dgm:t>
        <a:bodyPr/>
        <a:lstStyle/>
        <a:p>
          <a:endParaRPr lang="en-US"/>
        </a:p>
      </dgm:t>
    </dgm:pt>
    <dgm:pt modelId="{E2C3C14B-78E3-4588-92EA-1CEB474B4D8E}">
      <dgm:prSet custT="1"/>
      <dgm:spPr/>
      <dgm:t>
        <a:bodyPr/>
        <a:lstStyle/>
        <a:p>
          <a:r>
            <a:rPr lang="en-US" sz="1400" dirty="0"/>
            <a:t>Max Ticket price</a:t>
          </a:r>
        </a:p>
      </dgm:t>
    </dgm:pt>
    <dgm:pt modelId="{A1DC8892-A7A1-498B-A0FF-486333EEEFA4}" type="parTrans" cxnId="{AA4F5E9E-0B2C-4D7B-83F2-B40CBEBA206B}">
      <dgm:prSet/>
      <dgm:spPr/>
      <dgm:t>
        <a:bodyPr/>
        <a:lstStyle/>
        <a:p>
          <a:endParaRPr lang="en-US"/>
        </a:p>
      </dgm:t>
    </dgm:pt>
    <dgm:pt modelId="{89608254-1BF8-40E6-8FA4-FD744382E7B5}" type="sibTrans" cxnId="{AA4F5E9E-0B2C-4D7B-83F2-B40CBEBA206B}">
      <dgm:prSet/>
      <dgm:spPr/>
      <dgm:t>
        <a:bodyPr/>
        <a:lstStyle/>
        <a:p>
          <a:endParaRPr lang="en-US"/>
        </a:p>
      </dgm:t>
    </dgm:pt>
    <dgm:pt modelId="{D55D203A-6005-4681-A782-E7FC080F0B12}">
      <dgm:prSet custT="1"/>
      <dgm:spPr/>
      <dgm:t>
        <a:bodyPr/>
        <a:lstStyle/>
        <a:p>
          <a:r>
            <a:rPr lang="en-US" sz="1400" dirty="0"/>
            <a:t>Min Ticket </a:t>
          </a:r>
        </a:p>
        <a:p>
          <a:r>
            <a:rPr lang="en-US" sz="1400" dirty="0"/>
            <a:t>price</a:t>
          </a:r>
        </a:p>
      </dgm:t>
    </dgm:pt>
    <dgm:pt modelId="{6857FDDF-9BA0-4B0A-B5AA-677E8CEFDF43}" type="parTrans" cxnId="{31131AF5-B94D-4E4E-B60E-1869EB7B39BF}">
      <dgm:prSet/>
      <dgm:spPr/>
      <dgm:t>
        <a:bodyPr/>
        <a:lstStyle/>
        <a:p>
          <a:endParaRPr lang="en-US"/>
        </a:p>
      </dgm:t>
    </dgm:pt>
    <dgm:pt modelId="{5C133CEC-243B-4084-953A-BAFDF8C439D8}" type="sibTrans" cxnId="{31131AF5-B94D-4E4E-B60E-1869EB7B39BF}">
      <dgm:prSet/>
      <dgm:spPr/>
      <dgm:t>
        <a:bodyPr/>
        <a:lstStyle/>
        <a:p>
          <a:endParaRPr lang="en-US"/>
        </a:p>
      </dgm:t>
    </dgm:pt>
    <dgm:pt modelId="{94D40755-2AE0-4CAA-A72B-D29A5D8E15F1}">
      <dgm:prSet custT="1"/>
      <dgm:spPr/>
      <dgm:t>
        <a:bodyPr/>
        <a:lstStyle/>
        <a:p>
          <a:r>
            <a:rPr lang="en-US" sz="1400" dirty="0"/>
            <a:t>Tickets purchased per day</a:t>
          </a:r>
        </a:p>
      </dgm:t>
    </dgm:pt>
    <dgm:pt modelId="{D4E08384-78BF-4A0E-99C0-CC37778BF6B1}" type="parTrans" cxnId="{DAD29334-F80A-418B-92FA-A4091DDE565B}">
      <dgm:prSet/>
      <dgm:spPr/>
      <dgm:t>
        <a:bodyPr/>
        <a:lstStyle/>
        <a:p>
          <a:endParaRPr lang="en-US"/>
        </a:p>
      </dgm:t>
    </dgm:pt>
    <dgm:pt modelId="{AC4D37C9-8173-4567-A324-19A3EBDDCFF2}" type="sibTrans" cxnId="{DAD29334-F80A-418B-92FA-A4091DDE565B}">
      <dgm:prSet/>
      <dgm:spPr/>
      <dgm:t>
        <a:bodyPr/>
        <a:lstStyle/>
        <a:p>
          <a:endParaRPr lang="en-US"/>
        </a:p>
      </dgm:t>
    </dgm:pt>
    <dgm:pt modelId="{8BC60BE2-8D93-4264-AE0D-36D2EC408581}" type="pres">
      <dgm:prSet presAssocID="{7C06262C-B759-4A69-8856-A50AE2FD3DEA}" presName="diagram" presStyleCnt="0">
        <dgm:presLayoutVars>
          <dgm:chPref val="1"/>
          <dgm:dir/>
          <dgm:animOne val="branch"/>
          <dgm:animLvl val="lvl"/>
          <dgm:resizeHandles/>
        </dgm:presLayoutVars>
      </dgm:prSet>
      <dgm:spPr/>
    </dgm:pt>
    <dgm:pt modelId="{B1913B03-93C9-4246-AC2A-5323FC5D4B8E}" type="pres">
      <dgm:prSet presAssocID="{00FD8077-66FA-4714-8839-397C480B2163}" presName="root" presStyleCnt="0"/>
      <dgm:spPr/>
    </dgm:pt>
    <dgm:pt modelId="{73356BBA-25DB-4E0E-A2C9-E761574A774A}" type="pres">
      <dgm:prSet presAssocID="{00FD8077-66FA-4714-8839-397C480B2163}" presName="rootComposite" presStyleCnt="0"/>
      <dgm:spPr/>
    </dgm:pt>
    <dgm:pt modelId="{60F33634-07D2-4210-AD7B-4CCA0A54F229}" type="pres">
      <dgm:prSet presAssocID="{00FD8077-66FA-4714-8839-397C480B2163}" presName="rootText" presStyleLbl="node1" presStyleIdx="0" presStyleCnt="1" custScaleX="134453" custLinFactNeighborX="2208" custLinFactNeighborY="1749"/>
      <dgm:spPr/>
    </dgm:pt>
    <dgm:pt modelId="{B76AA514-EA0E-47CD-89A2-E30207DE2F06}" type="pres">
      <dgm:prSet presAssocID="{00FD8077-66FA-4714-8839-397C480B2163}" presName="rootConnector" presStyleLbl="node1" presStyleIdx="0" presStyleCnt="1"/>
      <dgm:spPr/>
    </dgm:pt>
    <dgm:pt modelId="{B6932196-8720-40D5-BF9E-38072FB9E819}" type="pres">
      <dgm:prSet presAssocID="{00FD8077-66FA-4714-8839-397C480B2163}" presName="childShape" presStyleCnt="0"/>
      <dgm:spPr/>
    </dgm:pt>
    <dgm:pt modelId="{7DE9B804-3A33-4660-A8BD-2E8C9DB2B7AD}" type="pres">
      <dgm:prSet presAssocID="{560CFD0F-4B15-48C2-8BDB-253DF365AD88}" presName="Name13" presStyleLbl="parChTrans1D2" presStyleIdx="0" presStyleCnt="5"/>
      <dgm:spPr/>
    </dgm:pt>
    <dgm:pt modelId="{B3DBCCBD-8E5D-4603-89AE-F978B61955E5}" type="pres">
      <dgm:prSet presAssocID="{080CB092-21EF-4E95-8C0E-55DA9289801B}" presName="childText" presStyleLbl="bgAcc1" presStyleIdx="0" presStyleCnt="5" custScaleX="178035">
        <dgm:presLayoutVars>
          <dgm:bulletEnabled val="1"/>
        </dgm:presLayoutVars>
      </dgm:prSet>
      <dgm:spPr/>
    </dgm:pt>
    <dgm:pt modelId="{1DBA9F3B-FBC2-4751-88C1-3647B682AFAF}" type="pres">
      <dgm:prSet presAssocID="{93DA7129-E381-4AC5-A84B-741852BAFC78}" presName="Name13" presStyleLbl="parChTrans1D2" presStyleIdx="1" presStyleCnt="5"/>
      <dgm:spPr/>
    </dgm:pt>
    <dgm:pt modelId="{57CB7C92-A9D7-4819-82D6-9F4E5CAC9276}" type="pres">
      <dgm:prSet presAssocID="{319D9A07-5B4B-4B18-95B3-532204D79882}" presName="childText" presStyleLbl="bgAcc1" presStyleIdx="1" presStyleCnt="5" custScaleX="178232">
        <dgm:presLayoutVars>
          <dgm:bulletEnabled val="1"/>
        </dgm:presLayoutVars>
      </dgm:prSet>
      <dgm:spPr/>
    </dgm:pt>
    <dgm:pt modelId="{8E548E61-4765-4688-96AE-D57BD11FF3DF}" type="pres">
      <dgm:prSet presAssocID="{A1DC8892-A7A1-498B-A0FF-486333EEEFA4}" presName="Name13" presStyleLbl="parChTrans1D2" presStyleIdx="2" presStyleCnt="5"/>
      <dgm:spPr/>
    </dgm:pt>
    <dgm:pt modelId="{92E0A461-85D5-4DD6-BEB5-D655E7D426A0}" type="pres">
      <dgm:prSet presAssocID="{E2C3C14B-78E3-4588-92EA-1CEB474B4D8E}" presName="childText" presStyleLbl="bgAcc1" presStyleIdx="2" presStyleCnt="5" custScaleX="177627">
        <dgm:presLayoutVars>
          <dgm:bulletEnabled val="1"/>
        </dgm:presLayoutVars>
      </dgm:prSet>
      <dgm:spPr/>
    </dgm:pt>
    <dgm:pt modelId="{ACFD4655-FDC6-4AB0-A60B-CDF2AD771DBF}" type="pres">
      <dgm:prSet presAssocID="{6857FDDF-9BA0-4B0A-B5AA-677E8CEFDF43}" presName="Name13" presStyleLbl="parChTrans1D2" presStyleIdx="3" presStyleCnt="5"/>
      <dgm:spPr/>
    </dgm:pt>
    <dgm:pt modelId="{7571D0C5-4C55-4C2A-A226-B8478EDD00BB}" type="pres">
      <dgm:prSet presAssocID="{D55D203A-6005-4681-A782-E7FC080F0B12}" presName="childText" presStyleLbl="bgAcc1" presStyleIdx="3" presStyleCnt="5" custScaleX="181536" custScaleY="105426">
        <dgm:presLayoutVars>
          <dgm:bulletEnabled val="1"/>
        </dgm:presLayoutVars>
      </dgm:prSet>
      <dgm:spPr/>
    </dgm:pt>
    <dgm:pt modelId="{523EA803-8711-4CA2-B849-F23CC508D756}" type="pres">
      <dgm:prSet presAssocID="{D4E08384-78BF-4A0E-99C0-CC37778BF6B1}" presName="Name13" presStyleLbl="parChTrans1D2" presStyleIdx="4" presStyleCnt="5"/>
      <dgm:spPr/>
    </dgm:pt>
    <dgm:pt modelId="{BB5361F0-50EF-44A4-B437-90130B234EF1}" type="pres">
      <dgm:prSet presAssocID="{94D40755-2AE0-4CAA-A72B-D29A5D8E15F1}" presName="childText" presStyleLbl="bgAcc1" presStyleIdx="4" presStyleCnt="5" custScaleX="185105" custScaleY="139266">
        <dgm:presLayoutVars>
          <dgm:bulletEnabled val="1"/>
        </dgm:presLayoutVars>
      </dgm:prSet>
      <dgm:spPr/>
    </dgm:pt>
  </dgm:ptLst>
  <dgm:cxnLst>
    <dgm:cxn modelId="{6F84170C-070A-4942-9BC5-563A86738193}" srcId="{7C06262C-B759-4A69-8856-A50AE2FD3DEA}" destId="{00FD8077-66FA-4714-8839-397C480B2163}" srcOrd="0" destOrd="0" parTransId="{0D380390-F064-4E67-A4FF-0FB14A9D8612}" sibTransId="{055F86AF-46E8-4F5D-A7AF-A45790A756B8}"/>
    <dgm:cxn modelId="{0352200D-51C4-4EEC-8F2E-D78B93F747C1}" srcId="{00FD8077-66FA-4714-8839-397C480B2163}" destId="{080CB092-21EF-4E95-8C0E-55DA9289801B}" srcOrd="0" destOrd="0" parTransId="{560CFD0F-4B15-48C2-8BDB-253DF365AD88}" sibTransId="{92CEBAAF-6C58-4AAE-961B-9A80D301D9DA}"/>
    <dgm:cxn modelId="{3AE93111-8D0D-4923-81DE-2CD5A1CA73EE}" srcId="{00FD8077-66FA-4714-8839-397C480B2163}" destId="{319D9A07-5B4B-4B18-95B3-532204D79882}" srcOrd="1" destOrd="0" parTransId="{93DA7129-E381-4AC5-A84B-741852BAFC78}" sibTransId="{8397D1CE-9116-4B2A-BA78-53CF906FEB5D}"/>
    <dgm:cxn modelId="{DE121815-887E-4397-89D6-4FBDF7E8C694}" type="presOf" srcId="{D55D203A-6005-4681-A782-E7FC080F0B12}" destId="{7571D0C5-4C55-4C2A-A226-B8478EDD00BB}" srcOrd="0" destOrd="0" presId="urn:microsoft.com/office/officeart/2005/8/layout/hierarchy3"/>
    <dgm:cxn modelId="{D4C0731D-15CC-4732-A6F2-01B4ECB88829}" type="presOf" srcId="{560CFD0F-4B15-48C2-8BDB-253DF365AD88}" destId="{7DE9B804-3A33-4660-A8BD-2E8C9DB2B7AD}" srcOrd="0" destOrd="0" presId="urn:microsoft.com/office/officeart/2005/8/layout/hierarchy3"/>
    <dgm:cxn modelId="{78A2DC28-5922-40B1-A8B2-32CA0A4B9950}" type="presOf" srcId="{00FD8077-66FA-4714-8839-397C480B2163}" destId="{B76AA514-EA0E-47CD-89A2-E30207DE2F06}" srcOrd="1" destOrd="0" presId="urn:microsoft.com/office/officeart/2005/8/layout/hierarchy3"/>
    <dgm:cxn modelId="{DAD29334-F80A-418B-92FA-A4091DDE565B}" srcId="{00FD8077-66FA-4714-8839-397C480B2163}" destId="{94D40755-2AE0-4CAA-A72B-D29A5D8E15F1}" srcOrd="4" destOrd="0" parTransId="{D4E08384-78BF-4A0E-99C0-CC37778BF6B1}" sibTransId="{AC4D37C9-8173-4567-A324-19A3EBDDCFF2}"/>
    <dgm:cxn modelId="{18604F5F-2DBC-40DD-B1C9-D82A7B403BFB}" type="presOf" srcId="{319D9A07-5B4B-4B18-95B3-532204D79882}" destId="{57CB7C92-A9D7-4819-82D6-9F4E5CAC9276}" srcOrd="0" destOrd="0" presId="urn:microsoft.com/office/officeart/2005/8/layout/hierarchy3"/>
    <dgm:cxn modelId="{046C5D41-1DC3-4ED2-B0C7-1BF10383DDAA}" type="presOf" srcId="{A1DC8892-A7A1-498B-A0FF-486333EEEFA4}" destId="{8E548E61-4765-4688-96AE-D57BD11FF3DF}" srcOrd="0" destOrd="0" presId="urn:microsoft.com/office/officeart/2005/8/layout/hierarchy3"/>
    <dgm:cxn modelId="{9193D962-0ADC-468D-80B0-7073B6B719BB}" type="presOf" srcId="{D4E08384-78BF-4A0E-99C0-CC37778BF6B1}" destId="{523EA803-8711-4CA2-B849-F23CC508D756}" srcOrd="0" destOrd="0" presId="urn:microsoft.com/office/officeart/2005/8/layout/hierarchy3"/>
    <dgm:cxn modelId="{15424785-A62A-471E-934E-EA3A3267114B}" type="presOf" srcId="{93DA7129-E381-4AC5-A84B-741852BAFC78}" destId="{1DBA9F3B-FBC2-4751-88C1-3647B682AFAF}" srcOrd="0" destOrd="0" presId="urn:microsoft.com/office/officeart/2005/8/layout/hierarchy3"/>
    <dgm:cxn modelId="{E6C1EB90-AA44-489C-844F-EA8152D71264}" type="presOf" srcId="{080CB092-21EF-4E95-8C0E-55DA9289801B}" destId="{B3DBCCBD-8E5D-4603-89AE-F978B61955E5}" srcOrd="0" destOrd="0" presId="urn:microsoft.com/office/officeart/2005/8/layout/hierarchy3"/>
    <dgm:cxn modelId="{AA4F5E9E-0B2C-4D7B-83F2-B40CBEBA206B}" srcId="{00FD8077-66FA-4714-8839-397C480B2163}" destId="{E2C3C14B-78E3-4588-92EA-1CEB474B4D8E}" srcOrd="2" destOrd="0" parTransId="{A1DC8892-A7A1-498B-A0FF-486333EEEFA4}" sibTransId="{89608254-1BF8-40E6-8FA4-FD744382E7B5}"/>
    <dgm:cxn modelId="{C12589AE-9D1C-4A3D-82CD-1664182563E5}" type="presOf" srcId="{7C06262C-B759-4A69-8856-A50AE2FD3DEA}" destId="{8BC60BE2-8D93-4264-AE0D-36D2EC408581}" srcOrd="0" destOrd="0" presId="urn:microsoft.com/office/officeart/2005/8/layout/hierarchy3"/>
    <dgm:cxn modelId="{F56102BE-B91A-4F66-BBC4-4FDCF74D9714}" type="presOf" srcId="{00FD8077-66FA-4714-8839-397C480B2163}" destId="{60F33634-07D2-4210-AD7B-4CCA0A54F229}" srcOrd="0" destOrd="0" presId="urn:microsoft.com/office/officeart/2005/8/layout/hierarchy3"/>
    <dgm:cxn modelId="{8633D6C2-6F46-498B-9FDB-C105E088EC91}" type="presOf" srcId="{94D40755-2AE0-4CAA-A72B-D29A5D8E15F1}" destId="{BB5361F0-50EF-44A4-B437-90130B234EF1}" srcOrd="0" destOrd="0" presId="urn:microsoft.com/office/officeart/2005/8/layout/hierarchy3"/>
    <dgm:cxn modelId="{91774AD4-7273-4D9D-8170-295751720122}" type="presOf" srcId="{E2C3C14B-78E3-4588-92EA-1CEB474B4D8E}" destId="{92E0A461-85D5-4DD6-BEB5-D655E7D426A0}" srcOrd="0" destOrd="0" presId="urn:microsoft.com/office/officeart/2005/8/layout/hierarchy3"/>
    <dgm:cxn modelId="{31131AF5-B94D-4E4E-B60E-1869EB7B39BF}" srcId="{00FD8077-66FA-4714-8839-397C480B2163}" destId="{D55D203A-6005-4681-A782-E7FC080F0B12}" srcOrd="3" destOrd="0" parTransId="{6857FDDF-9BA0-4B0A-B5AA-677E8CEFDF43}" sibTransId="{5C133CEC-243B-4084-953A-BAFDF8C439D8}"/>
    <dgm:cxn modelId="{16F0A7F5-26BE-4916-858E-7DD25E0948EE}" type="presOf" srcId="{6857FDDF-9BA0-4B0A-B5AA-677E8CEFDF43}" destId="{ACFD4655-FDC6-4AB0-A60B-CDF2AD771DBF}" srcOrd="0" destOrd="0" presId="urn:microsoft.com/office/officeart/2005/8/layout/hierarchy3"/>
    <dgm:cxn modelId="{8E40D9B9-BC4B-4228-91E4-A158A1B04C59}" type="presParOf" srcId="{8BC60BE2-8D93-4264-AE0D-36D2EC408581}" destId="{B1913B03-93C9-4246-AC2A-5323FC5D4B8E}" srcOrd="0" destOrd="0" presId="urn:microsoft.com/office/officeart/2005/8/layout/hierarchy3"/>
    <dgm:cxn modelId="{A03708ED-AE39-4402-AC38-90DE0473A1DA}" type="presParOf" srcId="{B1913B03-93C9-4246-AC2A-5323FC5D4B8E}" destId="{73356BBA-25DB-4E0E-A2C9-E761574A774A}" srcOrd="0" destOrd="0" presId="urn:microsoft.com/office/officeart/2005/8/layout/hierarchy3"/>
    <dgm:cxn modelId="{5F2584C6-8B5B-45D3-9F7D-EF6B58A1A7AF}" type="presParOf" srcId="{73356BBA-25DB-4E0E-A2C9-E761574A774A}" destId="{60F33634-07D2-4210-AD7B-4CCA0A54F229}" srcOrd="0" destOrd="0" presId="urn:microsoft.com/office/officeart/2005/8/layout/hierarchy3"/>
    <dgm:cxn modelId="{7EB58747-61A5-4D01-A530-4B65680A71B8}" type="presParOf" srcId="{73356BBA-25DB-4E0E-A2C9-E761574A774A}" destId="{B76AA514-EA0E-47CD-89A2-E30207DE2F06}" srcOrd="1" destOrd="0" presId="urn:microsoft.com/office/officeart/2005/8/layout/hierarchy3"/>
    <dgm:cxn modelId="{91ACDBD4-D506-4743-B59A-1612489AE3EF}" type="presParOf" srcId="{B1913B03-93C9-4246-AC2A-5323FC5D4B8E}" destId="{B6932196-8720-40D5-BF9E-38072FB9E819}" srcOrd="1" destOrd="0" presId="urn:microsoft.com/office/officeart/2005/8/layout/hierarchy3"/>
    <dgm:cxn modelId="{1F438E2E-6237-4CEF-8F6C-E8D8E0A44AB2}" type="presParOf" srcId="{B6932196-8720-40D5-BF9E-38072FB9E819}" destId="{7DE9B804-3A33-4660-A8BD-2E8C9DB2B7AD}" srcOrd="0" destOrd="0" presId="urn:microsoft.com/office/officeart/2005/8/layout/hierarchy3"/>
    <dgm:cxn modelId="{DFF3522A-207C-4D89-948F-1CD1E3196CF8}" type="presParOf" srcId="{B6932196-8720-40D5-BF9E-38072FB9E819}" destId="{B3DBCCBD-8E5D-4603-89AE-F978B61955E5}" srcOrd="1" destOrd="0" presId="urn:microsoft.com/office/officeart/2005/8/layout/hierarchy3"/>
    <dgm:cxn modelId="{491B2CA2-BE01-45C2-9F12-C266851ED769}" type="presParOf" srcId="{B6932196-8720-40D5-BF9E-38072FB9E819}" destId="{1DBA9F3B-FBC2-4751-88C1-3647B682AFAF}" srcOrd="2" destOrd="0" presId="urn:microsoft.com/office/officeart/2005/8/layout/hierarchy3"/>
    <dgm:cxn modelId="{B99D85F7-FB95-4A95-AB0A-3A1A98ECC48E}" type="presParOf" srcId="{B6932196-8720-40D5-BF9E-38072FB9E819}" destId="{57CB7C92-A9D7-4819-82D6-9F4E5CAC9276}" srcOrd="3" destOrd="0" presId="urn:microsoft.com/office/officeart/2005/8/layout/hierarchy3"/>
    <dgm:cxn modelId="{A42C4E56-2DE2-417E-80EF-FB6D93A357A4}" type="presParOf" srcId="{B6932196-8720-40D5-BF9E-38072FB9E819}" destId="{8E548E61-4765-4688-96AE-D57BD11FF3DF}" srcOrd="4" destOrd="0" presId="urn:microsoft.com/office/officeart/2005/8/layout/hierarchy3"/>
    <dgm:cxn modelId="{5843FBE6-D4CD-492F-A094-27AF2284FF8C}" type="presParOf" srcId="{B6932196-8720-40D5-BF9E-38072FB9E819}" destId="{92E0A461-85D5-4DD6-BEB5-D655E7D426A0}" srcOrd="5" destOrd="0" presId="urn:microsoft.com/office/officeart/2005/8/layout/hierarchy3"/>
    <dgm:cxn modelId="{275CD121-F267-484B-A604-808678DE2DBF}" type="presParOf" srcId="{B6932196-8720-40D5-BF9E-38072FB9E819}" destId="{ACFD4655-FDC6-4AB0-A60B-CDF2AD771DBF}" srcOrd="6" destOrd="0" presId="urn:microsoft.com/office/officeart/2005/8/layout/hierarchy3"/>
    <dgm:cxn modelId="{4A9CAAF0-704F-48C5-B1BB-21C975A035CA}" type="presParOf" srcId="{B6932196-8720-40D5-BF9E-38072FB9E819}" destId="{7571D0C5-4C55-4C2A-A226-B8478EDD00BB}" srcOrd="7" destOrd="0" presId="urn:microsoft.com/office/officeart/2005/8/layout/hierarchy3"/>
    <dgm:cxn modelId="{B7E85A9F-7C3F-4CBF-940A-950E9EE3A967}" type="presParOf" srcId="{B6932196-8720-40D5-BF9E-38072FB9E819}" destId="{523EA803-8711-4CA2-B849-F23CC508D756}" srcOrd="8" destOrd="0" presId="urn:microsoft.com/office/officeart/2005/8/layout/hierarchy3"/>
    <dgm:cxn modelId="{E512CC32-2B56-41CB-B503-D05C9A21FF5B}" type="presParOf" srcId="{B6932196-8720-40D5-BF9E-38072FB9E819}" destId="{BB5361F0-50EF-44A4-B437-90130B234EF1}" srcOrd="9"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C06262C-B759-4A69-8856-A50AE2FD3DEA}"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US"/>
        </a:p>
      </dgm:t>
    </dgm:pt>
    <dgm:pt modelId="{00FD8077-66FA-4714-8839-397C480B2163}">
      <dgm:prSet phldrT="[Text]" custT="1"/>
      <dgm:spPr>
        <a:solidFill>
          <a:schemeClr val="accent6">
            <a:lumMod val="25000"/>
          </a:schemeClr>
        </a:solidFill>
      </dgm:spPr>
      <dgm:t>
        <a:bodyPr/>
        <a:lstStyle/>
        <a:p>
          <a:r>
            <a:rPr lang="en-US" sz="2000" dirty="0"/>
            <a:t>Revenue</a:t>
          </a:r>
        </a:p>
      </dgm:t>
    </dgm:pt>
    <dgm:pt modelId="{0D380390-F064-4E67-A4FF-0FB14A9D8612}" type="parTrans" cxnId="{6F84170C-070A-4942-9BC5-563A86738193}">
      <dgm:prSet/>
      <dgm:spPr/>
      <dgm:t>
        <a:bodyPr/>
        <a:lstStyle/>
        <a:p>
          <a:endParaRPr lang="en-US"/>
        </a:p>
      </dgm:t>
    </dgm:pt>
    <dgm:pt modelId="{055F86AF-46E8-4F5D-A7AF-A45790A756B8}" type="sibTrans" cxnId="{6F84170C-070A-4942-9BC5-563A86738193}">
      <dgm:prSet/>
      <dgm:spPr/>
      <dgm:t>
        <a:bodyPr/>
        <a:lstStyle/>
        <a:p>
          <a:endParaRPr lang="en-US"/>
        </a:p>
      </dgm:t>
    </dgm:pt>
    <dgm:pt modelId="{080CB092-21EF-4E95-8C0E-55DA9289801B}">
      <dgm:prSet phldrT="[Text]" custT="1"/>
      <dgm:spPr>
        <a:ln>
          <a:solidFill>
            <a:schemeClr val="accent6">
              <a:lumMod val="25000"/>
            </a:schemeClr>
          </a:solidFill>
        </a:ln>
      </dgm:spPr>
      <dgm:t>
        <a:bodyPr/>
        <a:lstStyle/>
        <a:p>
          <a:r>
            <a:rPr lang="en-US" sz="1400" dirty="0"/>
            <a:t>Total Revenue</a:t>
          </a:r>
        </a:p>
      </dgm:t>
    </dgm:pt>
    <dgm:pt modelId="{560CFD0F-4B15-48C2-8BDB-253DF365AD88}" type="parTrans" cxnId="{0352200D-51C4-4EEC-8F2E-D78B93F747C1}">
      <dgm:prSet/>
      <dgm:spPr>
        <a:ln>
          <a:solidFill>
            <a:schemeClr val="accent6">
              <a:lumMod val="25000"/>
            </a:schemeClr>
          </a:solidFill>
        </a:ln>
      </dgm:spPr>
      <dgm:t>
        <a:bodyPr/>
        <a:lstStyle/>
        <a:p>
          <a:endParaRPr lang="en-US"/>
        </a:p>
      </dgm:t>
    </dgm:pt>
    <dgm:pt modelId="{92CEBAAF-6C58-4AAE-961B-9A80D301D9DA}" type="sibTrans" cxnId="{0352200D-51C4-4EEC-8F2E-D78B93F747C1}">
      <dgm:prSet/>
      <dgm:spPr/>
      <dgm:t>
        <a:bodyPr/>
        <a:lstStyle/>
        <a:p>
          <a:endParaRPr lang="en-US"/>
        </a:p>
      </dgm:t>
    </dgm:pt>
    <dgm:pt modelId="{319D9A07-5B4B-4B18-95B3-532204D79882}">
      <dgm:prSet phldrT="[Text]" custT="1"/>
      <dgm:spPr>
        <a:ln>
          <a:solidFill>
            <a:schemeClr val="accent6">
              <a:lumMod val="25000"/>
            </a:schemeClr>
          </a:solidFill>
        </a:ln>
      </dgm:spPr>
      <dgm:t>
        <a:bodyPr/>
        <a:lstStyle/>
        <a:p>
          <a:r>
            <a:rPr lang="en-US" sz="1400" dirty="0"/>
            <a:t>Average Revenue</a:t>
          </a:r>
        </a:p>
      </dgm:t>
    </dgm:pt>
    <dgm:pt modelId="{93DA7129-E381-4AC5-A84B-741852BAFC78}" type="parTrans" cxnId="{3AE93111-8D0D-4923-81DE-2CD5A1CA73EE}">
      <dgm:prSet/>
      <dgm:spPr>
        <a:ln>
          <a:solidFill>
            <a:schemeClr val="accent6">
              <a:lumMod val="25000"/>
            </a:schemeClr>
          </a:solidFill>
        </a:ln>
      </dgm:spPr>
      <dgm:t>
        <a:bodyPr/>
        <a:lstStyle/>
        <a:p>
          <a:endParaRPr lang="en-US"/>
        </a:p>
      </dgm:t>
    </dgm:pt>
    <dgm:pt modelId="{8397D1CE-9116-4B2A-BA78-53CF906FEB5D}" type="sibTrans" cxnId="{3AE93111-8D0D-4923-81DE-2CD5A1CA73EE}">
      <dgm:prSet/>
      <dgm:spPr/>
      <dgm:t>
        <a:bodyPr/>
        <a:lstStyle/>
        <a:p>
          <a:endParaRPr lang="en-US"/>
        </a:p>
      </dgm:t>
    </dgm:pt>
    <dgm:pt modelId="{E2C3C14B-78E3-4588-92EA-1CEB474B4D8E}">
      <dgm:prSet custT="1"/>
      <dgm:spPr>
        <a:ln>
          <a:solidFill>
            <a:schemeClr val="accent6">
              <a:lumMod val="25000"/>
            </a:schemeClr>
          </a:solidFill>
        </a:ln>
      </dgm:spPr>
      <dgm:t>
        <a:bodyPr/>
        <a:lstStyle/>
        <a:p>
          <a:r>
            <a:rPr lang="en-US" sz="1400" dirty="0"/>
            <a:t>Revenue per day</a:t>
          </a:r>
        </a:p>
      </dgm:t>
    </dgm:pt>
    <dgm:pt modelId="{A1DC8892-A7A1-498B-A0FF-486333EEEFA4}" type="parTrans" cxnId="{AA4F5E9E-0B2C-4D7B-83F2-B40CBEBA206B}">
      <dgm:prSet/>
      <dgm:spPr>
        <a:ln>
          <a:solidFill>
            <a:schemeClr val="accent6">
              <a:lumMod val="25000"/>
            </a:schemeClr>
          </a:solidFill>
        </a:ln>
      </dgm:spPr>
      <dgm:t>
        <a:bodyPr/>
        <a:lstStyle/>
        <a:p>
          <a:endParaRPr lang="en-US"/>
        </a:p>
      </dgm:t>
    </dgm:pt>
    <dgm:pt modelId="{89608254-1BF8-40E6-8FA4-FD744382E7B5}" type="sibTrans" cxnId="{AA4F5E9E-0B2C-4D7B-83F2-B40CBEBA206B}">
      <dgm:prSet/>
      <dgm:spPr/>
      <dgm:t>
        <a:bodyPr/>
        <a:lstStyle/>
        <a:p>
          <a:endParaRPr lang="en-US"/>
        </a:p>
      </dgm:t>
    </dgm:pt>
    <dgm:pt modelId="{D55D203A-6005-4681-A782-E7FC080F0B12}">
      <dgm:prSet custT="1"/>
      <dgm:spPr>
        <a:ln>
          <a:solidFill>
            <a:schemeClr val="accent6">
              <a:lumMod val="25000"/>
            </a:schemeClr>
          </a:solidFill>
        </a:ln>
      </dgm:spPr>
      <dgm:t>
        <a:bodyPr/>
        <a:lstStyle/>
        <a:p>
          <a:r>
            <a:rPr lang="en-US" sz="1400" dirty="0"/>
            <a:t>Total</a:t>
          </a:r>
          <a:r>
            <a:rPr lang="en-US" sz="1400" baseline="0" dirty="0"/>
            <a:t> Revenue PV month</a:t>
          </a:r>
          <a:endParaRPr lang="en-US" sz="1400" dirty="0"/>
        </a:p>
      </dgm:t>
    </dgm:pt>
    <dgm:pt modelId="{6857FDDF-9BA0-4B0A-B5AA-677E8CEFDF43}" type="parTrans" cxnId="{31131AF5-B94D-4E4E-B60E-1869EB7B39BF}">
      <dgm:prSet/>
      <dgm:spPr>
        <a:ln>
          <a:solidFill>
            <a:schemeClr val="accent6">
              <a:lumMod val="25000"/>
            </a:schemeClr>
          </a:solidFill>
        </a:ln>
      </dgm:spPr>
      <dgm:t>
        <a:bodyPr/>
        <a:lstStyle/>
        <a:p>
          <a:endParaRPr lang="en-US"/>
        </a:p>
      </dgm:t>
    </dgm:pt>
    <dgm:pt modelId="{5C133CEC-243B-4084-953A-BAFDF8C439D8}" type="sibTrans" cxnId="{31131AF5-B94D-4E4E-B60E-1869EB7B39BF}">
      <dgm:prSet/>
      <dgm:spPr/>
      <dgm:t>
        <a:bodyPr/>
        <a:lstStyle/>
        <a:p>
          <a:endParaRPr lang="en-US"/>
        </a:p>
      </dgm:t>
    </dgm:pt>
    <dgm:pt modelId="{94D40755-2AE0-4CAA-A72B-D29A5D8E15F1}">
      <dgm:prSet custT="1"/>
      <dgm:spPr>
        <a:ln>
          <a:solidFill>
            <a:schemeClr val="accent6">
              <a:lumMod val="25000"/>
            </a:schemeClr>
          </a:solidFill>
        </a:ln>
      </dgm:spPr>
      <dgm:t>
        <a:bodyPr/>
        <a:lstStyle/>
        <a:p>
          <a:r>
            <a:rPr lang="en-US" sz="1400" dirty="0"/>
            <a:t>Revenue Variance</a:t>
          </a:r>
        </a:p>
      </dgm:t>
    </dgm:pt>
    <dgm:pt modelId="{D4E08384-78BF-4A0E-99C0-CC37778BF6B1}" type="parTrans" cxnId="{DAD29334-F80A-418B-92FA-A4091DDE565B}">
      <dgm:prSet/>
      <dgm:spPr>
        <a:ln>
          <a:solidFill>
            <a:schemeClr val="accent6">
              <a:lumMod val="25000"/>
            </a:schemeClr>
          </a:solidFill>
        </a:ln>
      </dgm:spPr>
      <dgm:t>
        <a:bodyPr/>
        <a:lstStyle/>
        <a:p>
          <a:endParaRPr lang="en-US"/>
        </a:p>
      </dgm:t>
    </dgm:pt>
    <dgm:pt modelId="{AC4D37C9-8173-4567-A324-19A3EBDDCFF2}" type="sibTrans" cxnId="{DAD29334-F80A-418B-92FA-A4091DDE565B}">
      <dgm:prSet/>
      <dgm:spPr/>
      <dgm:t>
        <a:bodyPr/>
        <a:lstStyle/>
        <a:p>
          <a:endParaRPr lang="en-US"/>
        </a:p>
      </dgm:t>
    </dgm:pt>
    <dgm:pt modelId="{93089874-10F6-4928-A762-C4C447CF070B}">
      <dgm:prSet/>
      <dgm:spPr>
        <a:ln>
          <a:solidFill>
            <a:schemeClr val="accent6">
              <a:lumMod val="25000"/>
            </a:schemeClr>
          </a:solidFill>
        </a:ln>
      </dgm:spPr>
      <dgm:t>
        <a:bodyPr/>
        <a:lstStyle/>
        <a:p>
          <a:r>
            <a:rPr lang="en-US" dirty="0"/>
            <a:t>Revenue growth rate</a:t>
          </a:r>
        </a:p>
      </dgm:t>
    </dgm:pt>
    <dgm:pt modelId="{676C13BA-4A14-4617-AD58-142AEC43BE48}" type="parTrans" cxnId="{CA6FD6B9-42A9-4FC1-A2B2-98C5D6E977B1}">
      <dgm:prSet/>
      <dgm:spPr>
        <a:ln>
          <a:solidFill>
            <a:schemeClr val="accent6">
              <a:lumMod val="25000"/>
            </a:schemeClr>
          </a:solidFill>
        </a:ln>
      </dgm:spPr>
      <dgm:t>
        <a:bodyPr/>
        <a:lstStyle/>
        <a:p>
          <a:endParaRPr lang="en-US"/>
        </a:p>
      </dgm:t>
    </dgm:pt>
    <dgm:pt modelId="{2E2ECF7A-1200-42F5-8613-AEA0BE0D8833}" type="sibTrans" cxnId="{CA6FD6B9-42A9-4FC1-A2B2-98C5D6E977B1}">
      <dgm:prSet/>
      <dgm:spPr/>
      <dgm:t>
        <a:bodyPr/>
        <a:lstStyle/>
        <a:p>
          <a:endParaRPr lang="en-US"/>
        </a:p>
      </dgm:t>
    </dgm:pt>
    <dgm:pt modelId="{8BC60BE2-8D93-4264-AE0D-36D2EC408581}" type="pres">
      <dgm:prSet presAssocID="{7C06262C-B759-4A69-8856-A50AE2FD3DEA}" presName="diagram" presStyleCnt="0">
        <dgm:presLayoutVars>
          <dgm:chPref val="1"/>
          <dgm:dir/>
          <dgm:animOne val="branch"/>
          <dgm:animLvl val="lvl"/>
          <dgm:resizeHandles/>
        </dgm:presLayoutVars>
      </dgm:prSet>
      <dgm:spPr/>
    </dgm:pt>
    <dgm:pt modelId="{B1913B03-93C9-4246-AC2A-5323FC5D4B8E}" type="pres">
      <dgm:prSet presAssocID="{00FD8077-66FA-4714-8839-397C480B2163}" presName="root" presStyleCnt="0"/>
      <dgm:spPr/>
    </dgm:pt>
    <dgm:pt modelId="{73356BBA-25DB-4E0E-A2C9-E761574A774A}" type="pres">
      <dgm:prSet presAssocID="{00FD8077-66FA-4714-8839-397C480B2163}" presName="rootComposite" presStyleCnt="0"/>
      <dgm:spPr/>
    </dgm:pt>
    <dgm:pt modelId="{60F33634-07D2-4210-AD7B-4CCA0A54F229}" type="pres">
      <dgm:prSet presAssocID="{00FD8077-66FA-4714-8839-397C480B2163}" presName="rootText" presStyleLbl="node1" presStyleIdx="0" presStyleCnt="1" custScaleX="162809"/>
      <dgm:spPr/>
    </dgm:pt>
    <dgm:pt modelId="{B76AA514-EA0E-47CD-89A2-E30207DE2F06}" type="pres">
      <dgm:prSet presAssocID="{00FD8077-66FA-4714-8839-397C480B2163}" presName="rootConnector" presStyleLbl="node1" presStyleIdx="0" presStyleCnt="1"/>
      <dgm:spPr/>
    </dgm:pt>
    <dgm:pt modelId="{B6932196-8720-40D5-BF9E-38072FB9E819}" type="pres">
      <dgm:prSet presAssocID="{00FD8077-66FA-4714-8839-397C480B2163}" presName="childShape" presStyleCnt="0"/>
      <dgm:spPr/>
    </dgm:pt>
    <dgm:pt modelId="{7DE9B804-3A33-4660-A8BD-2E8C9DB2B7AD}" type="pres">
      <dgm:prSet presAssocID="{560CFD0F-4B15-48C2-8BDB-253DF365AD88}" presName="Name13" presStyleLbl="parChTrans1D2" presStyleIdx="0" presStyleCnt="6"/>
      <dgm:spPr/>
    </dgm:pt>
    <dgm:pt modelId="{B3DBCCBD-8E5D-4603-89AE-F978B61955E5}" type="pres">
      <dgm:prSet presAssocID="{080CB092-21EF-4E95-8C0E-55DA9289801B}" presName="childText" presStyleLbl="bgAcc1" presStyleIdx="0" presStyleCnt="6" custScaleX="178035" custScaleY="96413">
        <dgm:presLayoutVars>
          <dgm:bulletEnabled val="1"/>
        </dgm:presLayoutVars>
      </dgm:prSet>
      <dgm:spPr/>
    </dgm:pt>
    <dgm:pt modelId="{1DBA9F3B-FBC2-4751-88C1-3647B682AFAF}" type="pres">
      <dgm:prSet presAssocID="{93DA7129-E381-4AC5-A84B-741852BAFC78}" presName="Name13" presStyleLbl="parChTrans1D2" presStyleIdx="1" presStyleCnt="6"/>
      <dgm:spPr/>
    </dgm:pt>
    <dgm:pt modelId="{57CB7C92-A9D7-4819-82D6-9F4E5CAC9276}" type="pres">
      <dgm:prSet presAssocID="{319D9A07-5B4B-4B18-95B3-532204D79882}" presName="childText" presStyleLbl="bgAcc1" presStyleIdx="1" presStyleCnt="6" custScaleX="178232">
        <dgm:presLayoutVars>
          <dgm:bulletEnabled val="1"/>
        </dgm:presLayoutVars>
      </dgm:prSet>
      <dgm:spPr/>
    </dgm:pt>
    <dgm:pt modelId="{8E548E61-4765-4688-96AE-D57BD11FF3DF}" type="pres">
      <dgm:prSet presAssocID="{A1DC8892-A7A1-498B-A0FF-486333EEEFA4}" presName="Name13" presStyleLbl="parChTrans1D2" presStyleIdx="2" presStyleCnt="6"/>
      <dgm:spPr/>
    </dgm:pt>
    <dgm:pt modelId="{92E0A461-85D5-4DD6-BEB5-D655E7D426A0}" type="pres">
      <dgm:prSet presAssocID="{E2C3C14B-78E3-4588-92EA-1CEB474B4D8E}" presName="childText" presStyleLbl="bgAcc1" presStyleIdx="2" presStyleCnt="6" custScaleX="177627" custScaleY="99647">
        <dgm:presLayoutVars>
          <dgm:bulletEnabled val="1"/>
        </dgm:presLayoutVars>
      </dgm:prSet>
      <dgm:spPr/>
    </dgm:pt>
    <dgm:pt modelId="{ACFD4655-FDC6-4AB0-A60B-CDF2AD771DBF}" type="pres">
      <dgm:prSet presAssocID="{6857FDDF-9BA0-4B0A-B5AA-677E8CEFDF43}" presName="Name13" presStyleLbl="parChTrans1D2" presStyleIdx="3" presStyleCnt="6"/>
      <dgm:spPr/>
    </dgm:pt>
    <dgm:pt modelId="{7571D0C5-4C55-4C2A-A226-B8478EDD00BB}" type="pres">
      <dgm:prSet presAssocID="{D55D203A-6005-4681-A782-E7FC080F0B12}" presName="childText" presStyleLbl="bgAcc1" presStyleIdx="3" presStyleCnt="6" custScaleX="181536" custScaleY="97472">
        <dgm:presLayoutVars>
          <dgm:bulletEnabled val="1"/>
        </dgm:presLayoutVars>
      </dgm:prSet>
      <dgm:spPr/>
    </dgm:pt>
    <dgm:pt modelId="{523EA803-8711-4CA2-B849-F23CC508D756}" type="pres">
      <dgm:prSet presAssocID="{D4E08384-78BF-4A0E-99C0-CC37778BF6B1}" presName="Name13" presStyleLbl="parChTrans1D2" presStyleIdx="4" presStyleCnt="6"/>
      <dgm:spPr/>
    </dgm:pt>
    <dgm:pt modelId="{BB5361F0-50EF-44A4-B437-90130B234EF1}" type="pres">
      <dgm:prSet presAssocID="{94D40755-2AE0-4CAA-A72B-D29A5D8E15F1}" presName="childText" presStyleLbl="bgAcc1" presStyleIdx="4" presStyleCnt="6" custScaleX="179689" custScaleY="88461">
        <dgm:presLayoutVars>
          <dgm:bulletEnabled val="1"/>
        </dgm:presLayoutVars>
      </dgm:prSet>
      <dgm:spPr/>
    </dgm:pt>
    <dgm:pt modelId="{3694C9AF-8411-41F2-A749-DC67D7D9D67D}" type="pres">
      <dgm:prSet presAssocID="{676C13BA-4A14-4617-AD58-142AEC43BE48}" presName="Name13" presStyleLbl="parChTrans1D2" presStyleIdx="5" presStyleCnt="6"/>
      <dgm:spPr/>
    </dgm:pt>
    <dgm:pt modelId="{D3634149-BC43-4A7B-80A5-968BB19FF292}" type="pres">
      <dgm:prSet presAssocID="{93089874-10F6-4928-A762-C4C447CF070B}" presName="childText" presStyleLbl="bgAcc1" presStyleIdx="5" presStyleCnt="6" custScaleX="176869">
        <dgm:presLayoutVars>
          <dgm:bulletEnabled val="1"/>
        </dgm:presLayoutVars>
      </dgm:prSet>
      <dgm:spPr/>
    </dgm:pt>
  </dgm:ptLst>
  <dgm:cxnLst>
    <dgm:cxn modelId="{6F84170C-070A-4942-9BC5-563A86738193}" srcId="{7C06262C-B759-4A69-8856-A50AE2FD3DEA}" destId="{00FD8077-66FA-4714-8839-397C480B2163}" srcOrd="0" destOrd="0" parTransId="{0D380390-F064-4E67-A4FF-0FB14A9D8612}" sibTransId="{055F86AF-46E8-4F5D-A7AF-A45790A756B8}"/>
    <dgm:cxn modelId="{0352200D-51C4-4EEC-8F2E-D78B93F747C1}" srcId="{00FD8077-66FA-4714-8839-397C480B2163}" destId="{080CB092-21EF-4E95-8C0E-55DA9289801B}" srcOrd="0" destOrd="0" parTransId="{560CFD0F-4B15-48C2-8BDB-253DF365AD88}" sibTransId="{92CEBAAF-6C58-4AAE-961B-9A80D301D9DA}"/>
    <dgm:cxn modelId="{3AE93111-8D0D-4923-81DE-2CD5A1CA73EE}" srcId="{00FD8077-66FA-4714-8839-397C480B2163}" destId="{319D9A07-5B4B-4B18-95B3-532204D79882}" srcOrd="1" destOrd="0" parTransId="{93DA7129-E381-4AC5-A84B-741852BAFC78}" sibTransId="{8397D1CE-9116-4B2A-BA78-53CF906FEB5D}"/>
    <dgm:cxn modelId="{DE121815-887E-4397-89D6-4FBDF7E8C694}" type="presOf" srcId="{D55D203A-6005-4681-A782-E7FC080F0B12}" destId="{7571D0C5-4C55-4C2A-A226-B8478EDD00BB}" srcOrd="0" destOrd="0" presId="urn:microsoft.com/office/officeart/2005/8/layout/hierarchy3"/>
    <dgm:cxn modelId="{D4C0731D-15CC-4732-A6F2-01B4ECB88829}" type="presOf" srcId="{560CFD0F-4B15-48C2-8BDB-253DF365AD88}" destId="{7DE9B804-3A33-4660-A8BD-2E8C9DB2B7AD}" srcOrd="0" destOrd="0" presId="urn:microsoft.com/office/officeart/2005/8/layout/hierarchy3"/>
    <dgm:cxn modelId="{78A2DC28-5922-40B1-A8B2-32CA0A4B9950}" type="presOf" srcId="{00FD8077-66FA-4714-8839-397C480B2163}" destId="{B76AA514-EA0E-47CD-89A2-E30207DE2F06}" srcOrd="1" destOrd="0" presId="urn:microsoft.com/office/officeart/2005/8/layout/hierarchy3"/>
    <dgm:cxn modelId="{DAD29334-F80A-418B-92FA-A4091DDE565B}" srcId="{00FD8077-66FA-4714-8839-397C480B2163}" destId="{94D40755-2AE0-4CAA-A72B-D29A5D8E15F1}" srcOrd="4" destOrd="0" parTransId="{D4E08384-78BF-4A0E-99C0-CC37778BF6B1}" sibTransId="{AC4D37C9-8173-4567-A324-19A3EBDDCFF2}"/>
    <dgm:cxn modelId="{0DDEB65D-A73D-4C55-BFA0-AB7A0777A308}" type="presOf" srcId="{676C13BA-4A14-4617-AD58-142AEC43BE48}" destId="{3694C9AF-8411-41F2-A749-DC67D7D9D67D}" srcOrd="0" destOrd="0" presId="urn:microsoft.com/office/officeart/2005/8/layout/hierarchy3"/>
    <dgm:cxn modelId="{18604F5F-2DBC-40DD-B1C9-D82A7B403BFB}" type="presOf" srcId="{319D9A07-5B4B-4B18-95B3-532204D79882}" destId="{57CB7C92-A9D7-4819-82D6-9F4E5CAC9276}" srcOrd="0" destOrd="0" presId="urn:microsoft.com/office/officeart/2005/8/layout/hierarchy3"/>
    <dgm:cxn modelId="{046C5D41-1DC3-4ED2-B0C7-1BF10383DDAA}" type="presOf" srcId="{A1DC8892-A7A1-498B-A0FF-486333EEEFA4}" destId="{8E548E61-4765-4688-96AE-D57BD11FF3DF}" srcOrd="0" destOrd="0" presId="urn:microsoft.com/office/officeart/2005/8/layout/hierarchy3"/>
    <dgm:cxn modelId="{9193D962-0ADC-468D-80B0-7073B6B719BB}" type="presOf" srcId="{D4E08384-78BF-4A0E-99C0-CC37778BF6B1}" destId="{523EA803-8711-4CA2-B849-F23CC508D756}" srcOrd="0" destOrd="0" presId="urn:microsoft.com/office/officeart/2005/8/layout/hierarchy3"/>
    <dgm:cxn modelId="{15424785-A62A-471E-934E-EA3A3267114B}" type="presOf" srcId="{93DA7129-E381-4AC5-A84B-741852BAFC78}" destId="{1DBA9F3B-FBC2-4751-88C1-3647B682AFAF}" srcOrd="0" destOrd="0" presId="urn:microsoft.com/office/officeart/2005/8/layout/hierarchy3"/>
    <dgm:cxn modelId="{E6C1EB90-AA44-489C-844F-EA8152D71264}" type="presOf" srcId="{080CB092-21EF-4E95-8C0E-55DA9289801B}" destId="{B3DBCCBD-8E5D-4603-89AE-F978B61955E5}" srcOrd="0" destOrd="0" presId="urn:microsoft.com/office/officeart/2005/8/layout/hierarchy3"/>
    <dgm:cxn modelId="{AA4F5E9E-0B2C-4D7B-83F2-B40CBEBA206B}" srcId="{00FD8077-66FA-4714-8839-397C480B2163}" destId="{E2C3C14B-78E3-4588-92EA-1CEB474B4D8E}" srcOrd="2" destOrd="0" parTransId="{A1DC8892-A7A1-498B-A0FF-486333EEEFA4}" sibTransId="{89608254-1BF8-40E6-8FA4-FD744382E7B5}"/>
    <dgm:cxn modelId="{C12589AE-9D1C-4A3D-82CD-1664182563E5}" type="presOf" srcId="{7C06262C-B759-4A69-8856-A50AE2FD3DEA}" destId="{8BC60BE2-8D93-4264-AE0D-36D2EC408581}" srcOrd="0" destOrd="0" presId="urn:microsoft.com/office/officeart/2005/8/layout/hierarchy3"/>
    <dgm:cxn modelId="{CA6FD6B9-42A9-4FC1-A2B2-98C5D6E977B1}" srcId="{00FD8077-66FA-4714-8839-397C480B2163}" destId="{93089874-10F6-4928-A762-C4C447CF070B}" srcOrd="5" destOrd="0" parTransId="{676C13BA-4A14-4617-AD58-142AEC43BE48}" sibTransId="{2E2ECF7A-1200-42F5-8613-AEA0BE0D8833}"/>
    <dgm:cxn modelId="{F56102BE-B91A-4F66-BBC4-4FDCF74D9714}" type="presOf" srcId="{00FD8077-66FA-4714-8839-397C480B2163}" destId="{60F33634-07D2-4210-AD7B-4CCA0A54F229}" srcOrd="0" destOrd="0" presId="urn:microsoft.com/office/officeart/2005/8/layout/hierarchy3"/>
    <dgm:cxn modelId="{8633D6C2-6F46-498B-9FDB-C105E088EC91}" type="presOf" srcId="{94D40755-2AE0-4CAA-A72B-D29A5D8E15F1}" destId="{BB5361F0-50EF-44A4-B437-90130B234EF1}" srcOrd="0" destOrd="0" presId="urn:microsoft.com/office/officeart/2005/8/layout/hierarchy3"/>
    <dgm:cxn modelId="{91774AD4-7273-4D9D-8170-295751720122}" type="presOf" srcId="{E2C3C14B-78E3-4588-92EA-1CEB474B4D8E}" destId="{92E0A461-85D5-4DD6-BEB5-D655E7D426A0}" srcOrd="0" destOrd="0" presId="urn:microsoft.com/office/officeart/2005/8/layout/hierarchy3"/>
    <dgm:cxn modelId="{92E83DF4-B2F4-4D9B-82DE-A68E8A03C681}" type="presOf" srcId="{93089874-10F6-4928-A762-C4C447CF070B}" destId="{D3634149-BC43-4A7B-80A5-968BB19FF292}" srcOrd="0" destOrd="0" presId="urn:microsoft.com/office/officeart/2005/8/layout/hierarchy3"/>
    <dgm:cxn modelId="{31131AF5-B94D-4E4E-B60E-1869EB7B39BF}" srcId="{00FD8077-66FA-4714-8839-397C480B2163}" destId="{D55D203A-6005-4681-A782-E7FC080F0B12}" srcOrd="3" destOrd="0" parTransId="{6857FDDF-9BA0-4B0A-B5AA-677E8CEFDF43}" sibTransId="{5C133CEC-243B-4084-953A-BAFDF8C439D8}"/>
    <dgm:cxn modelId="{16F0A7F5-26BE-4916-858E-7DD25E0948EE}" type="presOf" srcId="{6857FDDF-9BA0-4B0A-B5AA-677E8CEFDF43}" destId="{ACFD4655-FDC6-4AB0-A60B-CDF2AD771DBF}" srcOrd="0" destOrd="0" presId="urn:microsoft.com/office/officeart/2005/8/layout/hierarchy3"/>
    <dgm:cxn modelId="{8E40D9B9-BC4B-4228-91E4-A158A1B04C59}" type="presParOf" srcId="{8BC60BE2-8D93-4264-AE0D-36D2EC408581}" destId="{B1913B03-93C9-4246-AC2A-5323FC5D4B8E}" srcOrd="0" destOrd="0" presId="urn:microsoft.com/office/officeart/2005/8/layout/hierarchy3"/>
    <dgm:cxn modelId="{A03708ED-AE39-4402-AC38-90DE0473A1DA}" type="presParOf" srcId="{B1913B03-93C9-4246-AC2A-5323FC5D4B8E}" destId="{73356BBA-25DB-4E0E-A2C9-E761574A774A}" srcOrd="0" destOrd="0" presId="urn:microsoft.com/office/officeart/2005/8/layout/hierarchy3"/>
    <dgm:cxn modelId="{5F2584C6-8B5B-45D3-9F7D-EF6B58A1A7AF}" type="presParOf" srcId="{73356BBA-25DB-4E0E-A2C9-E761574A774A}" destId="{60F33634-07D2-4210-AD7B-4CCA0A54F229}" srcOrd="0" destOrd="0" presId="urn:microsoft.com/office/officeart/2005/8/layout/hierarchy3"/>
    <dgm:cxn modelId="{7EB58747-61A5-4D01-A530-4B65680A71B8}" type="presParOf" srcId="{73356BBA-25DB-4E0E-A2C9-E761574A774A}" destId="{B76AA514-EA0E-47CD-89A2-E30207DE2F06}" srcOrd="1" destOrd="0" presId="urn:microsoft.com/office/officeart/2005/8/layout/hierarchy3"/>
    <dgm:cxn modelId="{91ACDBD4-D506-4743-B59A-1612489AE3EF}" type="presParOf" srcId="{B1913B03-93C9-4246-AC2A-5323FC5D4B8E}" destId="{B6932196-8720-40D5-BF9E-38072FB9E819}" srcOrd="1" destOrd="0" presId="urn:microsoft.com/office/officeart/2005/8/layout/hierarchy3"/>
    <dgm:cxn modelId="{1F438E2E-6237-4CEF-8F6C-E8D8E0A44AB2}" type="presParOf" srcId="{B6932196-8720-40D5-BF9E-38072FB9E819}" destId="{7DE9B804-3A33-4660-A8BD-2E8C9DB2B7AD}" srcOrd="0" destOrd="0" presId="urn:microsoft.com/office/officeart/2005/8/layout/hierarchy3"/>
    <dgm:cxn modelId="{DFF3522A-207C-4D89-948F-1CD1E3196CF8}" type="presParOf" srcId="{B6932196-8720-40D5-BF9E-38072FB9E819}" destId="{B3DBCCBD-8E5D-4603-89AE-F978B61955E5}" srcOrd="1" destOrd="0" presId="urn:microsoft.com/office/officeart/2005/8/layout/hierarchy3"/>
    <dgm:cxn modelId="{491B2CA2-BE01-45C2-9F12-C266851ED769}" type="presParOf" srcId="{B6932196-8720-40D5-BF9E-38072FB9E819}" destId="{1DBA9F3B-FBC2-4751-88C1-3647B682AFAF}" srcOrd="2" destOrd="0" presId="urn:microsoft.com/office/officeart/2005/8/layout/hierarchy3"/>
    <dgm:cxn modelId="{B99D85F7-FB95-4A95-AB0A-3A1A98ECC48E}" type="presParOf" srcId="{B6932196-8720-40D5-BF9E-38072FB9E819}" destId="{57CB7C92-A9D7-4819-82D6-9F4E5CAC9276}" srcOrd="3" destOrd="0" presId="urn:microsoft.com/office/officeart/2005/8/layout/hierarchy3"/>
    <dgm:cxn modelId="{A42C4E56-2DE2-417E-80EF-FB6D93A357A4}" type="presParOf" srcId="{B6932196-8720-40D5-BF9E-38072FB9E819}" destId="{8E548E61-4765-4688-96AE-D57BD11FF3DF}" srcOrd="4" destOrd="0" presId="urn:microsoft.com/office/officeart/2005/8/layout/hierarchy3"/>
    <dgm:cxn modelId="{5843FBE6-D4CD-492F-A094-27AF2284FF8C}" type="presParOf" srcId="{B6932196-8720-40D5-BF9E-38072FB9E819}" destId="{92E0A461-85D5-4DD6-BEB5-D655E7D426A0}" srcOrd="5" destOrd="0" presId="urn:microsoft.com/office/officeart/2005/8/layout/hierarchy3"/>
    <dgm:cxn modelId="{275CD121-F267-484B-A604-808678DE2DBF}" type="presParOf" srcId="{B6932196-8720-40D5-BF9E-38072FB9E819}" destId="{ACFD4655-FDC6-4AB0-A60B-CDF2AD771DBF}" srcOrd="6" destOrd="0" presId="urn:microsoft.com/office/officeart/2005/8/layout/hierarchy3"/>
    <dgm:cxn modelId="{4A9CAAF0-704F-48C5-B1BB-21C975A035CA}" type="presParOf" srcId="{B6932196-8720-40D5-BF9E-38072FB9E819}" destId="{7571D0C5-4C55-4C2A-A226-B8478EDD00BB}" srcOrd="7" destOrd="0" presId="urn:microsoft.com/office/officeart/2005/8/layout/hierarchy3"/>
    <dgm:cxn modelId="{B7E85A9F-7C3F-4CBF-940A-950E9EE3A967}" type="presParOf" srcId="{B6932196-8720-40D5-BF9E-38072FB9E819}" destId="{523EA803-8711-4CA2-B849-F23CC508D756}" srcOrd="8" destOrd="0" presId="urn:microsoft.com/office/officeart/2005/8/layout/hierarchy3"/>
    <dgm:cxn modelId="{E512CC32-2B56-41CB-B503-D05C9A21FF5B}" type="presParOf" srcId="{B6932196-8720-40D5-BF9E-38072FB9E819}" destId="{BB5361F0-50EF-44A4-B437-90130B234EF1}" srcOrd="9" destOrd="0" presId="urn:microsoft.com/office/officeart/2005/8/layout/hierarchy3"/>
    <dgm:cxn modelId="{E6EFA5C8-EC9B-4A3F-B4B6-1CE595755485}" type="presParOf" srcId="{B6932196-8720-40D5-BF9E-38072FB9E819}" destId="{3694C9AF-8411-41F2-A749-DC67D7D9D67D}" srcOrd="10" destOrd="0" presId="urn:microsoft.com/office/officeart/2005/8/layout/hierarchy3"/>
    <dgm:cxn modelId="{0F69D318-2C3E-46FA-B22E-D62E09C7A0CD}" type="presParOf" srcId="{B6932196-8720-40D5-BF9E-38072FB9E819}" destId="{D3634149-BC43-4A7B-80A5-968BB19FF292}" srcOrd="11" destOrd="0" presId="urn:microsoft.com/office/officeart/2005/8/layout/hierarchy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C06262C-B759-4A69-8856-A50AE2FD3DEA}" type="doc">
      <dgm:prSet loTypeId="urn:microsoft.com/office/officeart/2005/8/layout/hierarchy3" loCatId="list" qsTypeId="urn:microsoft.com/office/officeart/2005/8/quickstyle/simple1" qsCatId="simple" csTypeId="urn:microsoft.com/office/officeart/2005/8/colors/colorful2" csCatId="colorful" phldr="1"/>
      <dgm:spPr/>
      <dgm:t>
        <a:bodyPr/>
        <a:lstStyle/>
        <a:p>
          <a:endParaRPr lang="en-US"/>
        </a:p>
      </dgm:t>
    </dgm:pt>
    <dgm:pt modelId="{00FD8077-66FA-4714-8839-397C480B2163}">
      <dgm:prSet phldrT="[Text]" custT="1"/>
      <dgm:spPr/>
      <dgm:t>
        <a:bodyPr/>
        <a:lstStyle/>
        <a:p>
          <a:r>
            <a:rPr lang="en-US" sz="2000" dirty="0"/>
            <a:t>Time</a:t>
          </a:r>
        </a:p>
      </dgm:t>
    </dgm:pt>
    <dgm:pt modelId="{0D380390-F064-4E67-A4FF-0FB14A9D8612}" type="parTrans" cxnId="{6F84170C-070A-4942-9BC5-563A86738193}">
      <dgm:prSet/>
      <dgm:spPr/>
      <dgm:t>
        <a:bodyPr/>
        <a:lstStyle/>
        <a:p>
          <a:endParaRPr lang="en-US"/>
        </a:p>
      </dgm:t>
    </dgm:pt>
    <dgm:pt modelId="{055F86AF-46E8-4F5D-A7AF-A45790A756B8}" type="sibTrans" cxnId="{6F84170C-070A-4942-9BC5-563A86738193}">
      <dgm:prSet/>
      <dgm:spPr/>
      <dgm:t>
        <a:bodyPr/>
        <a:lstStyle/>
        <a:p>
          <a:endParaRPr lang="en-US"/>
        </a:p>
      </dgm:t>
    </dgm:pt>
    <dgm:pt modelId="{080CB092-21EF-4E95-8C0E-55DA9289801B}">
      <dgm:prSet phldrT="[Text]" custT="1"/>
      <dgm:spPr/>
      <dgm:t>
        <a:bodyPr/>
        <a:lstStyle/>
        <a:p>
          <a:r>
            <a:rPr lang="en-US" sz="1200" dirty="0"/>
            <a:t>Distinct # of days</a:t>
          </a:r>
        </a:p>
      </dgm:t>
    </dgm:pt>
    <dgm:pt modelId="{560CFD0F-4B15-48C2-8BDB-253DF365AD88}" type="parTrans" cxnId="{0352200D-51C4-4EEC-8F2E-D78B93F747C1}">
      <dgm:prSet/>
      <dgm:spPr/>
      <dgm:t>
        <a:bodyPr/>
        <a:lstStyle/>
        <a:p>
          <a:endParaRPr lang="en-US"/>
        </a:p>
      </dgm:t>
    </dgm:pt>
    <dgm:pt modelId="{92CEBAAF-6C58-4AAE-961B-9A80D301D9DA}" type="sibTrans" cxnId="{0352200D-51C4-4EEC-8F2E-D78B93F747C1}">
      <dgm:prSet/>
      <dgm:spPr/>
      <dgm:t>
        <a:bodyPr/>
        <a:lstStyle/>
        <a:p>
          <a:endParaRPr lang="en-US"/>
        </a:p>
      </dgm:t>
    </dgm:pt>
    <dgm:pt modelId="{319D9A07-5B4B-4B18-95B3-532204D79882}">
      <dgm:prSet phldrT="[Text]" custT="1"/>
      <dgm:spPr/>
      <dgm:t>
        <a:bodyPr/>
        <a:lstStyle/>
        <a:p>
          <a:r>
            <a:rPr lang="en-US" sz="1200" dirty="0"/>
            <a:t>Average Delay time</a:t>
          </a:r>
        </a:p>
      </dgm:t>
    </dgm:pt>
    <dgm:pt modelId="{93DA7129-E381-4AC5-A84B-741852BAFC78}" type="parTrans" cxnId="{3AE93111-8D0D-4923-81DE-2CD5A1CA73EE}">
      <dgm:prSet/>
      <dgm:spPr/>
      <dgm:t>
        <a:bodyPr/>
        <a:lstStyle/>
        <a:p>
          <a:endParaRPr lang="en-US"/>
        </a:p>
      </dgm:t>
    </dgm:pt>
    <dgm:pt modelId="{8397D1CE-9116-4B2A-BA78-53CF906FEB5D}" type="sibTrans" cxnId="{3AE93111-8D0D-4923-81DE-2CD5A1CA73EE}">
      <dgm:prSet/>
      <dgm:spPr/>
      <dgm:t>
        <a:bodyPr/>
        <a:lstStyle/>
        <a:p>
          <a:endParaRPr lang="en-US"/>
        </a:p>
      </dgm:t>
    </dgm:pt>
    <dgm:pt modelId="{E2C3C14B-78E3-4588-92EA-1CEB474B4D8E}">
      <dgm:prSet custT="1"/>
      <dgm:spPr/>
      <dgm:t>
        <a:bodyPr/>
        <a:lstStyle/>
        <a:p>
          <a:r>
            <a:rPr lang="en-US" sz="1200" dirty="0"/>
            <a:t>Average trip duration</a:t>
          </a:r>
        </a:p>
      </dgm:t>
    </dgm:pt>
    <dgm:pt modelId="{A1DC8892-A7A1-498B-A0FF-486333EEEFA4}" type="parTrans" cxnId="{AA4F5E9E-0B2C-4D7B-83F2-B40CBEBA206B}">
      <dgm:prSet/>
      <dgm:spPr/>
      <dgm:t>
        <a:bodyPr/>
        <a:lstStyle/>
        <a:p>
          <a:endParaRPr lang="en-US"/>
        </a:p>
      </dgm:t>
    </dgm:pt>
    <dgm:pt modelId="{89608254-1BF8-40E6-8FA4-FD744382E7B5}" type="sibTrans" cxnId="{AA4F5E9E-0B2C-4D7B-83F2-B40CBEBA206B}">
      <dgm:prSet/>
      <dgm:spPr/>
      <dgm:t>
        <a:bodyPr/>
        <a:lstStyle/>
        <a:p>
          <a:endParaRPr lang="en-US"/>
        </a:p>
      </dgm:t>
    </dgm:pt>
    <dgm:pt modelId="{D55D203A-6005-4681-A782-E7FC080F0B12}">
      <dgm:prSet custT="1"/>
      <dgm:spPr/>
      <dgm:t>
        <a:bodyPr/>
        <a:lstStyle/>
        <a:p>
          <a:r>
            <a:rPr lang="en-US" sz="1200" dirty="0"/>
            <a:t>% of delayed journeys</a:t>
          </a:r>
        </a:p>
      </dgm:t>
    </dgm:pt>
    <dgm:pt modelId="{6857FDDF-9BA0-4B0A-B5AA-677E8CEFDF43}" type="parTrans" cxnId="{31131AF5-B94D-4E4E-B60E-1869EB7B39BF}">
      <dgm:prSet/>
      <dgm:spPr/>
      <dgm:t>
        <a:bodyPr/>
        <a:lstStyle/>
        <a:p>
          <a:endParaRPr lang="en-US"/>
        </a:p>
      </dgm:t>
    </dgm:pt>
    <dgm:pt modelId="{5C133CEC-243B-4084-953A-BAFDF8C439D8}" type="sibTrans" cxnId="{31131AF5-B94D-4E4E-B60E-1869EB7B39BF}">
      <dgm:prSet/>
      <dgm:spPr/>
      <dgm:t>
        <a:bodyPr/>
        <a:lstStyle/>
        <a:p>
          <a:endParaRPr lang="en-US"/>
        </a:p>
      </dgm:t>
    </dgm:pt>
    <dgm:pt modelId="{94D40755-2AE0-4CAA-A72B-D29A5D8E15F1}">
      <dgm:prSet custT="1"/>
      <dgm:spPr/>
      <dgm:t>
        <a:bodyPr/>
        <a:lstStyle/>
        <a:p>
          <a:r>
            <a:rPr lang="en-US" sz="1200" dirty="0"/>
            <a:t>%</a:t>
          </a:r>
          <a:r>
            <a:rPr lang="en-US" sz="1200" baseline="0" dirty="0"/>
            <a:t> of on time journeys</a:t>
          </a:r>
          <a:endParaRPr lang="en-US" sz="1200" dirty="0"/>
        </a:p>
      </dgm:t>
    </dgm:pt>
    <dgm:pt modelId="{D4E08384-78BF-4A0E-99C0-CC37778BF6B1}" type="parTrans" cxnId="{DAD29334-F80A-418B-92FA-A4091DDE565B}">
      <dgm:prSet/>
      <dgm:spPr/>
      <dgm:t>
        <a:bodyPr/>
        <a:lstStyle/>
        <a:p>
          <a:endParaRPr lang="en-US"/>
        </a:p>
      </dgm:t>
    </dgm:pt>
    <dgm:pt modelId="{AC4D37C9-8173-4567-A324-19A3EBDDCFF2}" type="sibTrans" cxnId="{DAD29334-F80A-418B-92FA-A4091DDE565B}">
      <dgm:prSet/>
      <dgm:spPr/>
      <dgm:t>
        <a:bodyPr/>
        <a:lstStyle/>
        <a:p>
          <a:endParaRPr lang="en-US"/>
        </a:p>
      </dgm:t>
    </dgm:pt>
    <dgm:pt modelId="{F2F98638-0565-418C-8AF0-B36F531B16AA}">
      <dgm:prSet custT="1"/>
      <dgm:spPr/>
      <dgm:t>
        <a:bodyPr/>
        <a:lstStyle/>
        <a:p>
          <a:r>
            <a:rPr lang="en-US" sz="1100" dirty="0"/>
            <a:t> % of cancelled journeys</a:t>
          </a:r>
        </a:p>
      </dgm:t>
    </dgm:pt>
    <dgm:pt modelId="{A5540E3E-8D2B-4563-8384-39A9372D5C1A}" type="parTrans" cxnId="{CAF88042-07AD-4757-B61E-1666BE350BC7}">
      <dgm:prSet/>
      <dgm:spPr/>
      <dgm:t>
        <a:bodyPr/>
        <a:lstStyle/>
        <a:p>
          <a:endParaRPr lang="en-US"/>
        </a:p>
      </dgm:t>
    </dgm:pt>
    <dgm:pt modelId="{54AE9CB1-208C-45D2-9CFE-6BAEDBF2FC97}" type="sibTrans" cxnId="{CAF88042-07AD-4757-B61E-1666BE350BC7}">
      <dgm:prSet/>
      <dgm:spPr/>
      <dgm:t>
        <a:bodyPr/>
        <a:lstStyle/>
        <a:p>
          <a:endParaRPr lang="en-US"/>
        </a:p>
      </dgm:t>
    </dgm:pt>
    <dgm:pt modelId="{C9FBF771-1987-4C40-89A0-AE2FF9D727B3}">
      <dgm:prSet custT="1"/>
      <dgm:spPr/>
      <dgm:t>
        <a:bodyPr/>
        <a:lstStyle/>
        <a:p>
          <a:r>
            <a:rPr lang="en-US" sz="1200" dirty="0"/>
            <a:t># on time journeys  </a:t>
          </a:r>
        </a:p>
      </dgm:t>
    </dgm:pt>
    <dgm:pt modelId="{7376119C-2A51-46C3-BB8E-2DD9047B987A}" type="parTrans" cxnId="{AE984686-991D-4AEA-9E79-3B062D762C3E}">
      <dgm:prSet/>
      <dgm:spPr/>
      <dgm:t>
        <a:bodyPr/>
        <a:lstStyle/>
        <a:p>
          <a:endParaRPr lang="en-US"/>
        </a:p>
      </dgm:t>
    </dgm:pt>
    <dgm:pt modelId="{FF08C48A-54A2-4330-B55D-CC4A52794D49}" type="sibTrans" cxnId="{AE984686-991D-4AEA-9E79-3B062D762C3E}">
      <dgm:prSet/>
      <dgm:spPr/>
      <dgm:t>
        <a:bodyPr/>
        <a:lstStyle/>
        <a:p>
          <a:endParaRPr lang="en-US"/>
        </a:p>
      </dgm:t>
    </dgm:pt>
    <dgm:pt modelId="{970EAB8F-40EF-4F93-AC4D-F4D6CCD66134}">
      <dgm:prSet/>
      <dgm:spPr/>
      <dgm:t>
        <a:bodyPr/>
        <a:lstStyle/>
        <a:p>
          <a:r>
            <a:rPr lang="en-US" dirty="0"/>
            <a:t>Total Journey</a:t>
          </a:r>
        </a:p>
      </dgm:t>
    </dgm:pt>
    <dgm:pt modelId="{D32D331F-BBAA-4B02-9E74-10B040578209}" type="parTrans" cxnId="{DAD0195A-4CFB-4132-9BF6-CA0BB435001D}">
      <dgm:prSet/>
      <dgm:spPr/>
      <dgm:t>
        <a:bodyPr/>
        <a:lstStyle/>
        <a:p>
          <a:endParaRPr lang="en-US"/>
        </a:p>
      </dgm:t>
    </dgm:pt>
    <dgm:pt modelId="{D3377FA8-125B-4BC7-9D25-5B9831EEFDBB}" type="sibTrans" cxnId="{DAD0195A-4CFB-4132-9BF6-CA0BB435001D}">
      <dgm:prSet/>
      <dgm:spPr/>
      <dgm:t>
        <a:bodyPr/>
        <a:lstStyle/>
        <a:p>
          <a:endParaRPr lang="en-US"/>
        </a:p>
      </dgm:t>
    </dgm:pt>
    <dgm:pt modelId="{8BC60BE2-8D93-4264-AE0D-36D2EC408581}" type="pres">
      <dgm:prSet presAssocID="{7C06262C-B759-4A69-8856-A50AE2FD3DEA}" presName="diagram" presStyleCnt="0">
        <dgm:presLayoutVars>
          <dgm:chPref val="1"/>
          <dgm:dir/>
          <dgm:animOne val="branch"/>
          <dgm:animLvl val="lvl"/>
          <dgm:resizeHandles/>
        </dgm:presLayoutVars>
      </dgm:prSet>
      <dgm:spPr/>
    </dgm:pt>
    <dgm:pt modelId="{B1913B03-93C9-4246-AC2A-5323FC5D4B8E}" type="pres">
      <dgm:prSet presAssocID="{00FD8077-66FA-4714-8839-397C480B2163}" presName="root" presStyleCnt="0"/>
      <dgm:spPr/>
    </dgm:pt>
    <dgm:pt modelId="{73356BBA-25DB-4E0E-A2C9-E761574A774A}" type="pres">
      <dgm:prSet presAssocID="{00FD8077-66FA-4714-8839-397C480B2163}" presName="rootComposite" presStyleCnt="0"/>
      <dgm:spPr/>
    </dgm:pt>
    <dgm:pt modelId="{60F33634-07D2-4210-AD7B-4CCA0A54F229}" type="pres">
      <dgm:prSet presAssocID="{00FD8077-66FA-4714-8839-397C480B2163}" presName="rootText" presStyleLbl="node1" presStyleIdx="0" presStyleCnt="1" custScaleX="134453" custLinFactNeighborX="3556" custLinFactNeighborY="-366"/>
      <dgm:spPr/>
    </dgm:pt>
    <dgm:pt modelId="{B76AA514-EA0E-47CD-89A2-E30207DE2F06}" type="pres">
      <dgm:prSet presAssocID="{00FD8077-66FA-4714-8839-397C480B2163}" presName="rootConnector" presStyleLbl="node1" presStyleIdx="0" presStyleCnt="1"/>
      <dgm:spPr/>
    </dgm:pt>
    <dgm:pt modelId="{B6932196-8720-40D5-BF9E-38072FB9E819}" type="pres">
      <dgm:prSet presAssocID="{00FD8077-66FA-4714-8839-397C480B2163}" presName="childShape" presStyleCnt="0"/>
      <dgm:spPr/>
    </dgm:pt>
    <dgm:pt modelId="{7DE9B804-3A33-4660-A8BD-2E8C9DB2B7AD}" type="pres">
      <dgm:prSet presAssocID="{560CFD0F-4B15-48C2-8BDB-253DF365AD88}" presName="Name13" presStyleLbl="parChTrans1D2" presStyleIdx="0" presStyleCnt="8"/>
      <dgm:spPr/>
    </dgm:pt>
    <dgm:pt modelId="{B3DBCCBD-8E5D-4603-89AE-F978B61955E5}" type="pres">
      <dgm:prSet presAssocID="{080CB092-21EF-4E95-8C0E-55DA9289801B}" presName="childText" presStyleLbl="bgAcc1" presStyleIdx="0" presStyleCnt="8" custScaleX="185860">
        <dgm:presLayoutVars>
          <dgm:bulletEnabled val="1"/>
        </dgm:presLayoutVars>
      </dgm:prSet>
      <dgm:spPr/>
    </dgm:pt>
    <dgm:pt modelId="{1DBA9F3B-FBC2-4751-88C1-3647B682AFAF}" type="pres">
      <dgm:prSet presAssocID="{93DA7129-E381-4AC5-A84B-741852BAFC78}" presName="Name13" presStyleLbl="parChTrans1D2" presStyleIdx="1" presStyleCnt="8"/>
      <dgm:spPr/>
    </dgm:pt>
    <dgm:pt modelId="{57CB7C92-A9D7-4819-82D6-9F4E5CAC9276}" type="pres">
      <dgm:prSet presAssocID="{319D9A07-5B4B-4B18-95B3-532204D79882}" presName="childText" presStyleLbl="bgAcc1" presStyleIdx="1" presStyleCnt="8" custScaleX="185860">
        <dgm:presLayoutVars>
          <dgm:bulletEnabled val="1"/>
        </dgm:presLayoutVars>
      </dgm:prSet>
      <dgm:spPr/>
    </dgm:pt>
    <dgm:pt modelId="{8E548E61-4765-4688-96AE-D57BD11FF3DF}" type="pres">
      <dgm:prSet presAssocID="{A1DC8892-A7A1-498B-A0FF-486333EEEFA4}" presName="Name13" presStyleLbl="parChTrans1D2" presStyleIdx="2" presStyleCnt="8"/>
      <dgm:spPr/>
    </dgm:pt>
    <dgm:pt modelId="{92E0A461-85D5-4DD6-BEB5-D655E7D426A0}" type="pres">
      <dgm:prSet presAssocID="{E2C3C14B-78E3-4588-92EA-1CEB474B4D8E}" presName="childText" presStyleLbl="bgAcc1" presStyleIdx="2" presStyleCnt="8" custScaleX="189236">
        <dgm:presLayoutVars>
          <dgm:bulletEnabled val="1"/>
        </dgm:presLayoutVars>
      </dgm:prSet>
      <dgm:spPr/>
    </dgm:pt>
    <dgm:pt modelId="{ACFD4655-FDC6-4AB0-A60B-CDF2AD771DBF}" type="pres">
      <dgm:prSet presAssocID="{6857FDDF-9BA0-4B0A-B5AA-677E8CEFDF43}" presName="Name13" presStyleLbl="parChTrans1D2" presStyleIdx="3" presStyleCnt="8"/>
      <dgm:spPr/>
    </dgm:pt>
    <dgm:pt modelId="{7571D0C5-4C55-4C2A-A226-B8478EDD00BB}" type="pres">
      <dgm:prSet presAssocID="{D55D203A-6005-4681-A782-E7FC080F0B12}" presName="childText" presStyleLbl="bgAcc1" presStyleIdx="3" presStyleCnt="8" custScaleX="185860" custScaleY="105426">
        <dgm:presLayoutVars>
          <dgm:bulletEnabled val="1"/>
        </dgm:presLayoutVars>
      </dgm:prSet>
      <dgm:spPr/>
    </dgm:pt>
    <dgm:pt modelId="{523EA803-8711-4CA2-B849-F23CC508D756}" type="pres">
      <dgm:prSet presAssocID="{D4E08384-78BF-4A0E-99C0-CC37778BF6B1}" presName="Name13" presStyleLbl="parChTrans1D2" presStyleIdx="4" presStyleCnt="8"/>
      <dgm:spPr/>
    </dgm:pt>
    <dgm:pt modelId="{BB5361F0-50EF-44A4-B437-90130B234EF1}" type="pres">
      <dgm:prSet presAssocID="{94D40755-2AE0-4CAA-A72B-D29A5D8E15F1}" presName="childText" presStyleLbl="bgAcc1" presStyleIdx="4" presStyleCnt="8" custScaleX="189211" custScaleY="96002" custLinFactNeighborX="-1451" custLinFactNeighborY="-3969">
        <dgm:presLayoutVars>
          <dgm:bulletEnabled val="1"/>
        </dgm:presLayoutVars>
      </dgm:prSet>
      <dgm:spPr/>
    </dgm:pt>
    <dgm:pt modelId="{9C5C326F-039E-42C2-BB80-628CDC6AF9CB}" type="pres">
      <dgm:prSet presAssocID="{A5540E3E-8D2B-4563-8384-39A9372D5C1A}" presName="Name13" presStyleLbl="parChTrans1D2" presStyleIdx="5" presStyleCnt="8"/>
      <dgm:spPr/>
    </dgm:pt>
    <dgm:pt modelId="{8FB1E39E-C6B6-417E-BB17-5487B88449FC}" type="pres">
      <dgm:prSet presAssocID="{F2F98638-0565-418C-8AF0-B36F531B16AA}" presName="childText" presStyleLbl="bgAcc1" presStyleIdx="5" presStyleCnt="8" custScaleX="189237" custLinFactNeighborX="1549" custLinFactNeighborY="19">
        <dgm:presLayoutVars>
          <dgm:bulletEnabled val="1"/>
        </dgm:presLayoutVars>
      </dgm:prSet>
      <dgm:spPr/>
    </dgm:pt>
    <dgm:pt modelId="{8BEEACBF-3353-43E3-A796-5618F6CADF64}" type="pres">
      <dgm:prSet presAssocID="{7376119C-2A51-46C3-BB8E-2DD9047B987A}" presName="Name13" presStyleLbl="parChTrans1D2" presStyleIdx="6" presStyleCnt="8"/>
      <dgm:spPr/>
    </dgm:pt>
    <dgm:pt modelId="{55125A54-6CDD-4CF8-8297-AE87278194E0}" type="pres">
      <dgm:prSet presAssocID="{C9FBF771-1987-4C40-89A0-AE2FF9D727B3}" presName="childText" presStyleLbl="bgAcc1" presStyleIdx="6" presStyleCnt="8" custScaleX="189237" custLinFactNeighborX="1549" custLinFactNeighborY="19">
        <dgm:presLayoutVars>
          <dgm:bulletEnabled val="1"/>
        </dgm:presLayoutVars>
      </dgm:prSet>
      <dgm:spPr/>
    </dgm:pt>
    <dgm:pt modelId="{DC20FE16-D7A4-49D9-8C0B-F72F5BAA7725}" type="pres">
      <dgm:prSet presAssocID="{D32D331F-BBAA-4B02-9E74-10B040578209}" presName="Name13" presStyleLbl="parChTrans1D2" presStyleIdx="7" presStyleCnt="8"/>
      <dgm:spPr/>
    </dgm:pt>
    <dgm:pt modelId="{FCA1F9BE-12BE-422E-8749-45F792B665E6}" type="pres">
      <dgm:prSet presAssocID="{970EAB8F-40EF-4F93-AC4D-F4D6CCD66134}" presName="childText" presStyleLbl="bgAcc1" presStyleIdx="7" presStyleCnt="8" custScaleX="189237" custLinFactNeighborX="1549" custLinFactNeighborY="19">
        <dgm:presLayoutVars>
          <dgm:bulletEnabled val="1"/>
        </dgm:presLayoutVars>
      </dgm:prSet>
      <dgm:spPr/>
    </dgm:pt>
  </dgm:ptLst>
  <dgm:cxnLst>
    <dgm:cxn modelId="{6F84170C-070A-4942-9BC5-563A86738193}" srcId="{7C06262C-B759-4A69-8856-A50AE2FD3DEA}" destId="{00FD8077-66FA-4714-8839-397C480B2163}" srcOrd="0" destOrd="0" parTransId="{0D380390-F064-4E67-A4FF-0FB14A9D8612}" sibTransId="{055F86AF-46E8-4F5D-A7AF-A45790A756B8}"/>
    <dgm:cxn modelId="{0352200D-51C4-4EEC-8F2E-D78B93F747C1}" srcId="{00FD8077-66FA-4714-8839-397C480B2163}" destId="{080CB092-21EF-4E95-8C0E-55DA9289801B}" srcOrd="0" destOrd="0" parTransId="{560CFD0F-4B15-48C2-8BDB-253DF365AD88}" sibTransId="{92CEBAAF-6C58-4AAE-961B-9A80D301D9DA}"/>
    <dgm:cxn modelId="{3AE93111-8D0D-4923-81DE-2CD5A1CA73EE}" srcId="{00FD8077-66FA-4714-8839-397C480B2163}" destId="{319D9A07-5B4B-4B18-95B3-532204D79882}" srcOrd="1" destOrd="0" parTransId="{93DA7129-E381-4AC5-A84B-741852BAFC78}" sibTransId="{8397D1CE-9116-4B2A-BA78-53CF906FEB5D}"/>
    <dgm:cxn modelId="{DE121815-887E-4397-89D6-4FBDF7E8C694}" type="presOf" srcId="{D55D203A-6005-4681-A782-E7FC080F0B12}" destId="{7571D0C5-4C55-4C2A-A226-B8478EDD00BB}" srcOrd="0" destOrd="0" presId="urn:microsoft.com/office/officeart/2005/8/layout/hierarchy3"/>
    <dgm:cxn modelId="{D4C0731D-15CC-4732-A6F2-01B4ECB88829}" type="presOf" srcId="{560CFD0F-4B15-48C2-8BDB-253DF365AD88}" destId="{7DE9B804-3A33-4660-A8BD-2E8C9DB2B7AD}" srcOrd="0" destOrd="0" presId="urn:microsoft.com/office/officeart/2005/8/layout/hierarchy3"/>
    <dgm:cxn modelId="{78A2DC28-5922-40B1-A8B2-32CA0A4B9950}" type="presOf" srcId="{00FD8077-66FA-4714-8839-397C480B2163}" destId="{B76AA514-EA0E-47CD-89A2-E30207DE2F06}" srcOrd="1" destOrd="0" presId="urn:microsoft.com/office/officeart/2005/8/layout/hierarchy3"/>
    <dgm:cxn modelId="{DEA64B2E-6E13-4EC4-B0E5-FCFC5B4C5D4F}" type="presOf" srcId="{970EAB8F-40EF-4F93-AC4D-F4D6CCD66134}" destId="{FCA1F9BE-12BE-422E-8749-45F792B665E6}" srcOrd="0" destOrd="0" presId="urn:microsoft.com/office/officeart/2005/8/layout/hierarchy3"/>
    <dgm:cxn modelId="{DAD29334-F80A-418B-92FA-A4091DDE565B}" srcId="{00FD8077-66FA-4714-8839-397C480B2163}" destId="{94D40755-2AE0-4CAA-A72B-D29A5D8E15F1}" srcOrd="4" destOrd="0" parTransId="{D4E08384-78BF-4A0E-99C0-CC37778BF6B1}" sibTransId="{AC4D37C9-8173-4567-A324-19A3EBDDCFF2}"/>
    <dgm:cxn modelId="{AB5C953F-16BA-4A4D-8C7E-265F2C270822}" type="presOf" srcId="{A5540E3E-8D2B-4563-8384-39A9372D5C1A}" destId="{9C5C326F-039E-42C2-BB80-628CDC6AF9CB}" srcOrd="0" destOrd="0" presId="urn:microsoft.com/office/officeart/2005/8/layout/hierarchy3"/>
    <dgm:cxn modelId="{18604F5F-2DBC-40DD-B1C9-D82A7B403BFB}" type="presOf" srcId="{319D9A07-5B4B-4B18-95B3-532204D79882}" destId="{57CB7C92-A9D7-4819-82D6-9F4E5CAC9276}" srcOrd="0" destOrd="0" presId="urn:microsoft.com/office/officeart/2005/8/layout/hierarchy3"/>
    <dgm:cxn modelId="{046C5D41-1DC3-4ED2-B0C7-1BF10383DDAA}" type="presOf" srcId="{A1DC8892-A7A1-498B-A0FF-486333EEEFA4}" destId="{8E548E61-4765-4688-96AE-D57BD11FF3DF}" srcOrd="0" destOrd="0" presId="urn:microsoft.com/office/officeart/2005/8/layout/hierarchy3"/>
    <dgm:cxn modelId="{CAF88042-07AD-4757-B61E-1666BE350BC7}" srcId="{00FD8077-66FA-4714-8839-397C480B2163}" destId="{F2F98638-0565-418C-8AF0-B36F531B16AA}" srcOrd="5" destOrd="0" parTransId="{A5540E3E-8D2B-4563-8384-39A9372D5C1A}" sibTransId="{54AE9CB1-208C-45D2-9CFE-6BAEDBF2FC97}"/>
    <dgm:cxn modelId="{9193D962-0ADC-468D-80B0-7073B6B719BB}" type="presOf" srcId="{D4E08384-78BF-4A0E-99C0-CC37778BF6B1}" destId="{523EA803-8711-4CA2-B849-F23CC508D756}" srcOrd="0" destOrd="0" presId="urn:microsoft.com/office/officeart/2005/8/layout/hierarchy3"/>
    <dgm:cxn modelId="{265B004C-6567-4235-BD1A-83B5E27DD36E}" type="presOf" srcId="{F2F98638-0565-418C-8AF0-B36F531B16AA}" destId="{8FB1E39E-C6B6-417E-BB17-5487B88449FC}" srcOrd="0" destOrd="0" presId="urn:microsoft.com/office/officeart/2005/8/layout/hierarchy3"/>
    <dgm:cxn modelId="{BC512759-79F2-4BE9-9D3D-57ABC6073D7A}" type="presOf" srcId="{7376119C-2A51-46C3-BB8E-2DD9047B987A}" destId="{8BEEACBF-3353-43E3-A796-5618F6CADF64}" srcOrd="0" destOrd="0" presId="urn:microsoft.com/office/officeart/2005/8/layout/hierarchy3"/>
    <dgm:cxn modelId="{DAD0195A-4CFB-4132-9BF6-CA0BB435001D}" srcId="{00FD8077-66FA-4714-8839-397C480B2163}" destId="{970EAB8F-40EF-4F93-AC4D-F4D6CCD66134}" srcOrd="7" destOrd="0" parTransId="{D32D331F-BBAA-4B02-9E74-10B040578209}" sibTransId="{D3377FA8-125B-4BC7-9D25-5B9831EEFDBB}"/>
    <dgm:cxn modelId="{15424785-A62A-471E-934E-EA3A3267114B}" type="presOf" srcId="{93DA7129-E381-4AC5-A84B-741852BAFC78}" destId="{1DBA9F3B-FBC2-4751-88C1-3647B682AFAF}" srcOrd="0" destOrd="0" presId="urn:microsoft.com/office/officeart/2005/8/layout/hierarchy3"/>
    <dgm:cxn modelId="{AE984686-991D-4AEA-9E79-3B062D762C3E}" srcId="{00FD8077-66FA-4714-8839-397C480B2163}" destId="{C9FBF771-1987-4C40-89A0-AE2FF9D727B3}" srcOrd="6" destOrd="0" parTransId="{7376119C-2A51-46C3-BB8E-2DD9047B987A}" sibTransId="{FF08C48A-54A2-4330-B55D-CC4A52794D49}"/>
    <dgm:cxn modelId="{E6C1EB90-AA44-489C-844F-EA8152D71264}" type="presOf" srcId="{080CB092-21EF-4E95-8C0E-55DA9289801B}" destId="{B3DBCCBD-8E5D-4603-89AE-F978B61955E5}" srcOrd="0" destOrd="0" presId="urn:microsoft.com/office/officeart/2005/8/layout/hierarchy3"/>
    <dgm:cxn modelId="{AA4F5E9E-0B2C-4D7B-83F2-B40CBEBA206B}" srcId="{00FD8077-66FA-4714-8839-397C480B2163}" destId="{E2C3C14B-78E3-4588-92EA-1CEB474B4D8E}" srcOrd="2" destOrd="0" parTransId="{A1DC8892-A7A1-498B-A0FF-486333EEEFA4}" sibTransId="{89608254-1BF8-40E6-8FA4-FD744382E7B5}"/>
    <dgm:cxn modelId="{DAD5D9AB-0356-4FF9-AD79-F39F0F032C8A}" type="presOf" srcId="{D32D331F-BBAA-4B02-9E74-10B040578209}" destId="{DC20FE16-D7A4-49D9-8C0B-F72F5BAA7725}" srcOrd="0" destOrd="0" presId="urn:microsoft.com/office/officeart/2005/8/layout/hierarchy3"/>
    <dgm:cxn modelId="{C12589AE-9D1C-4A3D-82CD-1664182563E5}" type="presOf" srcId="{7C06262C-B759-4A69-8856-A50AE2FD3DEA}" destId="{8BC60BE2-8D93-4264-AE0D-36D2EC408581}" srcOrd="0" destOrd="0" presId="urn:microsoft.com/office/officeart/2005/8/layout/hierarchy3"/>
    <dgm:cxn modelId="{F56102BE-B91A-4F66-BBC4-4FDCF74D9714}" type="presOf" srcId="{00FD8077-66FA-4714-8839-397C480B2163}" destId="{60F33634-07D2-4210-AD7B-4CCA0A54F229}" srcOrd="0" destOrd="0" presId="urn:microsoft.com/office/officeart/2005/8/layout/hierarchy3"/>
    <dgm:cxn modelId="{8633D6C2-6F46-498B-9FDB-C105E088EC91}" type="presOf" srcId="{94D40755-2AE0-4CAA-A72B-D29A5D8E15F1}" destId="{BB5361F0-50EF-44A4-B437-90130B234EF1}" srcOrd="0" destOrd="0" presId="urn:microsoft.com/office/officeart/2005/8/layout/hierarchy3"/>
    <dgm:cxn modelId="{91774AD4-7273-4D9D-8170-295751720122}" type="presOf" srcId="{E2C3C14B-78E3-4588-92EA-1CEB474B4D8E}" destId="{92E0A461-85D5-4DD6-BEB5-D655E7D426A0}" srcOrd="0" destOrd="0" presId="urn:microsoft.com/office/officeart/2005/8/layout/hierarchy3"/>
    <dgm:cxn modelId="{5C0CD2D9-61BA-410E-9166-8FF709C796FC}" type="presOf" srcId="{C9FBF771-1987-4C40-89A0-AE2FF9D727B3}" destId="{55125A54-6CDD-4CF8-8297-AE87278194E0}" srcOrd="0" destOrd="0" presId="urn:microsoft.com/office/officeart/2005/8/layout/hierarchy3"/>
    <dgm:cxn modelId="{31131AF5-B94D-4E4E-B60E-1869EB7B39BF}" srcId="{00FD8077-66FA-4714-8839-397C480B2163}" destId="{D55D203A-6005-4681-A782-E7FC080F0B12}" srcOrd="3" destOrd="0" parTransId="{6857FDDF-9BA0-4B0A-B5AA-677E8CEFDF43}" sibTransId="{5C133CEC-243B-4084-953A-BAFDF8C439D8}"/>
    <dgm:cxn modelId="{16F0A7F5-26BE-4916-858E-7DD25E0948EE}" type="presOf" srcId="{6857FDDF-9BA0-4B0A-B5AA-677E8CEFDF43}" destId="{ACFD4655-FDC6-4AB0-A60B-CDF2AD771DBF}" srcOrd="0" destOrd="0" presId="urn:microsoft.com/office/officeart/2005/8/layout/hierarchy3"/>
    <dgm:cxn modelId="{8E40D9B9-BC4B-4228-91E4-A158A1B04C59}" type="presParOf" srcId="{8BC60BE2-8D93-4264-AE0D-36D2EC408581}" destId="{B1913B03-93C9-4246-AC2A-5323FC5D4B8E}" srcOrd="0" destOrd="0" presId="urn:microsoft.com/office/officeart/2005/8/layout/hierarchy3"/>
    <dgm:cxn modelId="{A03708ED-AE39-4402-AC38-90DE0473A1DA}" type="presParOf" srcId="{B1913B03-93C9-4246-AC2A-5323FC5D4B8E}" destId="{73356BBA-25DB-4E0E-A2C9-E761574A774A}" srcOrd="0" destOrd="0" presId="urn:microsoft.com/office/officeart/2005/8/layout/hierarchy3"/>
    <dgm:cxn modelId="{5F2584C6-8B5B-45D3-9F7D-EF6B58A1A7AF}" type="presParOf" srcId="{73356BBA-25DB-4E0E-A2C9-E761574A774A}" destId="{60F33634-07D2-4210-AD7B-4CCA0A54F229}" srcOrd="0" destOrd="0" presId="urn:microsoft.com/office/officeart/2005/8/layout/hierarchy3"/>
    <dgm:cxn modelId="{7EB58747-61A5-4D01-A530-4B65680A71B8}" type="presParOf" srcId="{73356BBA-25DB-4E0E-A2C9-E761574A774A}" destId="{B76AA514-EA0E-47CD-89A2-E30207DE2F06}" srcOrd="1" destOrd="0" presId="urn:microsoft.com/office/officeart/2005/8/layout/hierarchy3"/>
    <dgm:cxn modelId="{91ACDBD4-D506-4743-B59A-1612489AE3EF}" type="presParOf" srcId="{B1913B03-93C9-4246-AC2A-5323FC5D4B8E}" destId="{B6932196-8720-40D5-BF9E-38072FB9E819}" srcOrd="1" destOrd="0" presId="urn:microsoft.com/office/officeart/2005/8/layout/hierarchy3"/>
    <dgm:cxn modelId="{1F438E2E-6237-4CEF-8F6C-E8D8E0A44AB2}" type="presParOf" srcId="{B6932196-8720-40D5-BF9E-38072FB9E819}" destId="{7DE9B804-3A33-4660-A8BD-2E8C9DB2B7AD}" srcOrd="0" destOrd="0" presId="urn:microsoft.com/office/officeart/2005/8/layout/hierarchy3"/>
    <dgm:cxn modelId="{DFF3522A-207C-4D89-948F-1CD1E3196CF8}" type="presParOf" srcId="{B6932196-8720-40D5-BF9E-38072FB9E819}" destId="{B3DBCCBD-8E5D-4603-89AE-F978B61955E5}" srcOrd="1" destOrd="0" presId="urn:microsoft.com/office/officeart/2005/8/layout/hierarchy3"/>
    <dgm:cxn modelId="{491B2CA2-BE01-45C2-9F12-C266851ED769}" type="presParOf" srcId="{B6932196-8720-40D5-BF9E-38072FB9E819}" destId="{1DBA9F3B-FBC2-4751-88C1-3647B682AFAF}" srcOrd="2" destOrd="0" presId="urn:microsoft.com/office/officeart/2005/8/layout/hierarchy3"/>
    <dgm:cxn modelId="{B99D85F7-FB95-4A95-AB0A-3A1A98ECC48E}" type="presParOf" srcId="{B6932196-8720-40D5-BF9E-38072FB9E819}" destId="{57CB7C92-A9D7-4819-82D6-9F4E5CAC9276}" srcOrd="3" destOrd="0" presId="urn:microsoft.com/office/officeart/2005/8/layout/hierarchy3"/>
    <dgm:cxn modelId="{A42C4E56-2DE2-417E-80EF-FB6D93A357A4}" type="presParOf" srcId="{B6932196-8720-40D5-BF9E-38072FB9E819}" destId="{8E548E61-4765-4688-96AE-D57BD11FF3DF}" srcOrd="4" destOrd="0" presId="urn:microsoft.com/office/officeart/2005/8/layout/hierarchy3"/>
    <dgm:cxn modelId="{5843FBE6-D4CD-492F-A094-27AF2284FF8C}" type="presParOf" srcId="{B6932196-8720-40D5-BF9E-38072FB9E819}" destId="{92E0A461-85D5-4DD6-BEB5-D655E7D426A0}" srcOrd="5" destOrd="0" presId="urn:microsoft.com/office/officeart/2005/8/layout/hierarchy3"/>
    <dgm:cxn modelId="{275CD121-F267-484B-A604-808678DE2DBF}" type="presParOf" srcId="{B6932196-8720-40D5-BF9E-38072FB9E819}" destId="{ACFD4655-FDC6-4AB0-A60B-CDF2AD771DBF}" srcOrd="6" destOrd="0" presId="urn:microsoft.com/office/officeart/2005/8/layout/hierarchy3"/>
    <dgm:cxn modelId="{4A9CAAF0-704F-48C5-B1BB-21C975A035CA}" type="presParOf" srcId="{B6932196-8720-40D5-BF9E-38072FB9E819}" destId="{7571D0C5-4C55-4C2A-A226-B8478EDD00BB}" srcOrd="7" destOrd="0" presId="urn:microsoft.com/office/officeart/2005/8/layout/hierarchy3"/>
    <dgm:cxn modelId="{B7E85A9F-7C3F-4CBF-940A-950E9EE3A967}" type="presParOf" srcId="{B6932196-8720-40D5-BF9E-38072FB9E819}" destId="{523EA803-8711-4CA2-B849-F23CC508D756}" srcOrd="8" destOrd="0" presId="urn:microsoft.com/office/officeart/2005/8/layout/hierarchy3"/>
    <dgm:cxn modelId="{E512CC32-2B56-41CB-B503-D05C9A21FF5B}" type="presParOf" srcId="{B6932196-8720-40D5-BF9E-38072FB9E819}" destId="{BB5361F0-50EF-44A4-B437-90130B234EF1}" srcOrd="9" destOrd="0" presId="urn:microsoft.com/office/officeart/2005/8/layout/hierarchy3"/>
    <dgm:cxn modelId="{0F890F5A-420F-40C6-AA44-2816F50183DE}" type="presParOf" srcId="{B6932196-8720-40D5-BF9E-38072FB9E819}" destId="{9C5C326F-039E-42C2-BB80-628CDC6AF9CB}" srcOrd="10" destOrd="0" presId="urn:microsoft.com/office/officeart/2005/8/layout/hierarchy3"/>
    <dgm:cxn modelId="{91758987-307F-4D8C-A8AA-10DC880DA4AA}" type="presParOf" srcId="{B6932196-8720-40D5-BF9E-38072FB9E819}" destId="{8FB1E39E-C6B6-417E-BB17-5487B88449FC}" srcOrd="11" destOrd="0" presId="urn:microsoft.com/office/officeart/2005/8/layout/hierarchy3"/>
    <dgm:cxn modelId="{E2E27B41-12B0-4DA3-8979-C981CD1FFA6D}" type="presParOf" srcId="{B6932196-8720-40D5-BF9E-38072FB9E819}" destId="{8BEEACBF-3353-43E3-A796-5618F6CADF64}" srcOrd="12" destOrd="0" presId="urn:microsoft.com/office/officeart/2005/8/layout/hierarchy3"/>
    <dgm:cxn modelId="{5BB9268E-E0C1-43A3-9B37-86AF1F046EE9}" type="presParOf" srcId="{B6932196-8720-40D5-BF9E-38072FB9E819}" destId="{55125A54-6CDD-4CF8-8297-AE87278194E0}" srcOrd="13" destOrd="0" presId="urn:microsoft.com/office/officeart/2005/8/layout/hierarchy3"/>
    <dgm:cxn modelId="{777F5827-1F8B-443D-A593-12B022BDDB58}" type="presParOf" srcId="{B6932196-8720-40D5-BF9E-38072FB9E819}" destId="{DC20FE16-D7A4-49D9-8C0B-F72F5BAA7725}" srcOrd="14" destOrd="0" presId="urn:microsoft.com/office/officeart/2005/8/layout/hierarchy3"/>
    <dgm:cxn modelId="{3EB28D67-8510-4727-A7AE-616D84A83BD4}" type="presParOf" srcId="{B6932196-8720-40D5-BF9E-38072FB9E819}" destId="{FCA1F9BE-12BE-422E-8749-45F792B665E6}" srcOrd="15" destOrd="0" presId="urn:microsoft.com/office/officeart/2005/8/layout/hierarchy3"/>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C06262C-B759-4A69-8856-A50AE2FD3DEA}"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US"/>
        </a:p>
      </dgm:t>
    </dgm:pt>
    <dgm:pt modelId="{00FD8077-66FA-4714-8839-397C480B2163}">
      <dgm:prSet phldrT="[Text]" custT="1"/>
      <dgm:spPr>
        <a:solidFill>
          <a:srgbClr val="00B050"/>
        </a:solidFill>
      </dgm:spPr>
      <dgm:t>
        <a:bodyPr/>
        <a:lstStyle/>
        <a:p>
          <a:r>
            <a:rPr lang="en-US" sz="2000" dirty="0"/>
            <a:t>Refund request</a:t>
          </a:r>
        </a:p>
      </dgm:t>
    </dgm:pt>
    <dgm:pt modelId="{0D380390-F064-4E67-A4FF-0FB14A9D8612}" type="parTrans" cxnId="{6F84170C-070A-4942-9BC5-563A86738193}">
      <dgm:prSet/>
      <dgm:spPr/>
      <dgm:t>
        <a:bodyPr/>
        <a:lstStyle/>
        <a:p>
          <a:endParaRPr lang="en-US"/>
        </a:p>
      </dgm:t>
    </dgm:pt>
    <dgm:pt modelId="{055F86AF-46E8-4F5D-A7AF-A45790A756B8}" type="sibTrans" cxnId="{6F84170C-070A-4942-9BC5-563A86738193}">
      <dgm:prSet/>
      <dgm:spPr/>
      <dgm:t>
        <a:bodyPr/>
        <a:lstStyle/>
        <a:p>
          <a:endParaRPr lang="en-US"/>
        </a:p>
      </dgm:t>
    </dgm:pt>
    <dgm:pt modelId="{080CB092-21EF-4E95-8C0E-55DA9289801B}">
      <dgm:prSet phldrT="[Text]" custT="1"/>
      <dgm:spPr>
        <a:ln>
          <a:solidFill>
            <a:srgbClr val="00B050"/>
          </a:solidFill>
        </a:ln>
      </dgm:spPr>
      <dgm:t>
        <a:bodyPr/>
        <a:lstStyle/>
        <a:p>
          <a:r>
            <a:rPr lang="en-US" sz="1400" dirty="0"/>
            <a:t># Refund requests</a:t>
          </a:r>
        </a:p>
      </dgm:t>
    </dgm:pt>
    <dgm:pt modelId="{560CFD0F-4B15-48C2-8BDB-253DF365AD88}" type="parTrans" cxnId="{0352200D-51C4-4EEC-8F2E-D78B93F747C1}">
      <dgm:prSet/>
      <dgm:spPr>
        <a:ln>
          <a:solidFill>
            <a:srgbClr val="00B050"/>
          </a:solidFill>
        </a:ln>
      </dgm:spPr>
      <dgm:t>
        <a:bodyPr/>
        <a:lstStyle/>
        <a:p>
          <a:endParaRPr lang="en-US"/>
        </a:p>
      </dgm:t>
    </dgm:pt>
    <dgm:pt modelId="{92CEBAAF-6C58-4AAE-961B-9A80D301D9DA}" type="sibTrans" cxnId="{0352200D-51C4-4EEC-8F2E-D78B93F747C1}">
      <dgm:prSet/>
      <dgm:spPr/>
      <dgm:t>
        <a:bodyPr/>
        <a:lstStyle/>
        <a:p>
          <a:endParaRPr lang="en-US"/>
        </a:p>
      </dgm:t>
    </dgm:pt>
    <dgm:pt modelId="{319D9A07-5B4B-4B18-95B3-532204D79882}">
      <dgm:prSet phldrT="[Text]" custT="1"/>
      <dgm:spPr>
        <a:ln>
          <a:solidFill>
            <a:srgbClr val="00B050"/>
          </a:solidFill>
        </a:ln>
      </dgm:spPr>
      <dgm:t>
        <a:bodyPr/>
        <a:lstStyle/>
        <a:p>
          <a:r>
            <a:rPr lang="en-US" sz="1400" dirty="0"/>
            <a:t># Non-Refund</a:t>
          </a:r>
          <a:r>
            <a:rPr lang="en-US" sz="1400" baseline="0" dirty="0"/>
            <a:t> requests</a:t>
          </a:r>
          <a:endParaRPr lang="en-US" sz="1400" dirty="0"/>
        </a:p>
      </dgm:t>
    </dgm:pt>
    <dgm:pt modelId="{93DA7129-E381-4AC5-A84B-741852BAFC78}" type="parTrans" cxnId="{3AE93111-8D0D-4923-81DE-2CD5A1CA73EE}">
      <dgm:prSet/>
      <dgm:spPr>
        <a:ln>
          <a:solidFill>
            <a:srgbClr val="00B050"/>
          </a:solidFill>
        </a:ln>
      </dgm:spPr>
      <dgm:t>
        <a:bodyPr/>
        <a:lstStyle/>
        <a:p>
          <a:endParaRPr lang="en-US"/>
        </a:p>
      </dgm:t>
    </dgm:pt>
    <dgm:pt modelId="{8397D1CE-9116-4B2A-BA78-53CF906FEB5D}" type="sibTrans" cxnId="{3AE93111-8D0D-4923-81DE-2CD5A1CA73EE}">
      <dgm:prSet/>
      <dgm:spPr/>
      <dgm:t>
        <a:bodyPr/>
        <a:lstStyle/>
        <a:p>
          <a:endParaRPr lang="en-US"/>
        </a:p>
      </dgm:t>
    </dgm:pt>
    <dgm:pt modelId="{C492EF49-7774-4B84-8A55-14A425139693}">
      <dgm:prSet/>
      <dgm:spPr>
        <a:ln>
          <a:solidFill>
            <a:srgbClr val="00B050"/>
          </a:solidFill>
        </a:ln>
      </dgm:spPr>
      <dgm:t>
        <a:bodyPr/>
        <a:lstStyle/>
        <a:p>
          <a:r>
            <a:rPr lang="en-US" dirty="0"/>
            <a:t>Non-refund rate</a:t>
          </a:r>
        </a:p>
      </dgm:t>
    </dgm:pt>
    <dgm:pt modelId="{99293F7E-5198-4083-B826-B57AC5D7A93A}" type="parTrans" cxnId="{8B28850B-C1DA-4109-9307-DBEE77190A3D}">
      <dgm:prSet/>
      <dgm:spPr>
        <a:ln>
          <a:solidFill>
            <a:srgbClr val="00B050"/>
          </a:solidFill>
        </a:ln>
      </dgm:spPr>
      <dgm:t>
        <a:bodyPr/>
        <a:lstStyle/>
        <a:p>
          <a:endParaRPr lang="en-US"/>
        </a:p>
      </dgm:t>
    </dgm:pt>
    <dgm:pt modelId="{4E2548E8-06AF-424D-9BD4-3002E232A3A2}" type="sibTrans" cxnId="{8B28850B-C1DA-4109-9307-DBEE77190A3D}">
      <dgm:prSet/>
      <dgm:spPr/>
      <dgm:t>
        <a:bodyPr/>
        <a:lstStyle/>
        <a:p>
          <a:endParaRPr lang="en-US"/>
        </a:p>
      </dgm:t>
    </dgm:pt>
    <dgm:pt modelId="{87901FCC-5A38-46C3-9259-3B8275831D0C}">
      <dgm:prSet custT="1"/>
      <dgm:spPr>
        <a:ln>
          <a:solidFill>
            <a:srgbClr val="00B050"/>
          </a:solidFill>
        </a:ln>
      </dgm:spPr>
      <dgm:t>
        <a:bodyPr/>
        <a:lstStyle/>
        <a:p>
          <a:r>
            <a:rPr lang="en-US" sz="1400" dirty="0"/>
            <a:t>Refund rate</a:t>
          </a:r>
        </a:p>
      </dgm:t>
    </dgm:pt>
    <dgm:pt modelId="{8AB24F2F-B98F-4E57-BCF6-F451075D7C50}" type="parTrans" cxnId="{C1652D3C-3813-45B6-A00D-1C6FF7ACCA8D}">
      <dgm:prSet/>
      <dgm:spPr>
        <a:ln>
          <a:solidFill>
            <a:srgbClr val="00B050"/>
          </a:solidFill>
        </a:ln>
      </dgm:spPr>
      <dgm:t>
        <a:bodyPr/>
        <a:lstStyle/>
        <a:p>
          <a:endParaRPr lang="en-US"/>
        </a:p>
      </dgm:t>
    </dgm:pt>
    <dgm:pt modelId="{3DB0A368-48A4-4930-8043-C1F8F31E2BDD}" type="sibTrans" cxnId="{C1652D3C-3813-45B6-A00D-1C6FF7ACCA8D}">
      <dgm:prSet/>
      <dgm:spPr/>
      <dgm:t>
        <a:bodyPr/>
        <a:lstStyle/>
        <a:p>
          <a:endParaRPr lang="en-US"/>
        </a:p>
      </dgm:t>
    </dgm:pt>
    <dgm:pt modelId="{8BC60BE2-8D93-4264-AE0D-36D2EC408581}" type="pres">
      <dgm:prSet presAssocID="{7C06262C-B759-4A69-8856-A50AE2FD3DEA}" presName="diagram" presStyleCnt="0">
        <dgm:presLayoutVars>
          <dgm:chPref val="1"/>
          <dgm:dir/>
          <dgm:animOne val="branch"/>
          <dgm:animLvl val="lvl"/>
          <dgm:resizeHandles/>
        </dgm:presLayoutVars>
      </dgm:prSet>
      <dgm:spPr/>
    </dgm:pt>
    <dgm:pt modelId="{B1913B03-93C9-4246-AC2A-5323FC5D4B8E}" type="pres">
      <dgm:prSet presAssocID="{00FD8077-66FA-4714-8839-397C480B2163}" presName="root" presStyleCnt="0"/>
      <dgm:spPr/>
    </dgm:pt>
    <dgm:pt modelId="{73356BBA-25DB-4E0E-A2C9-E761574A774A}" type="pres">
      <dgm:prSet presAssocID="{00FD8077-66FA-4714-8839-397C480B2163}" presName="rootComposite" presStyleCnt="0"/>
      <dgm:spPr/>
    </dgm:pt>
    <dgm:pt modelId="{60F33634-07D2-4210-AD7B-4CCA0A54F229}" type="pres">
      <dgm:prSet presAssocID="{00FD8077-66FA-4714-8839-397C480B2163}" presName="rootText" presStyleLbl="node1" presStyleIdx="0" presStyleCnt="1" custScaleX="240182" custScaleY="101629" custLinFactNeighborX="3600" custLinFactNeighborY="-65707"/>
      <dgm:spPr/>
    </dgm:pt>
    <dgm:pt modelId="{B76AA514-EA0E-47CD-89A2-E30207DE2F06}" type="pres">
      <dgm:prSet presAssocID="{00FD8077-66FA-4714-8839-397C480B2163}" presName="rootConnector" presStyleLbl="node1" presStyleIdx="0" presStyleCnt="1"/>
      <dgm:spPr/>
    </dgm:pt>
    <dgm:pt modelId="{B6932196-8720-40D5-BF9E-38072FB9E819}" type="pres">
      <dgm:prSet presAssocID="{00FD8077-66FA-4714-8839-397C480B2163}" presName="childShape" presStyleCnt="0"/>
      <dgm:spPr/>
    </dgm:pt>
    <dgm:pt modelId="{7DE9B804-3A33-4660-A8BD-2E8C9DB2B7AD}" type="pres">
      <dgm:prSet presAssocID="{560CFD0F-4B15-48C2-8BDB-253DF365AD88}" presName="Name13" presStyleLbl="parChTrans1D2" presStyleIdx="0" presStyleCnt="4"/>
      <dgm:spPr/>
    </dgm:pt>
    <dgm:pt modelId="{B3DBCCBD-8E5D-4603-89AE-F978B61955E5}" type="pres">
      <dgm:prSet presAssocID="{080CB092-21EF-4E95-8C0E-55DA9289801B}" presName="childText" presStyleLbl="bgAcc1" presStyleIdx="0" presStyleCnt="4" custScaleX="193436" custLinFactNeighborX="-1092" custLinFactNeighborY="-41891">
        <dgm:presLayoutVars>
          <dgm:bulletEnabled val="1"/>
        </dgm:presLayoutVars>
      </dgm:prSet>
      <dgm:spPr/>
    </dgm:pt>
    <dgm:pt modelId="{1DBA9F3B-FBC2-4751-88C1-3647B682AFAF}" type="pres">
      <dgm:prSet presAssocID="{93DA7129-E381-4AC5-A84B-741852BAFC78}" presName="Name13" presStyleLbl="parChTrans1D2" presStyleIdx="1" presStyleCnt="4"/>
      <dgm:spPr/>
    </dgm:pt>
    <dgm:pt modelId="{57CB7C92-A9D7-4819-82D6-9F4E5CAC9276}" type="pres">
      <dgm:prSet presAssocID="{319D9A07-5B4B-4B18-95B3-532204D79882}" presName="childText" presStyleLbl="bgAcc1" presStyleIdx="1" presStyleCnt="4" custScaleX="196286" custLinFactNeighborX="-4714" custLinFactNeighborY="32860">
        <dgm:presLayoutVars>
          <dgm:bulletEnabled val="1"/>
        </dgm:presLayoutVars>
      </dgm:prSet>
      <dgm:spPr/>
    </dgm:pt>
    <dgm:pt modelId="{8C91DA4D-CAA5-43C8-9618-AA0822DE7FD8}" type="pres">
      <dgm:prSet presAssocID="{8AB24F2F-B98F-4E57-BCF6-F451075D7C50}" presName="Name13" presStyleLbl="parChTrans1D2" presStyleIdx="2" presStyleCnt="4"/>
      <dgm:spPr/>
    </dgm:pt>
    <dgm:pt modelId="{D997EB2E-3142-4D19-BF6C-B2F939F39A94}" type="pres">
      <dgm:prSet presAssocID="{87901FCC-5A38-46C3-9259-3B8275831D0C}" presName="childText" presStyleLbl="bgAcc1" presStyleIdx="2" presStyleCnt="4" custScaleX="187989" custLinFactNeighborX="3409" custLinFactNeighborY="93401">
        <dgm:presLayoutVars>
          <dgm:bulletEnabled val="1"/>
        </dgm:presLayoutVars>
      </dgm:prSet>
      <dgm:spPr/>
    </dgm:pt>
    <dgm:pt modelId="{65A4AD57-3AC5-47CC-A642-6B996CE8D4E8}" type="pres">
      <dgm:prSet presAssocID="{99293F7E-5198-4083-B826-B57AC5D7A93A}" presName="Name13" presStyleLbl="parChTrans1D2" presStyleIdx="3" presStyleCnt="4"/>
      <dgm:spPr/>
    </dgm:pt>
    <dgm:pt modelId="{819468FF-FBD0-4E6A-BFA5-92C214AAE833}" type="pres">
      <dgm:prSet presAssocID="{C492EF49-7774-4B84-8A55-14A425139693}" presName="childText" presStyleLbl="bgAcc1" presStyleIdx="3" presStyleCnt="4" custScaleX="193357" custLinFactY="100000" custLinFactNeighborX="2402" custLinFactNeighborY="194756">
        <dgm:presLayoutVars>
          <dgm:bulletEnabled val="1"/>
        </dgm:presLayoutVars>
      </dgm:prSet>
      <dgm:spPr/>
    </dgm:pt>
  </dgm:ptLst>
  <dgm:cxnLst>
    <dgm:cxn modelId="{8B28850B-C1DA-4109-9307-DBEE77190A3D}" srcId="{00FD8077-66FA-4714-8839-397C480B2163}" destId="{C492EF49-7774-4B84-8A55-14A425139693}" srcOrd="3" destOrd="0" parTransId="{99293F7E-5198-4083-B826-B57AC5D7A93A}" sibTransId="{4E2548E8-06AF-424D-9BD4-3002E232A3A2}"/>
    <dgm:cxn modelId="{6F84170C-070A-4942-9BC5-563A86738193}" srcId="{7C06262C-B759-4A69-8856-A50AE2FD3DEA}" destId="{00FD8077-66FA-4714-8839-397C480B2163}" srcOrd="0" destOrd="0" parTransId="{0D380390-F064-4E67-A4FF-0FB14A9D8612}" sibTransId="{055F86AF-46E8-4F5D-A7AF-A45790A756B8}"/>
    <dgm:cxn modelId="{0352200D-51C4-4EEC-8F2E-D78B93F747C1}" srcId="{00FD8077-66FA-4714-8839-397C480B2163}" destId="{080CB092-21EF-4E95-8C0E-55DA9289801B}" srcOrd="0" destOrd="0" parTransId="{560CFD0F-4B15-48C2-8BDB-253DF365AD88}" sibTransId="{92CEBAAF-6C58-4AAE-961B-9A80D301D9DA}"/>
    <dgm:cxn modelId="{3AE93111-8D0D-4923-81DE-2CD5A1CA73EE}" srcId="{00FD8077-66FA-4714-8839-397C480B2163}" destId="{319D9A07-5B4B-4B18-95B3-532204D79882}" srcOrd="1" destOrd="0" parTransId="{93DA7129-E381-4AC5-A84B-741852BAFC78}" sibTransId="{8397D1CE-9116-4B2A-BA78-53CF906FEB5D}"/>
    <dgm:cxn modelId="{D4C0731D-15CC-4732-A6F2-01B4ECB88829}" type="presOf" srcId="{560CFD0F-4B15-48C2-8BDB-253DF365AD88}" destId="{7DE9B804-3A33-4660-A8BD-2E8C9DB2B7AD}" srcOrd="0" destOrd="0" presId="urn:microsoft.com/office/officeart/2005/8/layout/hierarchy3"/>
    <dgm:cxn modelId="{78A2DC28-5922-40B1-A8B2-32CA0A4B9950}" type="presOf" srcId="{00FD8077-66FA-4714-8839-397C480B2163}" destId="{B76AA514-EA0E-47CD-89A2-E30207DE2F06}" srcOrd="1" destOrd="0" presId="urn:microsoft.com/office/officeart/2005/8/layout/hierarchy3"/>
    <dgm:cxn modelId="{BB086D34-3CE9-455F-9885-6AD3BA63B1D2}" type="presOf" srcId="{87901FCC-5A38-46C3-9259-3B8275831D0C}" destId="{D997EB2E-3142-4D19-BF6C-B2F939F39A94}" srcOrd="0" destOrd="0" presId="urn:microsoft.com/office/officeart/2005/8/layout/hierarchy3"/>
    <dgm:cxn modelId="{C1652D3C-3813-45B6-A00D-1C6FF7ACCA8D}" srcId="{00FD8077-66FA-4714-8839-397C480B2163}" destId="{87901FCC-5A38-46C3-9259-3B8275831D0C}" srcOrd="2" destOrd="0" parTransId="{8AB24F2F-B98F-4E57-BCF6-F451075D7C50}" sibTransId="{3DB0A368-48A4-4930-8043-C1F8F31E2BDD}"/>
    <dgm:cxn modelId="{18604F5F-2DBC-40DD-B1C9-D82A7B403BFB}" type="presOf" srcId="{319D9A07-5B4B-4B18-95B3-532204D79882}" destId="{57CB7C92-A9D7-4819-82D6-9F4E5CAC9276}" srcOrd="0" destOrd="0" presId="urn:microsoft.com/office/officeart/2005/8/layout/hierarchy3"/>
    <dgm:cxn modelId="{9AF8E745-A31C-4C96-B233-E2774B2F385D}" type="presOf" srcId="{99293F7E-5198-4083-B826-B57AC5D7A93A}" destId="{65A4AD57-3AC5-47CC-A642-6B996CE8D4E8}" srcOrd="0" destOrd="0" presId="urn:microsoft.com/office/officeart/2005/8/layout/hierarchy3"/>
    <dgm:cxn modelId="{4E61FE78-8112-410B-B7A3-1F3307F6DF91}" type="presOf" srcId="{C492EF49-7774-4B84-8A55-14A425139693}" destId="{819468FF-FBD0-4E6A-BFA5-92C214AAE833}" srcOrd="0" destOrd="0" presId="urn:microsoft.com/office/officeart/2005/8/layout/hierarchy3"/>
    <dgm:cxn modelId="{15424785-A62A-471E-934E-EA3A3267114B}" type="presOf" srcId="{93DA7129-E381-4AC5-A84B-741852BAFC78}" destId="{1DBA9F3B-FBC2-4751-88C1-3647B682AFAF}" srcOrd="0" destOrd="0" presId="urn:microsoft.com/office/officeart/2005/8/layout/hierarchy3"/>
    <dgm:cxn modelId="{E6C1EB90-AA44-489C-844F-EA8152D71264}" type="presOf" srcId="{080CB092-21EF-4E95-8C0E-55DA9289801B}" destId="{B3DBCCBD-8E5D-4603-89AE-F978B61955E5}" srcOrd="0" destOrd="0" presId="urn:microsoft.com/office/officeart/2005/8/layout/hierarchy3"/>
    <dgm:cxn modelId="{C12589AE-9D1C-4A3D-82CD-1664182563E5}" type="presOf" srcId="{7C06262C-B759-4A69-8856-A50AE2FD3DEA}" destId="{8BC60BE2-8D93-4264-AE0D-36D2EC408581}" srcOrd="0" destOrd="0" presId="urn:microsoft.com/office/officeart/2005/8/layout/hierarchy3"/>
    <dgm:cxn modelId="{F56102BE-B91A-4F66-BBC4-4FDCF74D9714}" type="presOf" srcId="{00FD8077-66FA-4714-8839-397C480B2163}" destId="{60F33634-07D2-4210-AD7B-4CCA0A54F229}" srcOrd="0" destOrd="0" presId="urn:microsoft.com/office/officeart/2005/8/layout/hierarchy3"/>
    <dgm:cxn modelId="{072490FB-8CC6-4754-B501-F484A692957F}" type="presOf" srcId="{8AB24F2F-B98F-4E57-BCF6-F451075D7C50}" destId="{8C91DA4D-CAA5-43C8-9618-AA0822DE7FD8}" srcOrd="0" destOrd="0" presId="urn:microsoft.com/office/officeart/2005/8/layout/hierarchy3"/>
    <dgm:cxn modelId="{8E40D9B9-BC4B-4228-91E4-A158A1B04C59}" type="presParOf" srcId="{8BC60BE2-8D93-4264-AE0D-36D2EC408581}" destId="{B1913B03-93C9-4246-AC2A-5323FC5D4B8E}" srcOrd="0" destOrd="0" presId="urn:microsoft.com/office/officeart/2005/8/layout/hierarchy3"/>
    <dgm:cxn modelId="{A03708ED-AE39-4402-AC38-90DE0473A1DA}" type="presParOf" srcId="{B1913B03-93C9-4246-AC2A-5323FC5D4B8E}" destId="{73356BBA-25DB-4E0E-A2C9-E761574A774A}" srcOrd="0" destOrd="0" presId="urn:microsoft.com/office/officeart/2005/8/layout/hierarchy3"/>
    <dgm:cxn modelId="{5F2584C6-8B5B-45D3-9F7D-EF6B58A1A7AF}" type="presParOf" srcId="{73356BBA-25DB-4E0E-A2C9-E761574A774A}" destId="{60F33634-07D2-4210-AD7B-4CCA0A54F229}" srcOrd="0" destOrd="0" presId="urn:microsoft.com/office/officeart/2005/8/layout/hierarchy3"/>
    <dgm:cxn modelId="{7EB58747-61A5-4D01-A530-4B65680A71B8}" type="presParOf" srcId="{73356BBA-25DB-4E0E-A2C9-E761574A774A}" destId="{B76AA514-EA0E-47CD-89A2-E30207DE2F06}" srcOrd="1" destOrd="0" presId="urn:microsoft.com/office/officeart/2005/8/layout/hierarchy3"/>
    <dgm:cxn modelId="{91ACDBD4-D506-4743-B59A-1612489AE3EF}" type="presParOf" srcId="{B1913B03-93C9-4246-AC2A-5323FC5D4B8E}" destId="{B6932196-8720-40D5-BF9E-38072FB9E819}" srcOrd="1" destOrd="0" presId="urn:microsoft.com/office/officeart/2005/8/layout/hierarchy3"/>
    <dgm:cxn modelId="{1F438E2E-6237-4CEF-8F6C-E8D8E0A44AB2}" type="presParOf" srcId="{B6932196-8720-40D5-BF9E-38072FB9E819}" destId="{7DE9B804-3A33-4660-A8BD-2E8C9DB2B7AD}" srcOrd="0" destOrd="0" presId="urn:microsoft.com/office/officeart/2005/8/layout/hierarchy3"/>
    <dgm:cxn modelId="{DFF3522A-207C-4D89-948F-1CD1E3196CF8}" type="presParOf" srcId="{B6932196-8720-40D5-BF9E-38072FB9E819}" destId="{B3DBCCBD-8E5D-4603-89AE-F978B61955E5}" srcOrd="1" destOrd="0" presId="urn:microsoft.com/office/officeart/2005/8/layout/hierarchy3"/>
    <dgm:cxn modelId="{491B2CA2-BE01-45C2-9F12-C266851ED769}" type="presParOf" srcId="{B6932196-8720-40D5-BF9E-38072FB9E819}" destId="{1DBA9F3B-FBC2-4751-88C1-3647B682AFAF}" srcOrd="2" destOrd="0" presId="urn:microsoft.com/office/officeart/2005/8/layout/hierarchy3"/>
    <dgm:cxn modelId="{B99D85F7-FB95-4A95-AB0A-3A1A98ECC48E}" type="presParOf" srcId="{B6932196-8720-40D5-BF9E-38072FB9E819}" destId="{57CB7C92-A9D7-4819-82D6-9F4E5CAC9276}" srcOrd="3" destOrd="0" presId="urn:microsoft.com/office/officeart/2005/8/layout/hierarchy3"/>
    <dgm:cxn modelId="{12170836-1D83-4462-A955-644652941D21}" type="presParOf" srcId="{B6932196-8720-40D5-BF9E-38072FB9E819}" destId="{8C91DA4D-CAA5-43C8-9618-AA0822DE7FD8}" srcOrd="4" destOrd="0" presId="urn:microsoft.com/office/officeart/2005/8/layout/hierarchy3"/>
    <dgm:cxn modelId="{2D738478-2AFF-4695-A708-4057BD12993F}" type="presParOf" srcId="{B6932196-8720-40D5-BF9E-38072FB9E819}" destId="{D997EB2E-3142-4D19-BF6C-B2F939F39A94}" srcOrd="5" destOrd="0" presId="urn:microsoft.com/office/officeart/2005/8/layout/hierarchy3"/>
    <dgm:cxn modelId="{58B94565-D9FC-42FF-B0A5-4D24ABCDDE6A}" type="presParOf" srcId="{B6932196-8720-40D5-BF9E-38072FB9E819}" destId="{65A4AD57-3AC5-47CC-A642-6B996CE8D4E8}" srcOrd="6" destOrd="0" presId="urn:microsoft.com/office/officeart/2005/8/layout/hierarchy3"/>
    <dgm:cxn modelId="{5B4FB160-89BA-43AF-BC1F-F6B14A6EC354}" type="presParOf" srcId="{B6932196-8720-40D5-BF9E-38072FB9E819}" destId="{819468FF-FBD0-4E6A-BFA5-92C214AAE833}" srcOrd="7" destOrd="0" presId="urn:microsoft.com/office/officeart/2005/8/layout/hierarchy3"/>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C06262C-B759-4A69-8856-A50AE2FD3DEA}"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US"/>
        </a:p>
      </dgm:t>
    </dgm:pt>
    <dgm:pt modelId="{00FD8077-66FA-4714-8839-397C480B2163}">
      <dgm:prSet phldrT="[Text]" custT="1"/>
      <dgm:spPr>
        <a:solidFill>
          <a:srgbClr val="7030A0"/>
        </a:solidFill>
      </dgm:spPr>
      <dgm:t>
        <a:bodyPr/>
        <a:lstStyle/>
        <a:p>
          <a:r>
            <a:rPr lang="en-US" sz="2000" dirty="0" err="1"/>
            <a:t>Railcard</a:t>
          </a:r>
          <a:endParaRPr lang="en-US" sz="2000" dirty="0"/>
        </a:p>
      </dgm:t>
    </dgm:pt>
    <dgm:pt modelId="{0D380390-F064-4E67-A4FF-0FB14A9D8612}" type="parTrans" cxnId="{6F84170C-070A-4942-9BC5-563A86738193}">
      <dgm:prSet/>
      <dgm:spPr/>
      <dgm:t>
        <a:bodyPr/>
        <a:lstStyle/>
        <a:p>
          <a:endParaRPr lang="en-US"/>
        </a:p>
      </dgm:t>
    </dgm:pt>
    <dgm:pt modelId="{055F86AF-46E8-4F5D-A7AF-A45790A756B8}" type="sibTrans" cxnId="{6F84170C-070A-4942-9BC5-563A86738193}">
      <dgm:prSet/>
      <dgm:spPr/>
      <dgm:t>
        <a:bodyPr/>
        <a:lstStyle/>
        <a:p>
          <a:endParaRPr lang="en-US"/>
        </a:p>
      </dgm:t>
    </dgm:pt>
    <dgm:pt modelId="{080CB092-21EF-4E95-8C0E-55DA9289801B}">
      <dgm:prSet phldrT="[Text]" custT="1"/>
      <dgm:spPr>
        <a:ln>
          <a:solidFill>
            <a:srgbClr val="7030A0"/>
          </a:solidFill>
        </a:ln>
      </dgm:spPr>
      <dgm:t>
        <a:bodyPr/>
        <a:lstStyle/>
        <a:p>
          <a:r>
            <a:rPr lang="en-US" sz="1400" dirty="0"/>
            <a:t># Rail-card holders</a:t>
          </a:r>
        </a:p>
      </dgm:t>
    </dgm:pt>
    <dgm:pt modelId="{560CFD0F-4B15-48C2-8BDB-253DF365AD88}" type="parTrans" cxnId="{0352200D-51C4-4EEC-8F2E-D78B93F747C1}">
      <dgm:prSet/>
      <dgm:spPr>
        <a:ln>
          <a:solidFill>
            <a:srgbClr val="7030A0"/>
          </a:solidFill>
        </a:ln>
      </dgm:spPr>
      <dgm:t>
        <a:bodyPr/>
        <a:lstStyle/>
        <a:p>
          <a:endParaRPr lang="en-US"/>
        </a:p>
      </dgm:t>
    </dgm:pt>
    <dgm:pt modelId="{92CEBAAF-6C58-4AAE-961B-9A80D301D9DA}" type="sibTrans" cxnId="{0352200D-51C4-4EEC-8F2E-D78B93F747C1}">
      <dgm:prSet/>
      <dgm:spPr/>
      <dgm:t>
        <a:bodyPr/>
        <a:lstStyle/>
        <a:p>
          <a:endParaRPr lang="en-US"/>
        </a:p>
      </dgm:t>
    </dgm:pt>
    <dgm:pt modelId="{319D9A07-5B4B-4B18-95B3-532204D79882}">
      <dgm:prSet phldrT="[Text]" custT="1"/>
      <dgm:spPr>
        <a:ln>
          <a:solidFill>
            <a:srgbClr val="7030A0"/>
          </a:solidFill>
        </a:ln>
      </dgm:spPr>
      <dgm:t>
        <a:bodyPr/>
        <a:lstStyle/>
        <a:p>
          <a:r>
            <a:rPr lang="en-US" sz="1400" dirty="0"/>
            <a:t># Non rail-card holders</a:t>
          </a:r>
        </a:p>
      </dgm:t>
    </dgm:pt>
    <dgm:pt modelId="{93DA7129-E381-4AC5-A84B-741852BAFC78}" type="parTrans" cxnId="{3AE93111-8D0D-4923-81DE-2CD5A1CA73EE}">
      <dgm:prSet/>
      <dgm:spPr>
        <a:ln>
          <a:solidFill>
            <a:srgbClr val="7030A0"/>
          </a:solidFill>
        </a:ln>
      </dgm:spPr>
      <dgm:t>
        <a:bodyPr/>
        <a:lstStyle/>
        <a:p>
          <a:endParaRPr lang="en-US"/>
        </a:p>
      </dgm:t>
    </dgm:pt>
    <dgm:pt modelId="{8397D1CE-9116-4B2A-BA78-53CF906FEB5D}" type="sibTrans" cxnId="{3AE93111-8D0D-4923-81DE-2CD5A1CA73EE}">
      <dgm:prSet/>
      <dgm:spPr/>
      <dgm:t>
        <a:bodyPr/>
        <a:lstStyle/>
        <a:p>
          <a:endParaRPr lang="en-US"/>
        </a:p>
      </dgm:t>
    </dgm:pt>
    <dgm:pt modelId="{8BC60BE2-8D93-4264-AE0D-36D2EC408581}" type="pres">
      <dgm:prSet presAssocID="{7C06262C-B759-4A69-8856-A50AE2FD3DEA}" presName="diagram" presStyleCnt="0">
        <dgm:presLayoutVars>
          <dgm:chPref val="1"/>
          <dgm:dir/>
          <dgm:animOne val="branch"/>
          <dgm:animLvl val="lvl"/>
          <dgm:resizeHandles/>
        </dgm:presLayoutVars>
      </dgm:prSet>
      <dgm:spPr/>
    </dgm:pt>
    <dgm:pt modelId="{B1913B03-93C9-4246-AC2A-5323FC5D4B8E}" type="pres">
      <dgm:prSet presAssocID="{00FD8077-66FA-4714-8839-397C480B2163}" presName="root" presStyleCnt="0"/>
      <dgm:spPr/>
    </dgm:pt>
    <dgm:pt modelId="{73356BBA-25DB-4E0E-A2C9-E761574A774A}" type="pres">
      <dgm:prSet presAssocID="{00FD8077-66FA-4714-8839-397C480B2163}" presName="rootComposite" presStyleCnt="0"/>
      <dgm:spPr/>
    </dgm:pt>
    <dgm:pt modelId="{60F33634-07D2-4210-AD7B-4CCA0A54F229}" type="pres">
      <dgm:prSet presAssocID="{00FD8077-66FA-4714-8839-397C480B2163}" presName="rootText" presStyleLbl="node1" presStyleIdx="0" presStyleCnt="1" custScaleX="155223" custScaleY="76650" custLinFactNeighborX="82" custLinFactNeighborY="-92874"/>
      <dgm:spPr/>
    </dgm:pt>
    <dgm:pt modelId="{B76AA514-EA0E-47CD-89A2-E30207DE2F06}" type="pres">
      <dgm:prSet presAssocID="{00FD8077-66FA-4714-8839-397C480B2163}" presName="rootConnector" presStyleLbl="node1" presStyleIdx="0" presStyleCnt="1"/>
      <dgm:spPr/>
    </dgm:pt>
    <dgm:pt modelId="{B6932196-8720-40D5-BF9E-38072FB9E819}" type="pres">
      <dgm:prSet presAssocID="{00FD8077-66FA-4714-8839-397C480B2163}" presName="childShape" presStyleCnt="0"/>
      <dgm:spPr/>
    </dgm:pt>
    <dgm:pt modelId="{7DE9B804-3A33-4660-A8BD-2E8C9DB2B7AD}" type="pres">
      <dgm:prSet presAssocID="{560CFD0F-4B15-48C2-8BDB-253DF365AD88}" presName="Name13" presStyleLbl="parChTrans1D2" presStyleIdx="0" presStyleCnt="2"/>
      <dgm:spPr/>
    </dgm:pt>
    <dgm:pt modelId="{B3DBCCBD-8E5D-4603-89AE-F978B61955E5}" type="pres">
      <dgm:prSet presAssocID="{080CB092-21EF-4E95-8C0E-55DA9289801B}" presName="childText" presStyleLbl="bgAcc1" presStyleIdx="0" presStyleCnt="2" custScaleX="125107" custScaleY="97254" custLinFactNeighborX="-1092" custLinFactNeighborY="-41891">
        <dgm:presLayoutVars>
          <dgm:bulletEnabled val="1"/>
        </dgm:presLayoutVars>
      </dgm:prSet>
      <dgm:spPr/>
    </dgm:pt>
    <dgm:pt modelId="{1DBA9F3B-FBC2-4751-88C1-3647B682AFAF}" type="pres">
      <dgm:prSet presAssocID="{93DA7129-E381-4AC5-A84B-741852BAFC78}" presName="Name13" presStyleLbl="parChTrans1D2" presStyleIdx="1" presStyleCnt="2"/>
      <dgm:spPr/>
    </dgm:pt>
    <dgm:pt modelId="{57CB7C92-A9D7-4819-82D6-9F4E5CAC9276}" type="pres">
      <dgm:prSet presAssocID="{319D9A07-5B4B-4B18-95B3-532204D79882}" presName="childText" presStyleLbl="bgAcc1" presStyleIdx="1" presStyleCnt="2" custScaleX="131908" custScaleY="97355" custLinFactNeighborX="1452" custLinFactNeighborY="39605">
        <dgm:presLayoutVars>
          <dgm:bulletEnabled val="1"/>
        </dgm:presLayoutVars>
      </dgm:prSet>
      <dgm:spPr/>
    </dgm:pt>
  </dgm:ptLst>
  <dgm:cxnLst>
    <dgm:cxn modelId="{6F84170C-070A-4942-9BC5-563A86738193}" srcId="{7C06262C-B759-4A69-8856-A50AE2FD3DEA}" destId="{00FD8077-66FA-4714-8839-397C480B2163}" srcOrd="0" destOrd="0" parTransId="{0D380390-F064-4E67-A4FF-0FB14A9D8612}" sibTransId="{055F86AF-46E8-4F5D-A7AF-A45790A756B8}"/>
    <dgm:cxn modelId="{0352200D-51C4-4EEC-8F2E-D78B93F747C1}" srcId="{00FD8077-66FA-4714-8839-397C480B2163}" destId="{080CB092-21EF-4E95-8C0E-55DA9289801B}" srcOrd="0" destOrd="0" parTransId="{560CFD0F-4B15-48C2-8BDB-253DF365AD88}" sibTransId="{92CEBAAF-6C58-4AAE-961B-9A80D301D9DA}"/>
    <dgm:cxn modelId="{3AE93111-8D0D-4923-81DE-2CD5A1CA73EE}" srcId="{00FD8077-66FA-4714-8839-397C480B2163}" destId="{319D9A07-5B4B-4B18-95B3-532204D79882}" srcOrd="1" destOrd="0" parTransId="{93DA7129-E381-4AC5-A84B-741852BAFC78}" sibTransId="{8397D1CE-9116-4B2A-BA78-53CF906FEB5D}"/>
    <dgm:cxn modelId="{D4C0731D-15CC-4732-A6F2-01B4ECB88829}" type="presOf" srcId="{560CFD0F-4B15-48C2-8BDB-253DF365AD88}" destId="{7DE9B804-3A33-4660-A8BD-2E8C9DB2B7AD}" srcOrd="0" destOrd="0" presId="urn:microsoft.com/office/officeart/2005/8/layout/hierarchy3"/>
    <dgm:cxn modelId="{78A2DC28-5922-40B1-A8B2-32CA0A4B9950}" type="presOf" srcId="{00FD8077-66FA-4714-8839-397C480B2163}" destId="{B76AA514-EA0E-47CD-89A2-E30207DE2F06}" srcOrd="1" destOrd="0" presId="urn:microsoft.com/office/officeart/2005/8/layout/hierarchy3"/>
    <dgm:cxn modelId="{18604F5F-2DBC-40DD-B1C9-D82A7B403BFB}" type="presOf" srcId="{319D9A07-5B4B-4B18-95B3-532204D79882}" destId="{57CB7C92-A9D7-4819-82D6-9F4E5CAC9276}" srcOrd="0" destOrd="0" presId="urn:microsoft.com/office/officeart/2005/8/layout/hierarchy3"/>
    <dgm:cxn modelId="{15424785-A62A-471E-934E-EA3A3267114B}" type="presOf" srcId="{93DA7129-E381-4AC5-A84B-741852BAFC78}" destId="{1DBA9F3B-FBC2-4751-88C1-3647B682AFAF}" srcOrd="0" destOrd="0" presId="urn:microsoft.com/office/officeart/2005/8/layout/hierarchy3"/>
    <dgm:cxn modelId="{E6C1EB90-AA44-489C-844F-EA8152D71264}" type="presOf" srcId="{080CB092-21EF-4E95-8C0E-55DA9289801B}" destId="{B3DBCCBD-8E5D-4603-89AE-F978B61955E5}" srcOrd="0" destOrd="0" presId="urn:microsoft.com/office/officeart/2005/8/layout/hierarchy3"/>
    <dgm:cxn modelId="{C12589AE-9D1C-4A3D-82CD-1664182563E5}" type="presOf" srcId="{7C06262C-B759-4A69-8856-A50AE2FD3DEA}" destId="{8BC60BE2-8D93-4264-AE0D-36D2EC408581}" srcOrd="0" destOrd="0" presId="urn:microsoft.com/office/officeart/2005/8/layout/hierarchy3"/>
    <dgm:cxn modelId="{F56102BE-B91A-4F66-BBC4-4FDCF74D9714}" type="presOf" srcId="{00FD8077-66FA-4714-8839-397C480B2163}" destId="{60F33634-07D2-4210-AD7B-4CCA0A54F229}" srcOrd="0" destOrd="0" presId="urn:microsoft.com/office/officeart/2005/8/layout/hierarchy3"/>
    <dgm:cxn modelId="{8E40D9B9-BC4B-4228-91E4-A158A1B04C59}" type="presParOf" srcId="{8BC60BE2-8D93-4264-AE0D-36D2EC408581}" destId="{B1913B03-93C9-4246-AC2A-5323FC5D4B8E}" srcOrd="0" destOrd="0" presId="urn:microsoft.com/office/officeart/2005/8/layout/hierarchy3"/>
    <dgm:cxn modelId="{A03708ED-AE39-4402-AC38-90DE0473A1DA}" type="presParOf" srcId="{B1913B03-93C9-4246-AC2A-5323FC5D4B8E}" destId="{73356BBA-25DB-4E0E-A2C9-E761574A774A}" srcOrd="0" destOrd="0" presId="urn:microsoft.com/office/officeart/2005/8/layout/hierarchy3"/>
    <dgm:cxn modelId="{5F2584C6-8B5B-45D3-9F7D-EF6B58A1A7AF}" type="presParOf" srcId="{73356BBA-25DB-4E0E-A2C9-E761574A774A}" destId="{60F33634-07D2-4210-AD7B-4CCA0A54F229}" srcOrd="0" destOrd="0" presId="urn:microsoft.com/office/officeart/2005/8/layout/hierarchy3"/>
    <dgm:cxn modelId="{7EB58747-61A5-4D01-A530-4B65680A71B8}" type="presParOf" srcId="{73356BBA-25DB-4E0E-A2C9-E761574A774A}" destId="{B76AA514-EA0E-47CD-89A2-E30207DE2F06}" srcOrd="1" destOrd="0" presId="urn:microsoft.com/office/officeart/2005/8/layout/hierarchy3"/>
    <dgm:cxn modelId="{91ACDBD4-D506-4743-B59A-1612489AE3EF}" type="presParOf" srcId="{B1913B03-93C9-4246-AC2A-5323FC5D4B8E}" destId="{B6932196-8720-40D5-BF9E-38072FB9E819}" srcOrd="1" destOrd="0" presId="urn:microsoft.com/office/officeart/2005/8/layout/hierarchy3"/>
    <dgm:cxn modelId="{1F438E2E-6237-4CEF-8F6C-E8D8E0A44AB2}" type="presParOf" srcId="{B6932196-8720-40D5-BF9E-38072FB9E819}" destId="{7DE9B804-3A33-4660-A8BD-2E8C9DB2B7AD}" srcOrd="0" destOrd="0" presId="urn:microsoft.com/office/officeart/2005/8/layout/hierarchy3"/>
    <dgm:cxn modelId="{DFF3522A-207C-4D89-948F-1CD1E3196CF8}" type="presParOf" srcId="{B6932196-8720-40D5-BF9E-38072FB9E819}" destId="{B3DBCCBD-8E5D-4603-89AE-F978B61955E5}" srcOrd="1" destOrd="0" presId="urn:microsoft.com/office/officeart/2005/8/layout/hierarchy3"/>
    <dgm:cxn modelId="{491B2CA2-BE01-45C2-9F12-C266851ED769}" type="presParOf" srcId="{B6932196-8720-40D5-BF9E-38072FB9E819}" destId="{1DBA9F3B-FBC2-4751-88C1-3647B682AFAF}" srcOrd="2" destOrd="0" presId="urn:microsoft.com/office/officeart/2005/8/layout/hierarchy3"/>
    <dgm:cxn modelId="{B99D85F7-FB95-4A95-AB0A-3A1A98ECC48E}" type="presParOf" srcId="{B6932196-8720-40D5-BF9E-38072FB9E819}" destId="{57CB7C92-A9D7-4819-82D6-9F4E5CAC9276}" srcOrd="3" destOrd="0" presId="urn:microsoft.com/office/officeart/2005/8/layout/hierarchy3"/>
  </dgm:cxnLst>
  <dgm:bg/>
  <dgm:whole/>
  <dgm:extLst>
    <a:ext uri="http://schemas.microsoft.com/office/drawing/2008/diagram">
      <dsp:dataModelExt xmlns:dsp="http://schemas.microsoft.com/office/drawing/2008/diagram" relId="rId2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F33634-07D2-4210-AD7B-4CCA0A54F229}">
      <dsp:nvSpPr>
        <dsp:cNvPr id="0" name=""/>
        <dsp:cNvSpPr/>
      </dsp:nvSpPr>
      <dsp:spPr>
        <a:xfrm>
          <a:off x="187896" y="9404"/>
          <a:ext cx="1265555" cy="47063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Ticket</a:t>
          </a:r>
        </a:p>
      </dsp:txBody>
      <dsp:txXfrm>
        <a:off x="201680" y="23188"/>
        <a:ext cx="1237987" cy="443063"/>
      </dsp:txXfrm>
    </dsp:sp>
    <dsp:sp modelId="{7DE9B804-3A33-4660-A8BD-2E8C9DB2B7AD}">
      <dsp:nvSpPr>
        <dsp:cNvPr id="0" name=""/>
        <dsp:cNvSpPr/>
      </dsp:nvSpPr>
      <dsp:spPr>
        <a:xfrm>
          <a:off x="314452" y="480035"/>
          <a:ext cx="105772" cy="344741"/>
        </a:xfrm>
        <a:custGeom>
          <a:avLst/>
          <a:gdLst/>
          <a:ahLst/>
          <a:cxnLst/>
          <a:rect l="0" t="0" r="0" b="0"/>
          <a:pathLst>
            <a:path>
              <a:moveTo>
                <a:pt x="0" y="0"/>
              </a:moveTo>
              <a:lnTo>
                <a:pt x="0" y="344741"/>
              </a:lnTo>
              <a:lnTo>
                <a:pt x="105772" y="34474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3DBCCBD-8E5D-4603-89AE-F978B61955E5}">
      <dsp:nvSpPr>
        <dsp:cNvPr id="0" name=""/>
        <dsp:cNvSpPr/>
      </dsp:nvSpPr>
      <dsp:spPr>
        <a:xfrm>
          <a:off x="420224" y="589462"/>
          <a:ext cx="1340620" cy="470631"/>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 Tickets sold</a:t>
          </a:r>
        </a:p>
      </dsp:txBody>
      <dsp:txXfrm>
        <a:off x="434008" y="603246"/>
        <a:ext cx="1313052" cy="443063"/>
      </dsp:txXfrm>
    </dsp:sp>
    <dsp:sp modelId="{1DBA9F3B-FBC2-4751-88C1-3647B682AFAF}">
      <dsp:nvSpPr>
        <dsp:cNvPr id="0" name=""/>
        <dsp:cNvSpPr/>
      </dsp:nvSpPr>
      <dsp:spPr>
        <a:xfrm>
          <a:off x="314452" y="480035"/>
          <a:ext cx="105772" cy="933030"/>
        </a:xfrm>
        <a:custGeom>
          <a:avLst/>
          <a:gdLst/>
          <a:ahLst/>
          <a:cxnLst/>
          <a:rect l="0" t="0" r="0" b="0"/>
          <a:pathLst>
            <a:path>
              <a:moveTo>
                <a:pt x="0" y="0"/>
              </a:moveTo>
              <a:lnTo>
                <a:pt x="0" y="933030"/>
              </a:lnTo>
              <a:lnTo>
                <a:pt x="105772" y="93303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7CB7C92-A9D7-4819-82D6-9F4E5CAC9276}">
      <dsp:nvSpPr>
        <dsp:cNvPr id="0" name=""/>
        <dsp:cNvSpPr/>
      </dsp:nvSpPr>
      <dsp:spPr>
        <a:xfrm>
          <a:off x="420224" y="1177750"/>
          <a:ext cx="1342104" cy="470631"/>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Average Ticket price</a:t>
          </a:r>
        </a:p>
      </dsp:txBody>
      <dsp:txXfrm>
        <a:off x="434008" y="1191534"/>
        <a:ext cx="1314536" cy="443063"/>
      </dsp:txXfrm>
    </dsp:sp>
    <dsp:sp modelId="{8E548E61-4765-4688-96AE-D57BD11FF3DF}">
      <dsp:nvSpPr>
        <dsp:cNvPr id="0" name=""/>
        <dsp:cNvSpPr/>
      </dsp:nvSpPr>
      <dsp:spPr>
        <a:xfrm>
          <a:off x="314452" y="480035"/>
          <a:ext cx="105772" cy="1521319"/>
        </a:xfrm>
        <a:custGeom>
          <a:avLst/>
          <a:gdLst/>
          <a:ahLst/>
          <a:cxnLst/>
          <a:rect l="0" t="0" r="0" b="0"/>
          <a:pathLst>
            <a:path>
              <a:moveTo>
                <a:pt x="0" y="0"/>
              </a:moveTo>
              <a:lnTo>
                <a:pt x="0" y="1521319"/>
              </a:lnTo>
              <a:lnTo>
                <a:pt x="105772" y="152131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2E0A461-85D5-4DD6-BEB5-D655E7D426A0}">
      <dsp:nvSpPr>
        <dsp:cNvPr id="0" name=""/>
        <dsp:cNvSpPr/>
      </dsp:nvSpPr>
      <dsp:spPr>
        <a:xfrm>
          <a:off x="420224" y="1766039"/>
          <a:ext cx="1337548" cy="470631"/>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Max Ticket price</a:t>
          </a:r>
        </a:p>
      </dsp:txBody>
      <dsp:txXfrm>
        <a:off x="434008" y="1779823"/>
        <a:ext cx="1309980" cy="443063"/>
      </dsp:txXfrm>
    </dsp:sp>
    <dsp:sp modelId="{ACFD4655-FDC6-4AB0-A60B-CDF2AD771DBF}">
      <dsp:nvSpPr>
        <dsp:cNvPr id="0" name=""/>
        <dsp:cNvSpPr/>
      </dsp:nvSpPr>
      <dsp:spPr>
        <a:xfrm>
          <a:off x="314452" y="480035"/>
          <a:ext cx="105772" cy="2122376"/>
        </a:xfrm>
        <a:custGeom>
          <a:avLst/>
          <a:gdLst/>
          <a:ahLst/>
          <a:cxnLst/>
          <a:rect l="0" t="0" r="0" b="0"/>
          <a:pathLst>
            <a:path>
              <a:moveTo>
                <a:pt x="0" y="0"/>
              </a:moveTo>
              <a:lnTo>
                <a:pt x="0" y="2122376"/>
              </a:lnTo>
              <a:lnTo>
                <a:pt x="105772" y="212237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571D0C5-4C55-4C2A-A226-B8478EDD00BB}">
      <dsp:nvSpPr>
        <dsp:cNvPr id="0" name=""/>
        <dsp:cNvSpPr/>
      </dsp:nvSpPr>
      <dsp:spPr>
        <a:xfrm>
          <a:off x="420224" y="2354328"/>
          <a:ext cx="1366983" cy="496167"/>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Min Ticket </a:t>
          </a:r>
        </a:p>
        <a:p>
          <a:pPr marL="0" lvl="0" indent="0" algn="ctr" defTabSz="622300">
            <a:lnSpc>
              <a:spcPct val="90000"/>
            </a:lnSpc>
            <a:spcBef>
              <a:spcPct val="0"/>
            </a:spcBef>
            <a:spcAft>
              <a:spcPct val="35000"/>
            </a:spcAft>
            <a:buNone/>
          </a:pPr>
          <a:r>
            <a:rPr lang="en-US" sz="1400" kern="1200" dirty="0"/>
            <a:t>price</a:t>
          </a:r>
        </a:p>
      </dsp:txBody>
      <dsp:txXfrm>
        <a:off x="434756" y="2368860"/>
        <a:ext cx="1337919" cy="467103"/>
      </dsp:txXfrm>
    </dsp:sp>
    <dsp:sp modelId="{523EA803-8711-4CA2-B849-F23CC508D756}">
      <dsp:nvSpPr>
        <dsp:cNvPr id="0" name=""/>
        <dsp:cNvSpPr/>
      </dsp:nvSpPr>
      <dsp:spPr>
        <a:xfrm>
          <a:off x="314452" y="480035"/>
          <a:ext cx="105772" cy="2815832"/>
        </a:xfrm>
        <a:custGeom>
          <a:avLst/>
          <a:gdLst/>
          <a:ahLst/>
          <a:cxnLst/>
          <a:rect l="0" t="0" r="0" b="0"/>
          <a:pathLst>
            <a:path>
              <a:moveTo>
                <a:pt x="0" y="0"/>
              </a:moveTo>
              <a:lnTo>
                <a:pt x="0" y="2815832"/>
              </a:lnTo>
              <a:lnTo>
                <a:pt x="105772" y="281583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B5361F0-50EF-44A4-B437-90130B234EF1}">
      <dsp:nvSpPr>
        <dsp:cNvPr id="0" name=""/>
        <dsp:cNvSpPr/>
      </dsp:nvSpPr>
      <dsp:spPr>
        <a:xfrm>
          <a:off x="420224" y="2968153"/>
          <a:ext cx="1393858" cy="655429"/>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Tickets purchased per day</a:t>
          </a:r>
        </a:p>
      </dsp:txBody>
      <dsp:txXfrm>
        <a:off x="439421" y="2987350"/>
        <a:ext cx="1355464" cy="61703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F33634-07D2-4210-AD7B-4CCA0A54F229}">
      <dsp:nvSpPr>
        <dsp:cNvPr id="0" name=""/>
        <dsp:cNvSpPr/>
      </dsp:nvSpPr>
      <dsp:spPr>
        <a:xfrm>
          <a:off x="237562" y="454"/>
          <a:ext cx="1442598" cy="443033"/>
        </a:xfrm>
        <a:prstGeom prst="roundRect">
          <a:avLst>
            <a:gd name="adj" fmla="val 10000"/>
          </a:avLst>
        </a:prstGeom>
        <a:solidFill>
          <a:schemeClr val="accent6">
            <a:lumMod val="2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Revenue</a:t>
          </a:r>
        </a:p>
      </dsp:txBody>
      <dsp:txXfrm>
        <a:off x="250538" y="13430"/>
        <a:ext cx="1416646" cy="417081"/>
      </dsp:txXfrm>
    </dsp:sp>
    <dsp:sp modelId="{7DE9B804-3A33-4660-A8BD-2E8C9DB2B7AD}">
      <dsp:nvSpPr>
        <dsp:cNvPr id="0" name=""/>
        <dsp:cNvSpPr/>
      </dsp:nvSpPr>
      <dsp:spPr>
        <a:xfrm>
          <a:off x="381822" y="443488"/>
          <a:ext cx="144259" cy="324329"/>
        </a:xfrm>
        <a:custGeom>
          <a:avLst/>
          <a:gdLst/>
          <a:ahLst/>
          <a:cxnLst/>
          <a:rect l="0" t="0" r="0" b="0"/>
          <a:pathLst>
            <a:path>
              <a:moveTo>
                <a:pt x="0" y="0"/>
              </a:moveTo>
              <a:lnTo>
                <a:pt x="0" y="324329"/>
              </a:lnTo>
              <a:lnTo>
                <a:pt x="144259" y="324329"/>
              </a:lnTo>
            </a:path>
          </a:pathLst>
        </a:custGeom>
        <a:noFill/>
        <a:ln w="25400" cap="flat" cmpd="sng" algn="ctr">
          <a:solidFill>
            <a:schemeClr val="accent6">
              <a:lumMod val="25000"/>
            </a:schemeClr>
          </a:solidFill>
          <a:prstDash val="solid"/>
        </a:ln>
        <a:effectLst/>
      </dsp:spPr>
      <dsp:style>
        <a:lnRef idx="2">
          <a:scrgbClr r="0" g="0" b="0"/>
        </a:lnRef>
        <a:fillRef idx="0">
          <a:scrgbClr r="0" g="0" b="0"/>
        </a:fillRef>
        <a:effectRef idx="0">
          <a:scrgbClr r="0" g="0" b="0"/>
        </a:effectRef>
        <a:fontRef idx="minor"/>
      </dsp:style>
    </dsp:sp>
    <dsp:sp modelId="{B3DBCCBD-8E5D-4603-89AE-F978B61955E5}">
      <dsp:nvSpPr>
        <dsp:cNvPr id="0" name=""/>
        <dsp:cNvSpPr/>
      </dsp:nvSpPr>
      <dsp:spPr>
        <a:xfrm>
          <a:off x="526082" y="554246"/>
          <a:ext cx="1262008" cy="427142"/>
        </a:xfrm>
        <a:prstGeom prst="roundRect">
          <a:avLst>
            <a:gd name="adj" fmla="val 10000"/>
          </a:avLst>
        </a:prstGeom>
        <a:solidFill>
          <a:schemeClr val="lt1">
            <a:alpha val="90000"/>
            <a:hueOff val="0"/>
            <a:satOff val="0"/>
            <a:lumOff val="0"/>
            <a:alphaOff val="0"/>
          </a:schemeClr>
        </a:solidFill>
        <a:ln w="25400" cap="flat" cmpd="sng" algn="ctr">
          <a:solidFill>
            <a:schemeClr val="accent6">
              <a:lumMod val="25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Total Revenue</a:t>
          </a:r>
        </a:p>
      </dsp:txBody>
      <dsp:txXfrm>
        <a:off x="538593" y="566757"/>
        <a:ext cx="1236986" cy="402120"/>
      </dsp:txXfrm>
    </dsp:sp>
    <dsp:sp modelId="{1DBA9F3B-FBC2-4751-88C1-3647B682AFAF}">
      <dsp:nvSpPr>
        <dsp:cNvPr id="0" name=""/>
        <dsp:cNvSpPr/>
      </dsp:nvSpPr>
      <dsp:spPr>
        <a:xfrm>
          <a:off x="381822" y="443488"/>
          <a:ext cx="144259" cy="870176"/>
        </a:xfrm>
        <a:custGeom>
          <a:avLst/>
          <a:gdLst/>
          <a:ahLst/>
          <a:cxnLst/>
          <a:rect l="0" t="0" r="0" b="0"/>
          <a:pathLst>
            <a:path>
              <a:moveTo>
                <a:pt x="0" y="0"/>
              </a:moveTo>
              <a:lnTo>
                <a:pt x="0" y="870176"/>
              </a:lnTo>
              <a:lnTo>
                <a:pt x="144259" y="870176"/>
              </a:lnTo>
            </a:path>
          </a:pathLst>
        </a:custGeom>
        <a:noFill/>
        <a:ln w="25400" cap="flat" cmpd="sng" algn="ctr">
          <a:solidFill>
            <a:schemeClr val="accent6">
              <a:lumMod val="25000"/>
            </a:schemeClr>
          </a:solidFill>
          <a:prstDash val="solid"/>
        </a:ln>
        <a:effectLst/>
      </dsp:spPr>
      <dsp:style>
        <a:lnRef idx="2">
          <a:scrgbClr r="0" g="0" b="0"/>
        </a:lnRef>
        <a:fillRef idx="0">
          <a:scrgbClr r="0" g="0" b="0"/>
        </a:fillRef>
        <a:effectRef idx="0">
          <a:scrgbClr r="0" g="0" b="0"/>
        </a:effectRef>
        <a:fontRef idx="minor"/>
      </dsp:style>
    </dsp:sp>
    <dsp:sp modelId="{57CB7C92-A9D7-4819-82D6-9F4E5CAC9276}">
      <dsp:nvSpPr>
        <dsp:cNvPr id="0" name=""/>
        <dsp:cNvSpPr/>
      </dsp:nvSpPr>
      <dsp:spPr>
        <a:xfrm>
          <a:off x="526082" y="1092147"/>
          <a:ext cx="1263405" cy="443033"/>
        </a:xfrm>
        <a:prstGeom prst="roundRect">
          <a:avLst>
            <a:gd name="adj" fmla="val 10000"/>
          </a:avLst>
        </a:prstGeom>
        <a:solidFill>
          <a:schemeClr val="lt1">
            <a:alpha val="90000"/>
            <a:hueOff val="0"/>
            <a:satOff val="0"/>
            <a:lumOff val="0"/>
            <a:alphaOff val="0"/>
          </a:schemeClr>
        </a:solidFill>
        <a:ln w="25400" cap="flat" cmpd="sng" algn="ctr">
          <a:solidFill>
            <a:schemeClr val="accent6">
              <a:lumMod val="25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Average Revenue</a:t>
          </a:r>
        </a:p>
      </dsp:txBody>
      <dsp:txXfrm>
        <a:off x="539058" y="1105123"/>
        <a:ext cx="1237453" cy="417081"/>
      </dsp:txXfrm>
    </dsp:sp>
    <dsp:sp modelId="{8E548E61-4765-4688-96AE-D57BD11FF3DF}">
      <dsp:nvSpPr>
        <dsp:cNvPr id="0" name=""/>
        <dsp:cNvSpPr/>
      </dsp:nvSpPr>
      <dsp:spPr>
        <a:xfrm>
          <a:off x="381822" y="443488"/>
          <a:ext cx="144259" cy="1423186"/>
        </a:xfrm>
        <a:custGeom>
          <a:avLst/>
          <a:gdLst/>
          <a:ahLst/>
          <a:cxnLst/>
          <a:rect l="0" t="0" r="0" b="0"/>
          <a:pathLst>
            <a:path>
              <a:moveTo>
                <a:pt x="0" y="0"/>
              </a:moveTo>
              <a:lnTo>
                <a:pt x="0" y="1423186"/>
              </a:lnTo>
              <a:lnTo>
                <a:pt x="144259" y="1423186"/>
              </a:lnTo>
            </a:path>
          </a:pathLst>
        </a:custGeom>
        <a:noFill/>
        <a:ln w="25400" cap="flat" cmpd="sng" algn="ctr">
          <a:solidFill>
            <a:schemeClr val="accent6">
              <a:lumMod val="25000"/>
            </a:schemeClr>
          </a:solidFill>
          <a:prstDash val="solid"/>
        </a:ln>
        <a:effectLst/>
      </dsp:spPr>
      <dsp:style>
        <a:lnRef idx="2">
          <a:scrgbClr r="0" g="0" b="0"/>
        </a:lnRef>
        <a:fillRef idx="0">
          <a:scrgbClr r="0" g="0" b="0"/>
        </a:fillRef>
        <a:effectRef idx="0">
          <a:scrgbClr r="0" g="0" b="0"/>
        </a:effectRef>
        <a:fontRef idx="minor"/>
      </dsp:style>
    </dsp:sp>
    <dsp:sp modelId="{92E0A461-85D5-4DD6-BEB5-D655E7D426A0}">
      <dsp:nvSpPr>
        <dsp:cNvPr id="0" name=""/>
        <dsp:cNvSpPr/>
      </dsp:nvSpPr>
      <dsp:spPr>
        <a:xfrm>
          <a:off x="526082" y="1645939"/>
          <a:ext cx="1259116" cy="441469"/>
        </a:xfrm>
        <a:prstGeom prst="roundRect">
          <a:avLst>
            <a:gd name="adj" fmla="val 10000"/>
          </a:avLst>
        </a:prstGeom>
        <a:solidFill>
          <a:schemeClr val="lt1">
            <a:alpha val="90000"/>
            <a:hueOff val="0"/>
            <a:satOff val="0"/>
            <a:lumOff val="0"/>
            <a:alphaOff val="0"/>
          </a:schemeClr>
        </a:solidFill>
        <a:ln w="25400" cap="flat" cmpd="sng" algn="ctr">
          <a:solidFill>
            <a:schemeClr val="accent6">
              <a:lumMod val="25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Revenue per day</a:t>
          </a:r>
        </a:p>
      </dsp:txBody>
      <dsp:txXfrm>
        <a:off x="539012" y="1658869"/>
        <a:ext cx="1233256" cy="415609"/>
      </dsp:txXfrm>
    </dsp:sp>
    <dsp:sp modelId="{ACFD4655-FDC6-4AB0-A60B-CDF2AD771DBF}">
      <dsp:nvSpPr>
        <dsp:cNvPr id="0" name=""/>
        <dsp:cNvSpPr/>
      </dsp:nvSpPr>
      <dsp:spPr>
        <a:xfrm>
          <a:off x="381822" y="443488"/>
          <a:ext cx="144259" cy="1970597"/>
        </a:xfrm>
        <a:custGeom>
          <a:avLst/>
          <a:gdLst/>
          <a:ahLst/>
          <a:cxnLst/>
          <a:rect l="0" t="0" r="0" b="0"/>
          <a:pathLst>
            <a:path>
              <a:moveTo>
                <a:pt x="0" y="0"/>
              </a:moveTo>
              <a:lnTo>
                <a:pt x="0" y="1970597"/>
              </a:lnTo>
              <a:lnTo>
                <a:pt x="144259" y="1970597"/>
              </a:lnTo>
            </a:path>
          </a:pathLst>
        </a:custGeom>
        <a:noFill/>
        <a:ln w="25400" cap="flat" cmpd="sng" algn="ctr">
          <a:solidFill>
            <a:schemeClr val="accent6">
              <a:lumMod val="25000"/>
            </a:schemeClr>
          </a:solidFill>
          <a:prstDash val="solid"/>
        </a:ln>
        <a:effectLst/>
      </dsp:spPr>
      <dsp:style>
        <a:lnRef idx="2">
          <a:scrgbClr r="0" g="0" b="0"/>
        </a:lnRef>
        <a:fillRef idx="0">
          <a:scrgbClr r="0" g="0" b="0"/>
        </a:fillRef>
        <a:effectRef idx="0">
          <a:scrgbClr r="0" g="0" b="0"/>
        </a:effectRef>
        <a:fontRef idx="minor"/>
      </dsp:style>
    </dsp:sp>
    <dsp:sp modelId="{7571D0C5-4C55-4C2A-A226-B8478EDD00BB}">
      <dsp:nvSpPr>
        <dsp:cNvPr id="0" name=""/>
        <dsp:cNvSpPr/>
      </dsp:nvSpPr>
      <dsp:spPr>
        <a:xfrm>
          <a:off x="526082" y="2198168"/>
          <a:ext cx="1286825" cy="431833"/>
        </a:xfrm>
        <a:prstGeom prst="roundRect">
          <a:avLst>
            <a:gd name="adj" fmla="val 10000"/>
          </a:avLst>
        </a:prstGeom>
        <a:solidFill>
          <a:schemeClr val="lt1">
            <a:alpha val="90000"/>
            <a:hueOff val="0"/>
            <a:satOff val="0"/>
            <a:lumOff val="0"/>
            <a:alphaOff val="0"/>
          </a:schemeClr>
        </a:solidFill>
        <a:ln w="25400" cap="flat" cmpd="sng" algn="ctr">
          <a:solidFill>
            <a:schemeClr val="accent6">
              <a:lumMod val="25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Total</a:t>
          </a:r>
          <a:r>
            <a:rPr lang="en-US" sz="1400" kern="1200" baseline="0" dirty="0"/>
            <a:t> Revenue PV month</a:t>
          </a:r>
          <a:endParaRPr lang="en-US" sz="1400" kern="1200" dirty="0"/>
        </a:p>
      </dsp:txBody>
      <dsp:txXfrm>
        <a:off x="538730" y="2210816"/>
        <a:ext cx="1261529" cy="406537"/>
      </dsp:txXfrm>
    </dsp:sp>
    <dsp:sp modelId="{523EA803-8711-4CA2-B849-F23CC508D756}">
      <dsp:nvSpPr>
        <dsp:cNvPr id="0" name=""/>
        <dsp:cNvSpPr/>
      </dsp:nvSpPr>
      <dsp:spPr>
        <a:xfrm>
          <a:off x="381822" y="443488"/>
          <a:ext cx="144259" cy="2493228"/>
        </a:xfrm>
        <a:custGeom>
          <a:avLst/>
          <a:gdLst/>
          <a:ahLst/>
          <a:cxnLst/>
          <a:rect l="0" t="0" r="0" b="0"/>
          <a:pathLst>
            <a:path>
              <a:moveTo>
                <a:pt x="0" y="0"/>
              </a:moveTo>
              <a:lnTo>
                <a:pt x="0" y="2493228"/>
              </a:lnTo>
              <a:lnTo>
                <a:pt x="144259" y="2493228"/>
              </a:lnTo>
            </a:path>
          </a:pathLst>
        </a:custGeom>
        <a:noFill/>
        <a:ln w="25400" cap="flat" cmpd="sng" algn="ctr">
          <a:solidFill>
            <a:schemeClr val="accent6">
              <a:lumMod val="25000"/>
            </a:schemeClr>
          </a:solidFill>
          <a:prstDash val="solid"/>
        </a:ln>
        <a:effectLst/>
      </dsp:spPr>
      <dsp:style>
        <a:lnRef idx="2">
          <a:scrgbClr r="0" g="0" b="0"/>
        </a:lnRef>
        <a:fillRef idx="0">
          <a:scrgbClr r="0" g="0" b="0"/>
        </a:fillRef>
        <a:effectRef idx="0">
          <a:scrgbClr r="0" g="0" b="0"/>
        </a:effectRef>
        <a:fontRef idx="minor"/>
      </dsp:style>
    </dsp:sp>
    <dsp:sp modelId="{BB5361F0-50EF-44A4-B437-90130B234EF1}">
      <dsp:nvSpPr>
        <dsp:cNvPr id="0" name=""/>
        <dsp:cNvSpPr/>
      </dsp:nvSpPr>
      <dsp:spPr>
        <a:xfrm>
          <a:off x="526082" y="2740760"/>
          <a:ext cx="1273733" cy="391912"/>
        </a:xfrm>
        <a:prstGeom prst="roundRect">
          <a:avLst>
            <a:gd name="adj" fmla="val 10000"/>
          </a:avLst>
        </a:prstGeom>
        <a:solidFill>
          <a:schemeClr val="lt1">
            <a:alpha val="90000"/>
            <a:hueOff val="0"/>
            <a:satOff val="0"/>
            <a:lumOff val="0"/>
            <a:alphaOff val="0"/>
          </a:schemeClr>
        </a:solidFill>
        <a:ln w="25400" cap="flat" cmpd="sng" algn="ctr">
          <a:solidFill>
            <a:schemeClr val="accent6">
              <a:lumMod val="25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Revenue Variance</a:t>
          </a:r>
        </a:p>
      </dsp:txBody>
      <dsp:txXfrm>
        <a:off x="537561" y="2752239"/>
        <a:ext cx="1250775" cy="368954"/>
      </dsp:txXfrm>
    </dsp:sp>
    <dsp:sp modelId="{3694C9AF-8411-41F2-A749-DC67D7D9D67D}">
      <dsp:nvSpPr>
        <dsp:cNvPr id="0" name=""/>
        <dsp:cNvSpPr/>
      </dsp:nvSpPr>
      <dsp:spPr>
        <a:xfrm>
          <a:off x="381822" y="443488"/>
          <a:ext cx="144259" cy="3021460"/>
        </a:xfrm>
        <a:custGeom>
          <a:avLst/>
          <a:gdLst/>
          <a:ahLst/>
          <a:cxnLst/>
          <a:rect l="0" t="0" r="0" b="0"/>
          <a:pathLst>
            <a:path>
              <a:moveTo>
                <a:pt x="0" y="0"/>
              </a:moveTo>
              <a:lnTo>
                <a:pt x="0" y="3021460"/>
              </a:lnTo>
              <a:lnTo>
                <a:pt x="144259" y="3021460"/>
              </a:lnTo>
            </a:path>
          </a:pathLst>
        </a:custGeom>
        <a:noFill/>
        <a:ln w="25400" cap="flat" cmpd="sng" algn="ctr">
          <a:solidFill>
            <a:schemeClr val="accent6">
              <a:lumMod val="25000"/>
            </a:schemeClr>
          </a:solidFill>
          <a:prstDash val="solid"/>
        </a:ln>
        <a:effectLst/>
      </dsp:spPr>
      <dsp:style>
        <a:lnRef idx="2">
          <a:scrgbClr r="0" g="0" b="0"/>
        </a:lnRef>
        <a:fillRef idx="0">
          <a:scrgbClr r="0" g="0" b="0"/>
        </a:fillRef>
        <a:effectRef idx="0">
          <a:scrgbClr r="0" g="0" b="0"/>
        </a:effectRef>
        <a:fontRef idx="minor"/>
      </dsp:style>
    </dsp:sp>
    <dsp:sp modelId="{D3634149-BC43-4A7B-80A5-968BB19FF292}">
      <dsp:nvSpPr>
        <dsp:cNvPr id="0" name=""/>
        <dsp:cNvSpPr/>
      </dsp:nvSpPr>
      <dsp:spPr>
        <a:xfrm>
          <a:off x="526082" y="3243431"/>
          <a:ext cx="1253743" cy="443033"/>
        </a:xfrm>
        <a:prstGeom prst="roundRect">
          <a:avLst>
            <a:gd name="adj" fmla="val 10000"/>
          </a:avLst>
        </a:prstGeom>
        <a:solidFill>
          <a:schemeClr val="lt1">
            <a:alpha val="90000"/>
            <a:hueOff val="0"/>
            <a:satOff val="0"/>
            <a:lumOff val="0"/>
            <a:alphaOff val="0"/>
          </a:schemeClr>
        </a:solidFill>
        <a:ln w="25400" cap="flat" cmpd="sng" algn="ctr">
          <a:solidFill>
            <a:schemeClr val="accent6">
              <a:lumMod val="25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Revenue growth rate</a:t>
          </a:r>
        </a:p>
      </dsp:txBody>
      <dsp:txXfrm>
        <a:off x="539058" y="3256407"/>
        <a:ext cx="1227791" cy="41708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F33634-07D2-4210-AD7B-4CCA0A54F229}">
      <dsp:nvSpPr>
        <dsp:cNvPr id="0" name=""/>
        <dsp:cNvSpPr/>
      </dsp:nvSpPr>
      <dsp:spPr>
        <a:xfrm>
          <a:off x="424764" y="0"/>
          <a:ext cx="899811" cy="334619"/>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Time</a:t>
          </a:r>
        </a:p>
      </dsp:txBody>
      <dsp:txXfrm>
        <a:off x="434565" y="9801"/>
        <a:ext cx="880209" cy="315017"/>
      </dsp:txXfrm>
    </dsp:sp>
    <dsp:sp modelId="{7DE9B804-3A33-4660-A8BD-2E8C9DB2B7AD}">
      <dsp:nvSpPr>
        <dsp:cNvPr id="0" name=""/>
        <dsp:cNvSpPr/>
      </dsp:nvSpPr>
      <dsp:spPr>
        <a:xfrm>
          <a:off x="469025" y="334619"/>
          <a:ext cx="91440" cy="251628"/>
        </a:xfrm>
        <a:custGeom>
          <a:avLst/>
          <a:gdLst/>
          <a:ahLst/>
          <a:cxnLst/>
          <a:rect l="0" t="0" r="0" b="0"/>
          <a:pathLst>
            <a:path>
              <a:moveTo>
                <a:pt x="45720" y="0"/>
              </a:moveTo>
              <a:lnTo>
                <a:pt x="45720" y="251628"/>
              </a:lnTo>
              <a:lnTo>
                <a:pt x="111903" y="251628"/>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3DBCCBD-8E5D-4603-89AE-F978B61955E5}">
      <dsp:nvSpPr>
        <dsp:cNvPr id="0" name=""/>
        <dsp:cNvSpPr/>
      </dsp:nvSpPr>
      <dsp:spPr>
        <a:xfrm>
          <a:off x="580928" y="418938"/>
          <a:ext cx="995078" cy="334619"/>
        </a:xfrm>
        <a:prstGeom prst="roundRect">
          <a:avLst>
            <a:gd name="adj" fmla="val 10000"/>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dirty="0"/>
            <a:t>Distinct # of days</a:t>
          </a:r>
        </a:p>
      </dsp:txBody>
      <dsp:txXfrm>
        <a:off x="590729" y="428739"/>
        <a:ext cx="975476" cy="315017"/>
      </dsp:txXfrm>
    </dsp:sp>
    <dsp:sp modelId="{1DBA9F3B-FBC2-4751-88C1-3647B682AFAF}">
      <dsp:nvSpPr>
        <dsp:cNvPr id="0" name=""/>
        <dsp:cNvSpPr/>
      </dsp:nvSpPr>
      <dsp:spPr>
        <a:xfrm>
          <a:off x="469025" y="334619"/>
          <a:ext cx="91440" cy="669902"/>
        </a:xfrm>
        <a:custGeom>
          <a:avLst/>
          <a:gdLst/>
          <a:ahLst/>
          <a:cxnLst/>
          <a:rect l="0" t="0" r="0" b="0"/>
          <a:pathLst>
            <a:path>
              <a:moveTo>
                <a:pt x="45720" y="0"/>
              </a:moveTo>
              <a:lnTo>
                <a:pt x="45720" y="669902"/>
              </a:lnTo>
              <a:lnTo>
                <a:pt x="111903" y="66990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7CB7C92-A9D7-4819-82D6-9F4E5CAC9276}">
      <dsp:nvSpPr>
        <dsp:cNvPr id="0" name=""/>
        <dsp:cNvSpPr/>
      </dsp:nvSpPr>
      <dsp:spPr>
        <a:xfrm>
          <a:off x="580928" y="837212"/>
          <a:ext cx="995078" cy="334619"/>
        </a:xfrm>
        <a:prstGeom prst="roundRect">
          <a:avLst>
            <a:gd name="adj" fmla="val 10000"/>
          </a:avLst>
        </a:prstGeom>
        <a:solidFill>
          <a:schemeClr val="lt1">
            <a:alpha val="90000"/>
            <a:hueOff val="0"/>
            <a:satOff val="0"/>
            <a:lumOff val="0"/>
            <a:alphaOff val="0"/>
          </a:schemeClr>
        </a:solidFill>
        <a:ln w="25400" cap="flat" cmpd="sng" algn="ctr">
          <a:solidFill>
            <a:schemeClr val="accent2">
              <a:hueOff val="136904"/>
              <a:satOff val="854"/>
              <a:lumOff val="-84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dirty="0"/>
            <a:t>Average Delay time</a:t>
          </a:r>
        </a:p>
      </dsp:txBody>
      <dsp:txXfrm>
        <a:off x="590729" y="847013"/>
        <a:ext cx="975476" cy="315017"/>
      </dsp:txXfrm>
    </dsp:sp>
    <dsp:sp modelId="{8E548E61-4765-4688-96AE-D57BD11FF3DF}">
      <dsp:nvSpPr>
        <dsp:cNvPr id="0" name=""/>
        <dsp:cNvSpPr/>
      </dsp:nvSpPr>
      <dsp:spPr>
        <a:xfrm>
          <a:off x="469025" y="334619"/>
          <a:ext cx="91440" cy="1088176"/>
        </a:xfrm>
        <a:custGeom>
          <a:avLst/>
          <a:gdLst/>
          <a:ahLst/>
          <a:cxnLst/>
          <a:rect l="0" t="0" r="0" b="0"/>
          <a:pathLst>
            <a:path>
              <a:moveTo>
                <a:pt x="45720" y="0"/>
              </a:moveTo>
              <a:lnTo>
                <a:pt x="45720" y="1088176"/>
              </a:lnTo>
              <a:lnTo>
                <a:pt x="111903" y="1088176"/>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2E0A461-85D5-4DD6-BEB5-D655E7D426A0}">
      <dsp:nvSpPr>
        <dsp:cNvPr id="0" name=""/>
        <dsp:cNvSpPr/>
      </dsp:nvSpPr>
      <dsp:spPr>
        <a:xfrm>
          <a:off x="580928" y="1255486"/>
          <a:ext cx="1013152" cy="334619"/>
        </a:xfrm>
        <a:prstGeom prst="roundRect">
          <a:avLst>
            <a:gd name="adj" fmla="val 10000"/>
          </a:avLst>
        </a:prstGeom>
        <a:solidFill>
          <a:schemeClr val="lt1">
            <a:alpha val="90000"/>
            <a:hueOff val="0"/>
            <a:satOff val="0"/>
            <a:lumOff val="0"/>
            <a:alphaOff val="0"/>
          </a:schemeClr>
        </a:solidFill>
        <a:ln w="25400" cap="flat" cmpd="sng" algn="ctr">
          <a:solidFill>
            <a:schemeClr val="accent2">
              <a:hueOff val="273808"/>
              <a:satOff val="1707"/>
              <a:lumOff val="-168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dirty="0"/>
            <a:t>Average trip duration</a:t>
          </a:r>
        </a:p>
      </dsp:txBody>
      <dsp:txXfrm>
        <a:off x="590729" y="1265287"/>
        <a:ext cx="993550" cy="315017"/>
      </dsp:txXfrm>
    </dsp:sp>
    <dsp:sp modelId="{ACFD4655-FDC6-4AB0-A60B-CDF2AD771DBF}">
      <dsp:nvSpPr>
        <dsp:cNvPr id="0" name=""/>
        <dsp:cNvSpPr/>
      </dsp:nvSpPr>
      <dsp:spPr>
        <a:xfrm>
          <a:off x="469025" y="334619"/>
          <a:ext cx="91440" cy="1515529"/>
        </a:xfrm>
        <a:custGeom>
          <a:avLst/>
          <a:gdLst/>
          <a:ahLst/>
          <a:cxnLst/>
          <a:rect l="0" t="0" r="0" b="0"/>
          <a:pathLst>
            <a:path>
              <a:moveTo>
                <a:pt x="45720" y="0"/>
              </a:moveTo>
              <a:lnTo>
                <a:pt x="45720" y="1515529"/>
              </a:lnTo>
              <a:lnTo>
                <a:pt x="111903" y="1515529"/>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571D0C5-4C55-4C2A-A226-B8478EDD00BB}">
      <dsp:nvSpPr>
        <dsp:cNvPr id="0" name=""/>
        <dsp:cNvSpPr/>
      </dsp:nvSpPr>
      <dsp:spPr>
        <a:xfrm>
          <a:off x="580928" y="1673761"/>
          <a:ext cx="995078" cy="352775"/>
        </a:xfrm>
        <a:prstGeom prst="roundRect">
          <a:avLst>
            <a:gd name="adj" fmla="val 10000"/>
          </a:avLst>
        </a:prstGeom>
        <a:solidFill>
          <a:schemeClr val="lt1">
            <a:alpha val="90000"/>
            <a:hueOff val="0"/>
            <a:satOff val="0"/>
            <a:lumOff val="0"/>
            <a:alphaOff val="0"/>
          </a:schemeClr>
        </a:solidFill>
        <a:ln w="25400" cap="flat" cmpd="sng" algn="ctr">
          <a:solidFill>
            <a:schemeClr val="accent2">
              <a:hueOff val="410712"/>
              <a:satOff val="2561"/>
              <a:lumOff val="-252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dirty="0"/>
            <a:t>% of delayed journeys</a:t>
          </a:r>
        </a:p>
      </dsp:txBody>
      <dsp:txXfrm>
        <a:off x="591260" y="1684093"/>
        <a:ext cx="974414" cy="332111"/>
      </dsp:txXfrm>
    </dsp:sp>
    <dsp:sp modelId="{523EA803-8711-4CA2-B849-F23CC508D756}">
      <dsp:nvSpPr>
        <dsp:cNvPr id="0" name=""/>
        <dsp:cNvSpPr/>
      </dsp:nvSpPr>
      <dsp:spPr>
        <a:xfrm>
          <a:off x="469025" y="334619"/>
          <a:ext cx="91440" cy="1922912"/>
        </a:xfrm>
        <a:custGeom>
          <a:avLst/>
          <a:gdLst/>
          <a:ahLst/>
          <a:cxnLst/>
          <a:rect l="0" t="0" r="0" b="0"/>
          <a:pathLst>
            <a:path>
              <a:moveTo>
                <a:pt x="45720" y="0"/>
              </a:moveTo>
              <a:lnTo>
                <a:pt x="45720" y="1922912"/>
              </a:lnTo>
              <a:lnTo>
                <a:pt x="104134" y="192291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B5361F0-50EF-44A4-B437-90130B234EF1}">
      <dsp:nvSpPr>
        <dsp:cNvPr id="0" name=""/>
        <dsp:cNvSpPr/>
      </dsp:nvSpPr>
      <dsp:spPr>
        <a:xfrm>
          <a:off x="573160" y="2096910"/>
          <a:ext cx="1013018" cy="321241"/>
        </a:xfrm>
        <a:prstGeom prst="roundRect">
          <a:avLst>
            <a:gd name="adj" fmla="val 10000"/>
          </a:avLst>
        </a:prstGeom>
        <a:solidFill>
          <a:schemeClr val="lt1">
            <a:alpha val="90000"/>
            <a:hueOff val="0"/>
            <a:satOff val="0"/>
            <a:lumOff val="0"/>
            <a:alphaOff val="0"/>
          </a:schemeClr>
        </a:solidFill>
        <a:ln w="25400" cap="flat" cmpd="sng" algn="ctr">
          <a:solidFill>
            <a:schemeClr val="accent2">
              <a:hueOff val="547615"/>
              <a:satOff val="3414"/>
              <a:lumOff val="-336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dirty="0"/>
            <a:t>%</a:t>
          </a:r>
          <a:r>
            <a:rPr lang="en-US" sz="1200" kern="1200" baseline="0" dirty="0"/>
            <a:t> of on time journeys</a:t>
          </a:r>
          <a:endParaRPr lang="en-US" sz="1200" kern="1200" dirty="0"/>
        </a:p>
      </dsp:txBody>
      <dsp:txXfrm>
        <a:off x="582569" y="2106319"/>
        <a:ext cx="994200" cy="302423"/>
      </dsp:txXfrm>
    </dsp:sp>
    <dsp:sp modelId="{9C5C326F-039E-42C2-BB80-628CDC6AF9CB}">
      <dsp:nvSpPr>
        <dsp:cNvPr id="0" name=""/>
        <dsp:cNvSpPr/>
      </dsp:nvSpPr>
      <dsp:spPr>
        <a:xfrm>
          <a:off x="469025" y="334619"/>
          <a:ext cx="91440" cy="2347841"/>
        </a:xfrm>
        <a:custGeom>
          <a:avLst/>
          <a:gdLst/>
          <a:ahLst/>
          <a:cxnLst/>
          <a:rect l="0" t="0" r="0" b="0"/>
          <a:pathLst>
            <a:path>
              <a:moveTo>
                <a:pt x="45720" y="0"/>
              </a:moveTo>
              <a:lnTo>
                <a:pt x="45720" y="2347841"/>
              </a:lnTo>
              <a:lnTo>
                <a:pt x="120196" y="2347841"/>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FB1E39E-C6B6-417E-BB17-5487B88449FC}">
      <dsp:nvSpPr>
        <dsp:cNvPr id="0" name=""/>
        <dsp:cNvSpPr/>
      </dsp:nvSpPr>
      <dsp:spPr>
        <a:xfrm>
          <a:off x="589221" y="2515151"/>
          <a:ext cx="1013158" cy="334619"/>
        </a:xfrm>
        <a:prstGeom prst="roundRect">
          <a:avLst>
            <a:gd name="adj" fmla="val 10000"/>
          </a:avLst>
        </a:prstGeom>
        <a:solidFill>
          <a:schemeClr val="lt1">
            <a:alpha val="90000"/>
            <a:hueOff val="0"/>
            <a:satOff val="0"/>
            <a:lumOff val="0"/>
            <a:alphaOff val="0"/>
          </a:schemeClr>
        </a:solidFill>
        <a:ln w="25400" cap="flat" cmpd="sng" algn="ctr">
          <a:solidFill>
            <a:schemeClr val="accent2">
              <a:hueOff val="684519"/>
              <a:satOff val="4268"/>
              <a:lumOff val="-420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None/>
          </a:pPr>
          <a:r>
            <a:rPr lang="en-US" sz="1100" kern="1200" dirty="0"/>
            <a:t> % of cancelled journeys</a:t>
          </a:r>
        </a:p>
      </dsp:txBody>
      <dsp:txXfrm>
        <a:off x="599022" y="2524952"/>
        <a:ext cx="993556" cy="315017"/>
      </dsp:txXfrm>
    </dsp:sp>
    <dsp:sp modelId="{8BEEACBF-3353-43E3-A796-5618F6CADF64}">
      <dsp:nvSpPr>
        <dsp:cNvPr id="0" name=""/>
        <dsp:cNvSpPr/>
      </dsp:nvSpPr>
      <dsp:spPr>
        <a:xfrm>
          <a:off x="469025" y="334619"/>
          <a:ext cx="91440" cy="2766116"/>
        </a:xfrm>
        <a:custGeom>
          <a:avLst/>
          <a:gdLst/>
          <a:ahLst/>
          <a:cxnLst/>
          <a:rect l="0" t="0" r="0" b="0"/>
          <a:pathLst>
            <a:path>
              <a:moveTo>
                <a:pt x="45720" y="0"/>
              </a:moveTo>
              <a:lnTo>
                <a:pt x="45720" y="2766116"/>
              </a:lnTo>
              <a:lnTo>
                <a:pt x="120196" y="2766116"/>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5125A54-6CDD-4CF8-8297-AE87278194E0}">
      <dsp:nvSpPr>
        <dsp:cNvPr id="0" name=""/>
        <dsp:cNvSpPr/>
      </dsp:nvSpPr>
      <dsp:spPr>
        <a:xfrm>
          <a:off x="589221" y="2933426"/>
          <a:ext cx="1013158" cy="334619"/>
        </a:xfrm>
        <a:prstGeom prst="roundRect">
          <a:avLst>
            <a:gd name="adj" fmla="val 10000"/>
          </a:avLst>
        </a:prstGeom>
        <a:solidFill>
          <a:schemeClr val="lt1">
            <a:alpha val="90000"/>
            <a:hueOff val="0"/>
            <a:satOff val="0"/>
            <a:lumOff val="0"/>
            <a:alphaOff val="0"/>
          </a:schemeClr>
        </a:solidFill>
        <a:ln w="25400" cap="flat" cmpd="sng" algn="ctr">
          <a:solidFill>
            <a:schemeClr val="accent2">
              <a:hueOff val="821423"/>
              <a:satOff val="5121"/>
              <a:lumOff val="-504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dirty="0"/>
            <a:t># on time journeys  </a:t>
          </a:r>
        </a:p>
      </dsp:txBody>
      <dsp:txXfrm>
        <a:off x="599022" y="2943227"/>
        <a:ext cx="993556" cy="315017"/>
      </dsp:txXfrm>
    </dsp:sp>
    <dsp:sp modelId="{DC20FE16-D7A4-49D9-8C0B-F72F5BAA7725}">
      <dsp:nvSpPr>
        <dsp:cNvPr id="0" name=""/>
        <dsp:cNvSpPr/>
      </dsp:nvSpPr>
      <dsp:spPr>
        <a:xfrm>
          <a:off x="469025" y="334619"/>
          <a:ext cx="91440" cy="3184390"/>
        </a:xfrm>
        <a:custGeom>
          <a:avLst/>
          <a:gdLst/>
          <a:ahLst/>
          <a:cxnLst/>
          <a:rect l="0" t="0" r="0" b="0"/>
          <a:pathLst>
            <a:path>
              <a:moveTo>
                <a:pt x="45720" y="0"/>
              </a:moveTo>
              <a:lnTo>
                <a:pt x="45720" y="3184390"/>
              </a:lnTo>
              <a:lnTo>
                <a:pt x="120196" y="3184390"/>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CA1F9BE-12BE-422E-8749-45F792B665E6}">
      <dsp:nvSpPr>
        <dsp:cNvPr id="0" name=""/>
        <dsp:cNvSpPr/>
      </dsp:nvSpPr>
      <dsp:spPr>
        <a:xfrm>
          <a:off x="589221" y="3351700"/>
          <a:ext cx="1013158" cy="334619"/>
        </a:xfrm>
        <a:prstGeom prst="roundRect">
          <a:avLst>
            <a:gd name="adj" fmla="val 10000"/>
          </a:avLst>
        </a:prstGeom>
        <a:solidFill>
          <a:schemeClr val="lt1">
            <a:alpha val="90000"/>
            <a:hueOff val="0"/>
            <a:satOff val="0"/>
            <a:lumOff val="0"/>
            <a:alphaOff val="0"/>
          </a:schemeClr>
        </a:solidFill>
        <a:ln w="25400" cap="flat" cmpd="sng" algn="ctr">
          <a:solidFill>
            <a:schemeClr val="accent2">
              <a:hueOff val="958327"/>
              <a:satOff val="5975"/>
              <a:lumOff val="-588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dirty="0"/>
            <a:t>Total Journey</a:t>
          </a:r>
        </a:p>
      </dsp:txBody>
      <dsp:txXfrm>
        <a:off x="599022" y="3361501"/>
        <a:ext cx="993556" cy="31501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F33634-07D2-4210-AD7B-4CCA0A54F229}">
      <dsp:nvSpPr>
        <dsp:cNvPr id="0" name=""/>
        <dsp:cNvSpPr/>
      </dsp:nvSpPr>
      <dsp:spPr>
        <a:xfrm>
          <a:off x="1571" y="260754"/>
          <a:ext cx="1949871" cy="412527"/>
        </a:xfrm>
        <a:prstGeom prst="roundRect">
          <a:avLst>
            <a:gd name="adj" fmla="val 10000"/>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Refund request</a:t>
          </a:r>
        </a:p>
      </dsp:txBody>
      <dsp:txXfrm>
        <a:off x="13654" y="272837"/>
        <a:ext cx="1925705" cy="388361"/>
      </dsp:txXfrm>
    </dsp:sp>
    <dsp:sp modelId="{7DE9B804-3A33-4660-A8BD-2E8C9DB2B7AD}">
      <dsp:nvSpPr>
        <dsp:cNvPr id="0" name=""/>
        <dsp:cNvSpPr/>
      </dsp:nvSpPr>
      <dsp:spPr>
        <a:xfrm>
          <a:off x="196558" y="673282"/>
          <a:ext cx="187109" cy="401109"/>
        </a:xfrm>
        <a:custGeom>
          <a:avLst/>
          <a:gdLst/>
          <a:ahLst/>
          <a:cxnLst/>
          <a:rect l="0" t="0" r="0" b="0"/>
          <a:pathLst>
            <a:path>
              <a:moveTo>
                <a:pt x="0" y="0"/>
              </a:moveTo>
              <a:lnTo>
                <a:pt x="0" y="401109"/>
              </a:lnTo>
              <a:lnTo>
                <a:pt x="187109" y="401109"/>
              </a:lnTo>
            </a:path>
          </a:pathLst>
        </a:custGeom>
        <a:noFill/>
        <a:ln w="25400" cap="flat" cmpd="sng" algn="ctr">
          <a:solidFill>
            <a:srgbClr val="00B050"/>
          </a:solidFill>
          <a:prstDash val="solid"/>
        </a:ln>
        <a:effectLst/>
      </dsp:spPr>
      <dsp:style>
        <a:lnRef idx="2">
          <a:scrgbClr r="0" g="0" b="0"/>
        </a:lnRef>
        <a:fillRef idx="0">
          <a:scrgbClr r="0" g="0" b="0"/>
        </a:fillRef>
        <a:effectRef idx="0">
          <a:scrgbClr r="0" g="0" b="0"/>
        </a:effectRef>
        <a:fontRef idx="minor"/>
      </dsp:style>
    </dsp:sp>
    <dsp:sp modelId="{B3DBCCBD-8E5D-4603-89AE-F978B61955E5}">
      <dsp:nvSpPr>
        <dsp:cNvPr id="0" name=""/>
        <dsp:cNvSpPr/>
      </dsp:nvSpPr>
      <dsp:spPr>
        <a:xfrm>
          <a:off x="383667" y="871434"/>
          <a:ext cx="1256298" cy="405915"/>
        </a:xfrm>
        <a:prstGeom prst="roundRect">
          <a:avLst>
            <a:gd name="adj" fmla="val 10000"/>
          </a:avLst>
        </a:prstGeom>
        <a:solidFill>
          <a:schemeClr val="lt1">
            <a:alpha val="90000"/>
            <a:hueOff val="0"/>
            <a:satOff val="0"/>
            <a:lumOff val="0"/>
            <a:alphaOff val="0"/>
          </a:schemeClr>
        </a:solidFill>
        <a:ln w="25400" cap="flat" cmpd="sng" algn="ctr">
          <a:solidFill>
            <a:srgbClr val="00B050"/>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 Refund requests</a:t>
          </a:r>
        </a:p>
      </dsp:txBody>
      <dsp:txXfrm>
        <a:off x="395556" y="883323"/>
        <a:ext cx="1232520" cy="382137"/>
      </dsp:txXfrm>
    </dsp:sp>
    <dsp:sp modelId="{1DBA9F3B-FBC2-4751-88C1-3647B682AFAF}">
      <dsp:nvSpPr>
        <dsp:cNvPr id="0" name=""/>
        <dsp:cNvSpPr/>
      </dsp:nvSpPr>
      <dsp:spPr>
        <a:xfrm>
          <a:off x="196558" y="673282"/>
          <a:ext cx="163585" cy="1211929"/>
        </a:xfrm>
        <a:custGeom>
          <a:avLst/>
          <a:gdLst/>
          <a:ahLst/>
          <a:cxnLst/>
          <a:rect l="0" t="0" r="0" b="0"/>
          <a:pathLst>
            <a:path>
              <a:moveTo>
                <a:pt x="0" y="0"/>
              </a:moveTo>
              <a:lnTo>
                <a:pt x="0" y="1211929"/>
              </a:lnTo>
              <a:lnTo>
                <a:pt x="163585" y="1211929"/>
              </a:lnTo>
            </a:path>
          </a:pathLst>
        </a:custGeom>
        <a:noFill/>
        <a:ln w="25400" cap="flat" cmpd="sng" algn="ctr">
          <a:solidFill>
            <a:srgbClr val="00B050"/>
          </a:solidFill>
          <a:prstDash val="solid"/>
        </a:ln>
        <a:effectLst/>
      </dsp:spPr>
      <dsp:style>
        <a:lnRef idx="2">
          <a:scrgbClr r="0" g="0" b="0"/>
        </a:lnRef>
        <a:fillRef idx="0">
          <a:scrgbClr r="0" g="0" b="0"/>
        </a:fillRef>
        <a:effectRef idx="0">
          <a:scrgbClr r="0" g="0" b="0"/>
        </a:effectRef>
        <a:fontRef idx="minor"/>
      </dsp:style>
    </dsp:sp>
    <dsp:sp modelId="{57CB7C92-A9D7-4819-82D6-9F4E5CAC9276}">
      <dsp:nvSpPr>
        <dsp:cNvPr id="0" name=""/>
        <dsp:cNvSpPr/>
      </dsp:nvSpPr>
      <dsp:spPr>
        <a:xfrm>
          <a:off x="360144" y="1682254"/>
          <a:ext cx="1274808" cy="405915"/>
        </a:xfrm>
        <a:prstGeom prst="roundRect">
          <a:avLst>
            <a:gd name="adj" fmla="val 10000"/>
          </a:avLst>
        </a:prstGeom>
        <a:solidFill>
          <a:schemeClr val="lt1">
            <a:alpha val="90000"/>
            <a:hueOff val="0"/>
            <a:satOff val="0"/>
            <a:lumOff val="0"/>
            <a:alphaOff val="0"/>
          </a:schemeClr>
        </a:solidFill>
        <a:ln w="25400" cap="flat" cmpd="sng" algn="ctr">
          <a:solidFill>
            <a:srgbClr val="00B050"/>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 Non-Refund</a:t>
          </a:r>
          <a:r>
            <a:rPr lang="en-US" sz="1400" kern="1200" baseline="0" dirty="0"/>
            <a:t> requests</a:t>
          </a:r>
          <a:endParaRPr lang="en-US" sz="1400" kern="1200" dirty="0"/>
        </a:p>
      </dsp:txBody>
      <dsp:txXfrm>
        <a:off x="372033" y="1694143"/>
        <a:ext cx="1251030" cy="382137"/>
      </dsp:txXfrm>
    </dsp:sp>
    <dsp:sp modelId="{8C91DA4D-CAA5-43C8-9618-AA0822DE7FD8}">
      <dsp:nvSpPr>
        <dsp:cNvPr id="0" name=""/>
        <dsp:cNvSpPr/>
      </dsp:nvSpPr>
      <dsp:spPr>
        <a:xfrm>
          <a:off x="196558" y="673282"/>
          <a:ext cx="216341" cy="1965068"/>
        </a:xfrm>
        <a:custGeom>
          <a:avLst/>
          <a:gdLst/>
          <a:ahLst/>
          <a:cxnLst/>
          <a:rect l="0" t="0" r="0" b="0"/>
          <a:pathLst>
            <a:path>
              <a:moveTo>
                <a:pt x="0" y="0"/>
              </a:moveTo>
              <a:lnTo>
                <a:pt x="0" y="1965068"/>
              </a:lnTo>
              <a:lnTo>
                <a:pt x="216341" y="1965068"/>
              </a:lnTo>
            </a:path>
          </a:pathLst>
        </a:custGeom>
        <a:noFill/>
        <a:ln w="25400" cap="flat" cmpd="sng" algn="ctr">
          <a:solidFill>
            <a:srgbClr val="00B050"/>
          </a:solidFill>
          <a:prstDash val="solid"/>
        </a:ln>
        <a:effectLst/>
      </dsp:spPr>
      <dsp:style>
        <a:lnRef idx="2">
          <a:scrgbClr r="0" g="0" b="0"/>
        </a:lnRef>
        <a:fillRef idx="0">
          <a:scrgbClr r="0" g="0" b="0"/>
        </a:fillRef>
        <a:effectRef idx="0">
          <a:scrgbClr r="0" g="0" b="0"/>
        </a:effectRef>
        <a:fontRef idx="minor"/>
      </dsp:style>
    </dsp:sp>
    <dsp:sp modelId="{D997EB2E-3142-4D19-BF6C-B2F939F39A94}">
      <dsp:nvSpPr>
        <dsp:cNvPr id="0" name=""/>
        <dsp:cNvSpPr/>
      </dsp:nvSpPr>
      <dsp:spPr>
        <a:xfrm>
          <a:off x="412900" y="2435393"/>
          <a:ext cx="1220922" cy="405915"/>
        </a:xfrm>
        <a:prstGeom prst="roundRect">
          <a:avLst>
            <a:gd name="adj" fmla="val 10000"/>
          </a:avLst>
        </a:prstGeom>
        <a:solidFill>
          <a:schemeClr val="lt1">
            <a:alpha val="90000"/>
            <a:hueOff val="0"/>
            <a:satOff val="0"/>
            <a:lumOff val="0"/>
            <a:alphaOff val="0"/>
          </a:schemeClr>
        </a:solidFill>
        <a:ln w="25400" cap="flat" cmpd="sng" algn="ctr">
          <a:solidFill>
            <a:srgbClr val="00B050"/>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Refund rate</a:t>
          </a:r>
        </a:p>
      </dsp:txBody>
      <dsp:txXfrm>
        <a:off x="424789" y="2447282"/>
        <a:ext cx="1197144" cy="382137"/>
      </dsp:txXfrm>
    </dsp:sp>
    <dsp:sp modelId="{65A4AD57-3AC5-47CC-A642-6B996CE8D4E8}">
      <dsp:nvSpPr>
        <dsp:cNvPr id="0" name=""/>
        <dsp:cNvSpPr/>
      </dsp:nvSpPr>
      <dsp:spPr>
        <a:xfrm>
          <a:off x="196558" y="673282"/>
          <a:ext cx="209801" cy="2620803"/>
        </a:xfrm>
        <a:custGeom>
          <a:avLst/>
          <a:gdLst/>
          <a:ahLst/>
          <a:cxnLst/>
          <a:rect l="0" t="0" r="0" b="0"/>
          <a:pathLst>
            <a:path>
              <a:moveTo>
                <a:pt x="0" y="0"/>
              </a:moveTo>
              <a:lnTo>
                <a:pt x="0" y="2620803"/>
              </a:lnTo>
              <a:lnTo>
                <a:pt x="209801" y="2620803"/>
              </a:lnTo>
            </a:path>
          </a:pathLst>
        </a:custGeom>
        <a:noFill/>
        <a:ln w="25400" cap="flat" cmpd="sng" algn="ctr">
          <a:solidFill>
            <a:srgbClr val="00B050"/>
          </a:solidFill>
          <a:prstDash val="solid"/>
        </a:ln>
        <a:effectLst/>
      </dsp:spPr>
      <dsp:style>
        <a:lnRef idx="2">
          <a:scrgbClr r="0" g="0" b="0"/>
        </a:lnRef>
        <a:fillRef idx="0">
          <a:scrgbClr r="0" g="0" b="0"/>
        </a:fillRef>
        <a:effectRef idx="0">
          <a:scrgbClr r="0" g="0" b="0"/>
        </a:effectRef>
        <a:fontRef idx="minor"/>
      </dsp:style>
    </dsp:sp>
    <dsp:sp modelId="{819468FF-FBD0-4E6A-BFA5-92C214AAE833}">
      <dsp:nvSpPr>
        <dsp:cNvPr id="0" name=""/>
        <dsp:cNvSpPr/>
      </dsp:nvSpPr>
      <dsp:spPr>
        <a:xfrm>
          <a:off x="406360" y="3091128"/>
          <a:ext cx="1255785" cy="405915"/>
        </a:xfrm>
        <a:prstGeom prst="roundRect">
          <a:avLst>
            <a:gd name="adj" fmla="val 10000"/>
          </a:avLst>
        </a:prstGeom>
        <a:solidFill>
          <a:schemeClr val="lt1">
            <a:alpha val="90000"/>
            <a:hueOff val="0"/>
            <a:satOff val="0"/>
            <a:lumOff val="0"/>
            <a:alphaOff val="0"/>
          </a:schemeClr>
        </a:solidFill>
        <a:ln w="25400" cap="flat" cmpd="sng" algn="ctr">
          <a:solidFill>
            <a:srgbClr val="00B050"/>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 tIns="16510" rIns="24765" bIns="16510" numCol="1" spcCol="1270" anchor="ctr" anchorCtr="0">
          <a:noAutofit/>
        </a:bodyPr>
        <a:lstStyle/>
        <a:p>
          <a:pPr marL="0" lvl="0" indent="0" algn="ctr" defTabSz="577850">
            <a:lnSpc>
              <a:spcPct val="90000"/>
            </a:lnSpc>
            <a:spcBef>
              <a:spcPct val="0"/>
            </a:spcBef>
            <a:spcAft>
              <a:spcPct val="35000"/>
            </a:spcAft>
            <a:buNone/>
          </a:pPr>
          <a:r>
            <a:rPr lang="en-US" sz="1300" kern="1200" dirty="0"/>
            <a:t>Non-refund rate</a:t>
          </a:r>
        </a:p>
      </dsp:txBody>
      <dsp:txXfrm>
        <a:off x="418249" y="3103017"/>
        <a:ext cx="1232007" cy="38213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F33634-07D2-4210-AD7B-4CCA0A54F229}">
      <dsp:nvSpPr>
        <dsp:cNvPr id="0" name=""/>
        <dsp:cNvSpPr/>
      </dsp:nvSpPr>
      <dsp:spPr>
        <a:xfrm>
          <a:off x="1726" y="151638"/>
          <a:ext cx="1634729" cy="403619"/>
        </a:xfrm>
        <a:prstGeom prst="roundRect">
          <a:avLst>
            <a:gd name="adj" fmla="val 10000"/>
          </a:avLst>
        </a:prstGeom>
        <a:solidFill>
          <a:srgbClr val="7030A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err="1"/>
            <a:t>Railcard</a:t>
          </a:r>
          <a:endParaRPr lang="en-US" sz="2000" kern="1200" dirty="0"/>
        </a:p>
      </dsp:txBody>
      <dsp:txXfrm>
        <a:off x="13548" y="163460"/>
        <a:ext cx="1611085" cy="379975"/>
      </dsp:txXfrm>
    </dsp:sp>
    <dsp:sp modelId="{7DE9B804-3A33-4660-A8BD-2E8C9DB2B7AD}">
      <dsp:nvSpPr>
        <dsp:cNvPr id="0" name=""/>
        <dsp:cNvSpPr/>
      </dsp:nvSpPr>
      <dsp:spPr>
        <a:xfrm>
          <a:off x="165199" y="555258"/>
          <a:ext cx="153409" cy="656164"/>
        </a:xfrm>
        <a:custGeom>
          <a:avLst/>
          <a:gdLst/>
          <a:ahLst/>
          <a:cxnLst/>
          <a:rect l="0" t="0" r="0" b="0"/>
          <a:pathLst>
            <a:path>
              <a:moveTo>
                <a:pt x="0" y="0"/>
              </a:moveTo>
              <a:lnTo>
                <a:pt x="0" y="656164"/>
              </a:lnTo>
              <a:lnTo>
                <a:pt x="153409" y="656164"/>
              </a:lnTo>
            </a:path>
          </a:pathLst>
        </a:custGeom>
        <a:noFill/>
        <a:ln w="25400" cap="flat" cmpd="sng" algn="ctr">
          <a:solidFill>
            <a:srgbClr val="7030A0"/>
          </a:solidFill>
          <a:prstDash val="solid"/>
        </a:ln>
        <a:effectLst/>
      </dsp:spPr>
      <dsp:style>
        <a:lnRef idx="2">
          <a:scrgbClr r="0" g="0" b="0"/>
        </a:lnRef>
        <a:fillRef idx="0">
          <a:scrgbClr r="0" g="0" b="0"/>
        </a:fillRef>
        <a:effectRef idx="0">
          <a:scrgbClr r="0" g="0" b="0"/>
        </a:effectRef>
        <a:fontRef idx="minor"/>
      </dsp:style>
    </dsp:sp>
    <dsp:sp modelId="{B3DBCCBD-8E5D-4603-89AE-F978B61955E5}">
      <dsp:nvSpPr>
        <dsp:cNvPr id="0" name=""/>
        <dsp:cNvSpPr/>
      </dsp:nvSpPr>
      <dsp:spPr>
        <a:xfrm>
          <a:off x="318608" y="955365"/>
          <a:ext cx="1054050" cy="512114"/>
        </a:xfrm>
        <a:prstGeom prst="roundRect">
          <a:avLst>
            <a:gd name="adj" fmla="val 10000"/>
          </a:avLst>
        </a:prstGeom>
        <a:solidFill>
          <a:schemeClr val="lt1">
            <a:alpha val="90000"/>
            <a:hueOff val="0"/>
            <a:satOff val="0"/>
            <a:lumOff val="0"/>
            <a:alphaOff val="0"/>
          </a:schemeClr>
        </a:solidFill>
        <a:ln w="25400" cap="flat" cmpd="sng" algn="ctr">
          <a:solidFill>
            <a:srgbClr val="7030A0"/>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 Rail-card holders</a:t>
          </a:r>
        </a:p>
      </dsp:txBody>
      <dsp:txXfrm>
        <a:off x="333607" y="970364"/>
        <a:ext cx="1024052" cy="482116"/>
      </dsp:txXfrm>
    </dsp:sp>
    <dsp:sp modelId="{1DBA9F3B-FBC2-4751-88C1-3647B682AFAF}">
      <dsp:nvSpPr>
        <dsp:cNvPr id="0" name=""/>
        <dsp:cNvSpPr/>
      </dsp:nvSpPr>
      <dsp:spPr>
        <a:xfrm>
          <a:off x="165199" y="555258"/>
          <a:ext cx="174842" cy="1729325"/>
        </a:xfrm>
        <a:custGeom>
          <a:avLst/>
          <a:gdLst/>
          <a:ahLst/>
          <a:cxnLst/>
          <a:rect l="0" t="0" r="0" b="0"/>
          <a:pathLst>
            <a:path>
              <a:moveTo>
                <a:pt x="0" y="0"/>
              </a:moveTo>
              <a:lnTo>
                <a:pt x="0" y="1729325"/>
              </a:lnTo>
              <a:lnTo>
                <a:pt x="174842" y="1729325"/>
              </a:lnTo>
            </a:path>
          </a:pathLst>
        </a:custGeom>
        <a:noFill/>
        <a:ln w="25400" cap="flat" cmpd="sng" algn="ctr">
          <a:solidFill>
            <a:srgbClr val="7030A0"/>
          </a:solidFill>
          <a:prstDash val="solid"/>
        </a:ln>
        <a:effectLst/>
      </dsp:spPr>
      <dsp:style>
        <a:lnRef idx="2">
          <a:scrgbClr r="0" g="0" b="0"/>
        </a:lnRef>
        <a:fillRef idx="0">
          <a:scrgbClr r="0" g="0" b="0"/>
        </a:fillRef>
        <a:effectRef idx="0">
          <a:scrgbClr r="0" g="0" b="0"/>
        </a:effectRef>
        <a:fontRef idx="minor"/>
      </dsp:style>
    </dsp:sp>
    <dsp:sp modelId="{57CB7C92-A9D7-4819-82D6-9F4E5CAC9276}">
      <dsp:nvSpPr>
        <dsp:cNvPr id="0" name=""/>
        <dsp:cNvSpPr/>
      </dsp:nvSpPr>
      <dsp:spPr>
        <a:xfrm>
          <a:off x="340042" y="2028260"/>
          <a:ext cx="1111350" cy="512646"/>
        </a:xfrm>
        <a:prstGeom prst="roundRect">
          <a:avLst>
            <a:gd name="adj" fmla="val 10000"/>
          </a:avLst>
        </a:prstGeom>
        <a:solidFill>
          <a:schemeClr val="lt1">
            <a:alpha val="90000"/>
            <a:hueOff val="0"/>
            <a:satOff val="0"/>
            <a:lumOff val="0"/>
            <a:alphaOff val="0"/>
          </a:schemeClr>
        </a:solidFill>
        <a:ln w="25400" cap="flat" cmpd="sng" algn="ctr">
          <a:solidFill>
            <a:srgbClr val="7030A0"/>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 Non rail-card holders</a:t>
          </a:r>
        </a:p>
      </dsp:txBody>
      <dsp:txXfrm>
        <a:off x="355057" y="2043275"/>
        <a:ext cx="1081320" cy="482616"/>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ed3401ed36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8" name="Google Shape;458;ged3401ed36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p:cNvGrpSpPr/>
        <p:nvPr/>
      </p:nvGrpSpPr>
      <p:grpSpPr>
        <a:xfrm>
          <a:off x="0" y="0"/>
          <a:ext cx="0" cy="0"/>
          <a:chOff x="0" y="0"/>
          <a:chExt cx="0" cy="0"/>
        </a:xfrm>
      </p:grpSpPr>
      <p:sp>
        <p:nvSpPr>
          <p:cNvPr id="807" name="Google Shape;807;ge1d838b627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8" name="Google Shape;808;ge1d838b627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0"/>
        <p:cNvGrpSpPr/>
        <p:nvPr/>
      </p:nvGrpSpPr>
      <p:grpSpPr>
        <a:xfrm>
          <a:off x="0" y="0"/>
          <a:ext cx="0" cy="0"/>
          <a:chOff x="0" y="0"/>
          <a:chExt cx="0" cy="0"/>
        </a:xfrm>
      </p:grpSpPr>
      <p:sp>
        <p:nvSpPr>
          <p:cNvPr id="771" name="Google Shape;771;ge1d838b627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2" name="Google Shape;772;ge1d838b627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ge207fd22f2_0_250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0" name="Google Shape;790;ge207fd22f2_0_250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p:cNvGrpSpPr/>
        <p:nvPr/>
      </p:nvGrpSpPr>
      <p:grpSpPr>
        <a:xfrm>
          <a:off x="0" y="0"/>
          <a:ext cx="0" cy="0"/>
          <a:chOff x="0" y="0"/>
          <a:chExt cx="0" cy="0"/>
        </a:xfrm>
      </p:grpSpPr>
      <p:sp>
        <p:nvSpPr>
          <p:cNvPr id="1043" name="Google Shape;1043;ge1d838b627_4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4" name="Google Shape;1044;ge1d838b627_4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p:cNvGrpSpPr/>
        <p:nvPr/>
      </p:nvGrpSpPr>
      <p:grpSpPr>
        <a:xfrm>
          <a:off x="0" y="0"/>
          <a:ext cx="0" cy="0"/>
          <a:chOff x="0" y="0"/>
          <a:chExt cx="0" cy="0"/>
        </a:xfrm>
      </p:grpSpPr>
      <p:sp>
        <p:nvSpPr>
          <p:cNvPr id="1145" name="Google Shape;1145;ge1d838b627_4_2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6" name="Google Shape;1146;ge1d838b627_4_2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347490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ge207fd22f2_0_250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0" name="Google Shape;790;ge207fd22f2_0_250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620658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a:extLst>
            <a:ext uri="{FF2B5EF4-FFF2-40B4-BE49-F238E27FC236}">
              <a16:creationId xmlns:a16="http://schemas.microsoft.com/office/drawing/2014/main" id="{CC83EB39-EEF8-2417-1396-8EDD6B73AFB1}"/>
            </a:ext>
          </a:extLst>
        </p:cNvPr>
        <p:cNvGrpSpPr/>
        <p:nvPr/>
      </p:nvGrpSpPr>
      <p:grpSpPr>
        <a:xfrm>
          <a:off x="0" y="0"/>
          <a:ext cx="0" cy="0"/>
          <a:chOff x="0" y="0"/>
          <a:chExt cx="0" cy="0"/>
        </a:xfrm>
      </p:grpSpPr>
      <p:sp>
        <p:nvSpPr>
          <p:cNvPr id="789" name="Google Shape;789;ge207fd22f2_0_25013:notes">
            <a:extLst>
              <a:ext uri="{FF2B5EF4-FFF2-40B4-BE49-F238E27FC236}">
                <a16:creationId xmlns:a16="http://schemas.microsoft.com/office/drawing/2014/main" id="{67E35143-F786-451A-5CA5-DBC639BA09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0" name="Google Shape;790;ge207fd22f2_0_25013:notes">
            <a:extLst>
              <a:ext uri="{FF2B5EF4-FFF2-40B4-BE49-F238E27FC236}">
                <a16:creationId xmlns:a16="http://schemas.microsoft.com/office/drawing/2014/main" id="{04EE06CD-457A-67C1-FC9D-FA8E2315A0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188218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a:extLst>
            <a:ext uri="{FF2B5EF4-FFF2-40B4-BE49-F238E27FC236}">
              <a16:creationId xmlns:a16="http://schemas.microsoft.com/office/drawing/2014/main" id="{133F11EE-249F-8318-A391-9BF72BFA7578}"/>
            </a:ext>
          </a:extLst>
        </p:cNvPr>
        <p:cNvGrpSpPr/>
        <p:nvPr/>
      </p:nvGrpSpPr>
      <p:grpSpPr>
        <a:xfrm>
          <a:off x="0" y="0"/>
          <a:ext cx="0" cy="0"/>
          <a:chOff x="0" y="0"/>
          <a:chExt cx="0" cy="0"/>
        </a:xfrm>
      </p:grpSpPr>
      <p:sp>
        <p:nvSpPr>
          <p:cNvPr id="789" name="Google Shape;789;ge207fd22f2_0_25013:notes">
            <a:extLst>
              <a:ext uri="{FF2B5EF4-FFF2-40B4-BE49-F238E27FC236}">
                <a16:creationId xmlns:a16="http://schemas.microsoft.com/office/drawing/2014/main" id="{8898004E-9E2F-AC69-38B7-EB3245EA6F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0" name="Google Shape;790;ge207fd22f2_0_25013:notes">
            <a:extLst>
              <a:ext uri="{FF2B5EF4-FFF2-40B4-BE49-F238E27FC236}">
                <a16:creationId xmlns:a16="http://schemas.microsoft.com/office/drawing/2014/main" id="{F8C93BCC-09F2-B526-31F8-A06D9CD8F6F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229354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a:extLst>
            <a:ext uri="{FF2B5EF4-FFF2-40B4-BE49-F238E27FC236}">
              <a16:creationId xmlns:a16="http://schemas.microsoft.com/office/drawing/2014/main" id="{CC83EB39-EEF8-2417-1396-8EDD6B73AFB1}"/>
            </a:ext>
          </a:extLst>
        </p:cNvPr>
        <p:cNvGrpSpPr/>
        <p:nvPr/>
      </p:nvGrpSpPr>
      <p:grpSpPr>
        <a:xfrm>
          <a:off x="0" y="0"/>
          <a:ext cx="0" cy="0"/>
          <a:chOff x="0" y="0"/>
          <a:chExt cx="0" cy="0"/>
        </a:xfrm>
      </p:grpSpPr>
      <p:sp>
        <p:nvSpPr>
          <p:cNvPr id="789" name="Google Shape;789;ge207fd22f2_0_25013:notes">
            <a:extLst>
              <a:ext uri="{FF2B5EF4-FFF2-40B4-BE49-F238E27FC236}">
                <a16:creationId xmlns:a16="http://schemas.microsoft.com/office/drawing/2014/main" id="{67E35143-F786-451A-5CA5-DBC639BA09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0" name="Google Shape;790;ge207fd22f2_0_25013:notes">
            <a:extLst>
              <a:ext uri="{FF2B5EF4-FFF2-40B4-BE49-F238E27FC236}">
                <a16:creationId xmlns:a16="http://schemas.microsoft.com/office/drawing/2014/main" id="{04EE06CD-457A-67C1-FC9D-FA8E2315A0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873752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a:extLst>
            <a:ext uri="{FF2B5EF4-FFF2-40B4-BE49-F238E27FC236}">
              <a16:creationId xmlns:a16="http://schemas.microsoft.com/office/drawing/2014/main" id="{CC83EB39-EEF8-2417-1396-8EDD6B73AFB1}"/>
            </a:ext>
          </a:extLst>
        </p:cNvPr>
        <p:cNvGrpSpPr/>
        <p:nvPr/>
      </p:nvGrpSpPr>
      <p:grpSpPr>
        <a:xfrm>
          <a:off x="0" y="0"/>
          <a:ext cx="0" cy="0"/>
          <a:chOff x="0" y="0"/>
          <a:chExt cx="0" cy="0"/>
        </a:xfrm>
      </p:grpSpPr>
      <p:sp>
        <p:nvSpPr>
          <p:cNvPr id="789" name="Google Shape;789;ge207fd22f2_0_25013:notes">
            <a:extLst>
              <a:ext uri="{FF2B5EF4-FFF2-40B4-BE49-F238E27FC236}">
                <a16:creationId xmlns:a16="http://schemas.microsoft.com/office/drawing/2014/main" id="{67E35143-F786-451A-5CA5-DBC639BA09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0" name="Google Shape;790;ge207fd22f2_0_25013:notes">
            <a:extLst>
              <a:ext uri="{FF2B5EF4-FFF2-40B4-BE49-F238E27FC236}">
                <a16:creationId xmlns:a16="http://schemas.microsoft.com/office/drawing/2014/main" id="{04EE06CD-457A-67C1-FC9D-FA8E2315A0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252579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a:extLst>
            <a:ext uri="{FF2B5EF4-FFF2-40B4-BE49-F238E27FC236}">
              <a16:creationId xmlns:a16="http://schemas.microsoft.com/office/drawing/2014/main" id="{CC83EB39-EEF8-2417-1396-8EDD6B73AFB1}"/>
            </a:ext>
          </a:extLst>
        </p:cNvPr>
        <p:cNvGrpSpPr/>
        <p:nvPr/>
      </p:nvGrpSpPr>
      <p:grpSpPr>
        <a:xfrm>
          <a:off x="0" y="0"/>
          <a:ext cx="0" cy="0"/>
          <a:chOff x="0" y="0"/>
          <a:chExt cx="0" cy="0"/>
        </a:xfrm>
      </p:grpSpPr>
      <p:sp>
        <p:nvSpPr>
          <p:cNvPr id="789" name="Google Shape;789;ge207fd22f2_0_25013:notes">
            <a:extLst>
              <a:ext uri="{FF2B5EF4-FFF2-40B4-BE49-F238E27FC236}">
                <a16:creationId xmlns:a16="http://schemas.microsoft.com/office/drawing/2014/main" id="{67E35143-F786-451A-5CA5-DBC639BA09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0" name="Google Shape;790;ge207fd22f2_0_25013:notes">
            <a:extLst>
              <a:ext uri="{FF2B5EF4-FFF2-40B4-BE49-F238E27FC236}">
                <a16:creationId xmlns:a16="http://schemas.microsoft.com/office/drawing/2014/main" id="{04EE06CD-457A-67C1-FC9D-FA8E2315A0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8489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a:extLst>
            <a:ext uri="{FF2B5EF4-FFF2-40B4-BE49-F238E27FC236}">
              <a16:creationId xmlns:a16="http://schemas.microsoft.com/office/drawing/2014/main" id="{845D8677-A8A0-6420-85DE-ACE13BF6760C}"/>
            </a:ext>
          </a:extLst>
        </p:cNvPr>
        <p:cNvGrpSpPr/>
        <p:nvPr/>
      </p:nvGrpSpPr>
      <p:grpSpPr>
        <a:xfrm>
          <a:off x="0" y="0"/>
          <a:ext cx="0" cy="0"/>
          <a:chOff x="0" y="0"/>
          <a:chExt cx="0" cy="0"/>
        </a:xfrm>
      </p:grpSpPr>
      <p:sp>
        <p:nvSpPr>
          <p:cNvPr id="789" name="Google Shape;789;ge207fd22f2_0_25013:notes">
            <a:extLst>
              <a:ext uri="{FF2B5EF4-FFF2-40B4-BE49-F238E27FC236}">
                <a16:creationId xmlns:a16="http://schemas.microsoft.com/office/drawing/2014/main" id="{36816D8E-A355-CF1F-B026-8E6AE93122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0" name="Google Shape;790;ge207fd22f2_0_25013:notes">
            <a:extLst>
              <a:ext uri="{FF2B5EF4-FFF2-40B4-BE49-F238E27FC236}">
                <a16:creationId xmlns:a16="http://schemas.microsoft.com/office/drawing/2014/main" id="{6E250B49-623B-BDC4-A35A-75DBA6E27A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042741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a:extLst>
            <a:ext uri="{FF2B5EF4-FFF2-40B4-BE49-F238E27FC236}">
              <a16:creationId xmlns:a16="http://schemas.microsoft.com/office/drawing/2014/main" id="{6337D23F-8EB7-6A5E-E85D-98699E2755CA}"/>
            </a:ext>
          </a:extLst>
        </p:cNvPr>
        <p:cNvGrpSpPr/>
        <p:nvPr/>
      </p:nvGrpSpPr>
      <p:grpSpPr>
        <a:xfrm>
          <a:off x="0" y="0"/>
          <a:ext cx="0" cy="0"/>
          <a:chOff x="0" y="0"/>
          <a:chExt cx="0" cy="0"/>
        </a:xfrm>
      </p:grpSpPr>
      <p:sp>
        <p:nvSpPr>
          <p:cNvPr id="789" name="Google Shape;789;ge207fd22f2_0_25013:notes">
            <a:extLst>
              <a:ext uri="{FF2B5EF4-FFF2-40B4-BE49-F238E27FC236}">
                <a16:creationId xmlns:a16="http://schemas.microsoft.com/office/drawing/2014/main" id="{E211CC6C-7F66-9831-A650-E9C46102864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0" name="Google Shape;790;ge207fd22f2_0_25013:notes">
            <a:extLst>
              <a:ext uri="{FF2B5EF4-FFF2-40B4-BE49-F238E27FC236}">
                <a16:creationId xmlns:a16="http://schemas.microsoft.com/office/drawing/2014/main" id="{4248C71C-6571-86C0-B55A-96419417346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841416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a:extLst>
            <a:ext uri="{FF2B5EF4-FFF2-40B4-BE49-F238E27FC236}">
              <a16:creationId xmlns:a16="http://schemas.microsoft.com/office/drawing/2014/main" id="{4F5B3E04-54AA-092D-2C22-BE0931FC871E}"/>
            </a:ext>
          </a:extLst>
        </p:cNvPr>
        <p:cNvGrpSpPr/>
        <p:nvPr/>
      </p:nvGrpSpPr>
      <p:grpSpPr>
        <a:xfrm>
          <a:off x="0" y="0"/>
          <a:ext cx="0" cy="0"/>
          <a:chOff x="0" y="0"/>
          <a:chExt cx="0" cy="0"/>
        </a:xfrm>
      </p:grpSpPr>
      <p:sp>
        <p:nvSpPr>
          <p:cNvPr id="789" name="Google Shape;789;ge207fd22f2_0_25013:notes">
            <a:extLst>
              <a:ext uri="{FF2B5EF4-FFF2-40B4-BE49-F238E27FC236}">
                <a16:creationId xmlns:a16="http://schemas.microsoft.com/office/drawing/2014/main" id="{B2D0C30F-A6F0-C185-1A7D-3BE1BA3870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0" name="Google Shape;790;ge207fd22f2_0_25013:notes">
            <a:extLst>
              <a:ext uri="{FF2B5EF4-FFF2-40B4-BE49-F238E27FC236}">
                <a16:creationId xmlns:a16="http://schemas.microsoft.com/office/drawing/2014/main" id="{C0D67236-C8C9-6B92-FD66-7E901D0FE60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004738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a:extLst>
            <a:ext uri="{FF2B5EF4-FFF2-40B4-BE49-F238E27FC236}">
              <a16:creationId xmlns:a16="http://schemas.microsoft.com/office/drawing/2014/main" id="{6337D23F-8EB7-6A5E-E85D-98699E2755CA}"/>
            </a:ext>
          </a:extLst>
        </p:cNvPr>
        <p:cNvGrpSpPr/>
        <p:nvPr/>
      </p:nvGrpSpPr>
      <p:grpSpPr>
        <a:xfrm>
          <a:off x="0" y="0"/>
          <a:ext cx="0" cy="0"/>
          <a:chOff x="0" y="0"/>
          <a:chExt cx="0" cy="0"/>
        </a:xfrm>
      </p:grpSpPr>
      <p:sp>
        <p:nvSpPr>
          <p:cNvPr id="789" name="Google Shape;789;ge207fd22f2_0_25013:notes">
            <a:extLst>
              <a:ext uri="{FF2B5EF4-FFF2-40B4-BE49-F238E27FC236}">
                <a16:creationId xmlns:a16="http://schemas.microsoft.com/office/drawing/2014/main" id="{E211CC6C-7F66-9831-A650-E9C46102864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0" name="Google Shape;790;ge207fd22f2_0_25013:notes">
            <a:extLst>
              <a:ext uri="{FF2B5EF4-FFF2-40B4-BE49-F238E27FC236}">
                <a16:creationId xmlns:a16="http://schemas.microsoft.com/office/drawing/2014/main" id="{4248C71C-6571-86C0-B55A-96419417346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379283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a:extLst>
            <a:ext uri="{FF2B5EF4-FFF2-40B4-BE49-F238E27FC236}">
              <a16:creationId xmlns:a16="http://schemas.microsoft.com/office/drawing/2014/main" id="{CC83EB39-EEF8-2417-1396-8EDD6B73AFB1}"/>
            </a:ext>
          </a:extLst>
        </p:cNvPr>
        <p:cNvGrpSpPr/>
        <p:nvPr/>
      </p:nvGrpSpPr>
      <p:grpSpPr>
        <a:xfrm>
          <a:off x="0" y="0"/>
          <a:ext cx="0" cy="0"/>
          <a:chOff x="0" y="0"/>
          <a:chExt cx="0" cy="0"/>
        </a:xfrm>
      </p:grpSpPr>
      <p:sp>
        <p:nvSpPr>
          <p:cNvPr id="789" name="Google Shape;789;ge207fd22f2_0_25013:notes">
            <a:extLst>
              <a:ext uri="{FF2B5EF4-FFF2-40B4-BE49-F238E27FC236}">
                <a16:creationId xmlns:a16="http://schemas.microsoft.com/office/drawing/2014/main" id="{67E35143-F786-451A-5CA5-DBC639BA09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0" name="Google Shape;790;ge207fd22f2_0_25013:notes">
            <a:extLst>
              <a:ext uri="{FF2B5EF4-FFF2-40B4-BE49-F238E27FC236}">
                <a16:creationId xmlns:a16="http://schemas.microsoft.com/office/drawing/2014/main" id="{04EE06CD-457A-67C1-FC9D-FA8E2315A0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715606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a:extLst>
            <a:ext uri="{FF2B5EF4-FFF2-40B4-BE49-F238E27FC236}">
              <a16:creationId xmlns:a16="http://schemas.microsoft.com/office/drawing/2014/main" id="{C095AC77-650A-A1E7-78C6-D4C00A76B263}"/>
            </a:ext>
          </a:extLst>
        </p:cNvPr>
        <p:cNvGrpSpPr/>
        <p:nvPr/>
      </p:nvGrpSpPr>
      <p:grpSpPr>
        <a:xfrm>
          <a:off x="0" y="0"/>
          <a:ext cx="0" cy="0"/>
          <a:chOff x="0" y="0"/>
          <a:chExt cx="0" cy="0"/>
        </a:xfrm>
      </p:grpSpPr>
      <p:sp>
        <p:nvSpPr>
          <p:cNvPr id="789" name="Google Shape;789;ge207fd22f2_0_25013:notes">
            <a:extLst>
              <a:ext uri="{FF2B5EF4-FFF2-40B4-BE49-F238E27FC236}">
                <a16:creationId xmlns:a16="http://schemas.microsoft.com/office/drawing/2014/main" id="{1911CCED-8369-038E-1A12-D0DBB0F873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0" name="Google Shape;790;ge207fd22f2_0_25013:notes">
            <a:extLst>
              <a:ext uri="{FF2B5EF4-FFF2-40B4-BE49-F238E27FC236}">
                <a16:creationId xmlns:a16="http://schemas.microsoft.com/office/drawing/2014/main" id="{4CD7122E-2663-E41B-321D-6797EF52946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123641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a:extLst>
            <a:ext uri="{FF2B5EF4-FFF2-40B4-BE49-F238E27FC236}">
              <a16:creationId xmlns:a16="http://schemas.microsoft.com/office/drawing/2014/main" id="{CC83EB39-EEF8-2417-1396-8EDD6B73AFB1}"/>
            </a:ext>
          </a:extLst>
        </p:cNvPr>
        <p:cNvGrpSpPr/>
        <p:nvPr/>
      </p:nvGrpSpPr>
      <p:grpSpPr>
        <a:xfrm>
          <a:off x="0" y="0"/>
          <a:ext cx="0" cy="0"/>
          <a:chOff x="0" y="0"/>
          <a:chExt cx="0" cy="0"/>
        </a:xfrm>
      </p:grpSpPr>
      <p:sp>
        <p:nvSpPr>
          <p:cNvPr id="789" name="Google Shape;789;ge207fd22f2_0_25013:notes">
            <a:extLst>
              <a:ext uri="{FF2B5EF4-FFF2-40B4-BE49-F238E27FC236}">
                <a16:creationId xmlns:a16="http://schemas.microsoft.com/office/drawing/2014/main" id="{67E35143-F786-451A-5CA5-DBC639BA09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0" name="Google Shape;790;ge207fd22f2_0_25013:notes">
            <a:extLst>
              <a:ext uri="{FF2B5EF4-FFF2-40B4-BE49-F238E27FC236}">
                <a16:creationId xmlns:a16="http://schemas.microsoft.com/office/drawing/2014/main" id="{04EE06CD-457A-67C1-FC9D-FA8E2315A0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222736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a:extLst>
            <a:ext uri="{FF2B5EF4-FFF2-40B4-BE49-F238E27FC236}">
              <a16:creationId xmlns:a16="http://schemas.microsoft.com/office/drawing/2014/main" id="{CC83EB39-EEF8-2417-1396-8EDD6B73AFB1}"/>
            </a:ext>
          </a:extLst>
        </p:cNvPr>
        <p:cNvGrpSpPr/>
        <p:nvPr/>
      </p:nvGrpSpPr>
      <p:grpSpPr>
        <a:xfrm>
          <a:off x="0" y="0"/>
          <a:ext cx="0" cy="0"/>
          <a:chOff x="0" y="0"/>
          <a:chExt cx="0" cy="0"/>
        </a:xfrm>
      </p:grpSpPr>
      <p:sp>
        <p:nvSpPr>
          <p:cNvPr id="789" name="Google Shape;789;ge207fd22f2_0_25013:notes">
            <a:extLst>
              <a:ext uri="{FF2B5EF4-FFF2-40B4-BE49-F238E27FC236}">
                <a16:creationId xmlns:a16="http://schemas.microsoft.com/office/drawing/2014/main" id="{67E35143-F786-451A-5CA5-DBC639BA09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0" name="Google Shape;790;ge207fd22f2_0_25013:notes">
            <a:extLst>
              <a:ext uri="{FF2B5EF4-FFF2-40B4-BE49-F238E27FC236}">
                <a16:creationId xmlns:a16="http://schemas.microsoft.com/office/drawing/2014/main" id="{04EE06CD-457A-67C1-FC9D-FA8E2315A0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311927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a:extLst>
            <a:ext uri="{FF2B5EF4-FFF2-40B4-BE49-F238E27FC236}">
              <a16:creationId xmlns:a16="http://schemas.microsoft.com/office/drawing/2014/main" id="{CC83EB39-EEF8-2417-1396-8EDD6B73AFB1}"/>
            </a:ext>
          </a:extLst>
        </p:cNvPr>
        <p:cNvGrpSpPr/>
        <p:nvPr/>
      </p:nvGrpSpPr>
      <p:grpSpPr>
        <a:xfrm>
          <a:off x="0" y="0"/>
          <a:ext cx="0" cy="0"/>
          <a:chOff x="0" y="0"/>
          <a:chExt cx="0" cy="0"/>
        </a:xfrm>
      </p:grpSpPr>
      <p:sp>
        <p:nvSpPr>
          <p:cNvPr id="789" name="Google Shape;789;ge207fd22f2_0_25013:notes">
            <a:extLst>
              <a:ext uri="{FF2B5EF4-FFF2-40B4-BE49-F238E27FC236}">
                <a16:creationId xmlns:a16="http://schemas.microsoft.com/office/drawing/2014/main" id="{67E35143-F786-451A-5CA5-DBC639BA09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0" name="Google Shape;790;ge207fd22f2_0_25013:notes">
            <a:extLst>
              <a:ext uri="{FF2B5EF4-FFF2-40B4-BE49-F238E27FC236}">
                <a16:creationId xmlns:a16="http://schemas.microsoft.com/office/drawing/2014/main" id="{04EE06CD-457A-67C1-FC9D-FA8E2315A0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251452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a:extLst>
            <a:ext uri="{FF2B5EF4-FFF2-40B4-BE49-F238E27FC236}">
              <a16:creationId xmlns:a16="http://schemas.microsoft.com/office/drawing/2014/main" id="{CC83EB39-EEF8-2417-1396-8EDD6B73AFB1}"/>
            </a:ext>
          </a:extLst>
        </p:cNvPr>
        <p:cNvGrpSpPr/>
        <p:nvPr/>
      </p:nvGrpSpPr>
      <p:grpSpPr>
        <a:xfrm>
          <a:off x="0" y="0"/>
          <a:ext cx="0" cy="0"/>
          <a:chOff x="0" y="0"/>
          <a:chExt cx="0" cy="0"/>
        </a:xfrm>
      </p:grpSpPr>
      <p:sp>
        <p:nvSpPr>
          <p:cNvPr id="789" name="Google Shape;789;ge207fd22f2_0_25013:notes">
            <a:extLst>
              <a:ext uri="{FF2B5EF4-FFF2-40B4-BE49-F238E27FC236}">
                <a16:creationId xmlns:a16="http://schemas.microsoft.com/office/drawing/2014/main" id="{67E35143-F786-451A-5CA5-DBC639BA09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0" name="Google Shape;790;ge207fd22f2_0_25013:notes">
            <a:extLst>
              <a:ext uri="{FF2B5EF4-FFF2-40B4-BE49-F238E27FC236}">
                <a16:creationId xmlns:a16="http://schemas.microsoft.com/office/drawing/2014/main" id="{04EE06CD-457A-67C1-FC9D-FA8E2315A0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743527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a:extLst>
            <a:ext uri="{FF2B5EF4-FFF2-40B4-BE49-F238E27FC236}">
              <a16:creationId xmlns:a16="http://schemas.microsoft.com/office/drawing/2014/main" id="{CC83EB39-EEF8-2417-1396-8EDD6B73AFB1}"/>
            </a:ext>
          </a:extLst>
        </p:cNvPr>
        <p:cNvGrpSpPr/>
        <p:nvPr/>
      </p:nvGrpSpPr>
      <p:grpSpPr>
        <a:xfrm>
          <a:off x="0" y="0"/>
          <a:ext cx="0" cy="0"/>
          <a:chOff x="0" y="0"/>
          <a:chExt cx="0" cy="0"/>
        </a:xfrm>
      </p:grpSpPr>
      <p:sp>
        <p:nvSpPr>
          <p:cNvPr id="789" name="Google Shape;789;ge207fd22f2_0_25013:notes">
            <a:extLst>
              <a:ext uri="{FF2B5EF4-FFF2-40B4-BE49-F238E27FC236}">
                <a16:creationId xmlns:a16="http://schemas.microsoft.com/office/drawing/2014/main" id="{67E35143-F786-451A-5CA5-DBC639BA09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0" name="Google Shape;790;ge207fd22f2_0_25013:notes">
            <a:extLst>
              <a:ext uri="{FF2B5EF4-FFF2-40B4-BE49-F238E27FC236}">
                <a16:creationId xmlns:a16="http://schemas.microsoft.com/office/drawing/2014/main" id="{04EE06CD-457A-67C1-FC9D-FA8E2315A0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439990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a:extLst>
            <a:ext uri="{FF2B5EF4-FFF2-40B4-BE49-F238E27FC236}">
              <a16:creationId xmlns:a16="http://schemas.microsoft.com/office/drawing/2014/main" id="{CC83EB39-EEF8-2417-1396-8EDD6B73AFB1}"/>
            </a:ext>
          </a:extLst>
        </p:cNvPr>
        <p:cNvGrpSpPr/>
        <p:nvPr/>
      </p:nvGrpSpPr>
      <p:grpSpPr>
        <a:xfrm>
          <a:off x="0" y="0"/>
          <a:ext cx="0" cy="0"/>
          <a:chOff x="0" y="0"/>
          <a:chExt cx="0" cy="0"/>
        </a:xfrm>
      </p:grpSpPr>
      <p:sp>
        <p:nvSpPr>
          <p:cNvPr id="789" name="Google Shape;789;ge207fd22f2_0_25013:notes">
            <a:extLst>
              <a:ext uri="{FF2B5EF4-FFF2-40B4-BE49-F238E27FC236}">
                <a16:creationId xmlns:a16="http://schemas.microsoft.com/office/drawing/2014/main" id="{67E35143-F786-451A-5CA5-DBC639BA09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0" name="Google Shape;790;ge207fd22f2_0_25013:notes">
            <a:extLst>
              <a:ext uri="{FF2B5EF4-FFF2-40B4-BE49-F238E27FC236}">
                <a16:creationId xmlns:a16="http://schemas.microsoft.com/office/drawing/2014/main" id="{04EE06CD-457A-67C1-FC9D-FA8E2315A0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42256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a:extLst>
            <a:ext uri="{FF2B5EF4-FFF2-40B4-BE49-F238E27FC236}">
              <a16:creationId xmlns:a16="http://schemas.microsoft.com/office/drawing/2014/main" id="{CC83EB39-EEF8-2417-1396-8EDD6B73AFB1}"/>
            </a:ext>
          </a:extLst>
        </p:cNvPr>
        <p:cNvGrpSpPr/>
        <p:nvPr/>
      </p:nvGrpSpPr>
      <p:grpSpPr>
        <a:xfrm>
          <a:off x="0" y="0"/>
          <a:ext cx="0" cy="0"/>
          <a:chOff x="0" y="0"/>
          <a:chExt cx="0" cy="0"/>
        </a:xfrm>
      </p:grpSpPr>
      <p:sp>
        <p:nvSpPr>
          <p:cNvPr id="789" name="Google Shape;789;ge207fd22f2_0_25013:notes">
            <a:extLst>
              <a:ext uri="{FF2B5EF4-FFF2-40B4-BE49-F238E27FC236}">
                <a16:creationId xmlns:a16="http://schemas.microsoft.com/office/drawing/2014/main" id="{67E35143-F786-451A-5CA5-DBC639BA09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0" name="Google Shape;790;ge207fd22f2_0_25013:notes">
            <a:extLst>
              <a:ext uri="{FF2B5EF4-FFF2-40B4-BE49-F238E27FC236}">
                <a16:creationId xmlns:a16="http://schemas.microsoft.com/office/drawing/2014/main" id="{04EE06CD-457A-67C1-FC9D-FA8E2315A0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913640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a:extLst>
            <a:ext uri="{FF2B5EF4-FFF2-40B4-BE49-F238E27FC236}">
              <a16:creationId xmlns:a16="http://schemas.microsoft.com/office/drawing/2014/main" id="{CC83EB39-EEF8-2417-1396-8EDD6B73AFB1}"/>
            </a:ext>
          </a:extLst>
        </p:cNvPr>
        <p:cNvGrpSpPr/>
        <p:nvPr/>
      </p:nvGrpSpPr>
      <p:grpSpPr>
        <a:xfrm>
          <a:off x="0" y="0"/>
          <a:ext cx="0" cy="0"/>
          <a:chOff x="0" y="0"/>
          <a:chExt cx="0" cy="0"/>
        </a:xfrm>
      </p:grpSpPr>
      <p:sp>
        <p:nvSpPr>
          <p:cNvPr id="789" name="Google Shape;789;ge207fd22f2_0_25013:notes">
            <a:extLst>
              <a:ext uri="{FF2B5EF4-FFF2-40B4-BE49-F238E27FC236}">
                <a16:creationId xmlns:a16="http://schemas.microsoft.com/office/drawing/2014/main" id="{67E35143-F786-451A-5CA5-DBC639BA09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0" name="Google Shape;790;ge207fd22f2_0_25013:notes">
            <a:extLst>
              <a:ext uri="{FF2B5EF4-FFF2-40B4-BE49-F238E27FC236}">
                <a16:creationId xmlns:a16="http://schemas.microsoft.com/office/drawing/2014/main" id="{04EE06CD-457A-67C1-FC9D-FA8E2315A0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193217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4"/>
        <p:cNvGrpSpPr/>
        <p:nvPr/>
      </p:nvGrpSpPr>
      <p:grpSpPr>
        <a:xfrm>
          <a:off x="0" y="0"/>
          <a:ext cx="0" cy="0"/>
          <a:chOff x="0" y="0"/>
          <a:chExt cx="0" cy="0"/>
        </a:xfrm>
      </p:grpSpPr>
      <p:sp>
        <p:nvSpPr>
          <p:cNvPr id="2235" name="Google Shape;2235;g135c9f142d8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6" name="Google Shape;2236;g135c9f142d8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680500" y="531550"/>
            <a:ext cx="7782900" cy="1555500"/>
          </a:xfrm>
          <a:prstGeom prst="rect">
            <a:avLst/>
          </a:prstGeom>
        </p:spPr>
        <p:txBody>
          <a:bodyPr spcFirstLastPara="1" wrap="square" lIns="91425" tIns="91425" rIns="91425" bIns="91425" anchor="ctr" anchorCtr="0">
            <a:noAutofit/>
          </a:bodyPr>
          <a:lstStyle>
            <a:lvl1pPr lvl="0" algn="ctr">
              <a:lnSpc>
                <a:spcPct val="90000"/>
              </a:lnSpc>
              <a:spcBef>
                <a:spcPts val="0"/>
              </a:spcBef>
              <a:spcAft>
                <a:spcPts val="0"/>
              </a:spcAft>
              <a:buClr>
                <a:srgbClr val="191919"/>
              </a:buClr>
              <a:buSzPts val="5200"/>
              <a:buNone/>
              <a:defRPr sz="5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680500" y="2087050"/>
            <a:ext cx="7782900" cy="393600"/>
          </a:xfrm>
          <a:prstGeom prst="rect">
            <a:avLst/>
          </a:prstGeom>
          <a:solidFill>
            <a:srgbClr val="FFFFFF">
              <a:alpha val="54720"/>
            </a:srgbClr>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flipH="1">
            <a:off x="-125295" y="2863619"/>
            <a:ext cx="9269294" cy="2449505"/>
            <a:chOff x="2477366" y="1218625"/>
            <a:chExt cx="7526833" cy="1989042"/>
          </a:xfrm>
        </p:grpSpPr>
        <p:sp>
          <p:nvSpPr>
            <p:cNvPr id="12" name="Google Shape;12;p2"/>
            <p:cNvSpPr/>
            <p:nvPr/>
          </p:nvSpPr>
          <p:spPr>
            <a:xfrm>
              <a:off x="2640100" y="1248060"/>
              <a:ext cx="814326" cy="1052496"/>
            </a:xfrm>
            <a:custGeom>
              <a:avLst/>
              <a:gdLst/>
              <a:ahLst/>
              <a:cxnLst/>
              <a:rect l="l" t="t" r="r" b="b"/>
              <a:pathLst>
                <a:path w="7940" h="10262" extrusionOk="0">
                  <a:moveTo>
                    <a:pt x="7929" y="3285"/>
                  </a:moveTo>
                  <a:lnTo>
                    <a:pt x="7608" y="3285"/>
                  </a:lnTo>
                  <a:lnTo>
                    <a:pt x="7608" y="2610"/>
                  </a:lnTo>
                  <a:lnTo>
                    <a:pt x="7210" y="2610"/>
                  </a:lnTo>
                  <a:lnTo>
                    <a:pt x="7210" y="1759"/>
                  </a:lnTo>
                  <a:lnTo>
                    <a:pt x="6137" y="1759"/>
                  </a:lnTo>
                  <a:lnTo>
                    <a:pt x="6137" y="2610"/>
                  </a:lnTo>
                  <a:lnTo>
                    <a:pt x="5739" y="2610"/>
                  </a:lnTo>
                  <a:lnTo>
                    <a:pt x="5739" y="3285"/>
                  </a:lnTo>
                  <a:lnTo>
                    <a:pt x="5175" y="3285"/>
                  </a:lnTo>
                  <a:lnTo>
                    <a:pt x="5175" y="4147"/>
                  </a:lnTo>
                  <a:cubicBezTo>
                    <a:pt x="4490" y="4169"/>
                    <a:pt x="3992" y="4213"/>
                    <a:pt x="3992" y="4280"/>
                  </a:cubicBezTo>
                  <a:lnTo>
                    <a:pt x="3992" y="4501"/>
                  </a:lnTo>
                  <a:lnTo>
                    <a:pt x="3992" y="4501"/>
                  </a:lnTo>
                  <a:lnTo>
                    <a:pt x="3992" y="4645"/>
                  </a:lnTo>
                  <a:lnTo>
                    <a:pt x="3992" y="4645"/>
                  </a:lnTo>
                  <a:lnTo>
                    <a:pt x="3992" y="4921"/>
                  </a:lnTo>
                  <a:lnTo>
                    <a:pt x="3992" y="4921"/>
                  </a:lnTo>
                  <a:lnTo>
                    <a:pt x="3992" y="5054"/>
                  </a:lnTo>
                  <a:lnTo>
                    <a:pt x="3992" y="5065"/>
                  </a:lnTo>
                  <a:lnTo>
                    <a:pt x="3992" y="5341"/>
                  </a:lnTo>
                  <a:lnTo>
                    <a:pt x="3992" y="5341"/>
                  </a:lnTo>
                  <a:lnTo>
                    <a:pt x="3992" y="5485"/>
                  </a:lnTo>
                  <a:lnTo>
                    <a:pt x="3992" y="5485"/>
                  </a:lnTo>
                  <a:lnTo>
                    <a:pt x="3992" y="5761"/>
                  </a:lnTo>
                  <a:lnTo>
                    <a:pt x="3992" y="5761"/>
                  </a:lnTo>
                  <a:lnTo>
                    <a:pt x="3992" y="5905"/>
                  </a:lnTo>
                  <a:lnTo>
                    <a:pt x="3992" y="5905"/>
                  </a:lnTo>
                  <a:lnTo>
                    <a:pt x="3992" y="6182"/>
                  </a:lnTo>
                  <a:lnTo>
                    <a:pt x="3992" y="6182"/>
                  </a:lnTo>
                  <a:lnTo>
                    <a:pt x="3992" y="6336"/>
                  </a:lnTo>
                  <a:lnTo>
                    <a:pt x="3992" y="6613"/>
                  </a:lnTo>
                  <a:lnTo>
                    <a:pt x="3992" y="6746"/>
                  </a:lnTo>
                  <a:lnTo>
                    <a:pt x="3992" y="6746"/>
                  </a:lnTo>
                  <a:lnTo>
                    <a:pt x="3992" y="7022"/>
                  </a:lnTo>
                  <a:lnTo>
                    <a:pt x="3992" y="7022"/>
                  </a:lnTo>
                  <a:lnTo>
                    <a:pt x="3992" y="7166"/>
                  </a:lnTo>
                  <a:lnTo>
                    <a:pt x="3992" y="7166"/>
                  </a:lnTo>
                  <a:lnTo>
                    <a:pt x="3992" y="7442"/>
                  </a:lnTo>
                  <a:lnTo>
                    <a:pt x="3992" y="7442"/>
                  </a:lnTo>
                  <a:lnTo>
                    <a:pt x="3992" y="7597"/>
                  </a:lnTo>
                  <a:lnTo>
                    <a:pt x="3992" y="7597"/>
                  </a:lnTo>
                  <a:lnTo>
                    <a:pt x="3992" y="7807"/>
                  </a:lnTo>
                  <a:lnTo>
                    <a:pt x="3561" y="7807"/>
                  </a:lnTo>
                  <a:lnTo>
                    <a:pt x="3561" y="3185"/>
                  </a:lnTo>
                  <a:lnTo>
                    <a:pt x="2986" y="3185"/>
                  </a:lnTo>
                  <a:lnTo>
                    <a:pt x="2986" y="863"/>
                  </a:lnTo>
                  <a:lnTo>
                    <a:pt x="2455" y="863"/>
                  </a:lnTo>
                  <a:lnTo>
                    <a:pt x="2455" y="0"/>
                  </a:lnTo>
                  <a:lnTo>
                    <a:pt x="1615" y="0"/>
                  </a:lnTo>
                  <a:lnTo>
                    <a:pt x="1615" y="863"/>
                  </a:lnTo>
                  <a:lnTo>
                    <a:pt x="1084" y="863"/>
                  </a:lnTo>
                  <a:lnTo>
                    <a:pt x="1084" y="3185"/>
                  </a:lnTo>
                  <a:lnTo>
                    <a:pt x="509" y="3185"/>
                  </a:lnTo>
                  <a:lnTo>
                    <a:pt x="509" y="3296"/>
                  </a:lnTo>
                  <a:lnTo>
                    <a:pt x="354" y="3296"/>
                  </a:lnTo>
                  <a:lnTo>
                    <a:pt x="354" y="3439"/>
                  </a:lnTo>
                  <a:lnTo>
                    <a:pt x="509" y="3439"/>
                  </a:lnTo>
                  <a:lnTo>
                    <a:pt x="509" y="3649"/>
                  </a:lnTo>
                  <a:lnTo>
                    <a:pt x="354" y="3649"/>
                  </a:lnTo>
                  <a:lnTo>
                    <a:pt x="354" y="3793"/>
                  </a:lnTo>
                  <a:lnTo>
                    <a:pt x="509" y="3793"/>
                  </a:lnTo>
                  <a:lnTo>
                    <a:pt x="509" y="4014"/>
                  </a:lnTo>
                  <a:lnTo>
                    <a:pt x="354" y="4014"/>
                  </a:lnTo>
                  <a:lnTo>
                    <a:pt x="354" y="4147"/>
                  </a:lnTo>
                  <a:lnTo>
                    <a:pt x="509" y="4147"/>
                  </a:lnTo>
                  <a:lnTo>
                    <a:pt x="509" y="4368"/>
                  </a:lnTo>
                  <a:lnTo>
                    <a:pt x="354" y="4368"/>
                  </a:lnTo>
                  <a:lnTo>
                    <a:pt x="354" y="4501"/>
                  </a:lnTo>
                  <a:lnTo>
                    <a:pt x="509" y="4501"/>
                  </a:lnTo>
                  <a:lnTo>
                    <a:pt x="509" y="4711"/>
                  </a:lnTo>
                  <a:lnTo>
                    <a:pt x="354" y="4711"/>
                  </a:lnTo>
                  <a:lnTo>
                    <a:pt x="354" y="4855"/>
                  </a:lnTo>
                  <a:lnTo>
                    <a:pt x="509" y="4855"/>
                  </a:lnTo>
                  <a:lnTo>
                    <a:pt x="509" y="5065"/>
                  </a:lnTo>
                  <a:lnTo>
                    <a:pt x="354" y="5065"/>
                  </a:lnTo>
                  <a:lnTo>
                    <a:pt x="354" y="5198"/>
                  </a:lnTo>
                  <a:lnTo>
                    <a:pt x="509" y="5198"/>
                  </a:lnTo>
                  <a:lnTo>
                    <a:pt x="509" y="5419"/>
                  </a:lnTo>
                  <a:lnTo>
                    <a:pt x="354" y="5419"/>
                  </a:lnTo>
                  <a:lnTo>
                    <a:pt x="354" y="5562"/>
                  </a:lnTo>
                  <a:lnTo>
                    <a:pt x="509" y="5562"/>
                  </a:lnTo>
                  <a:lnTo>
                    <a:pt x="509" y="5795"/>
                  </a:lnTo>
                  <a:lnTo>
                    <a:pt x="354" y="5795"/>
                  </a:lnTo>
                  <a:lnTo>
                    <a:pt x="354" y="5938"/>
                  </a:lnTo>
                  <a:lnTo>
                    <a:pt x="509" y="5938"/>
                  </a:lnTo>
                  <a:lnTo>
                    <a:pt x="509" y="6148"/>
                  </a:lnTo>
                  <a:lnTo>
                    <a:pt x="354" y="6148"/>
                  </a:lnTo>
                  <a:lnTo>
                    <a:pt x="354" y="6281"/>
                  </a:lnTo>
                  <a:lnTo>
                    <a:pt x="509" y="6281"/>
                  </a:lnTo>
                  <a:lnTo>
                    <a:pt x="509" y="6502"/>
                  </a:lnTo>
                  <a:lnTo>
                    <a:pt x="354" y="6502"/>
                  </a:lnTo>
                  <a:lnTo>
                    <a:pt x="354" y="6635"/>
                  </a:lnTo>
                  <a:lnTo>
                    <a:pt x="509" y="6635"/>
                  </a:lnTo>
                  <a:lnTo>
                    <a:pt x="509" y="6845"/>
                  </a:lnTo>
                  <a:lnTo>
                    <a:pt x="354" y="6845"/>
                  </a:lnTo>
                  <a:lnTo>
                    <a:pt x="354" y="6989"/>
                  </a:lnTo>
                  <a:lnTo>
                    <a:pt x="509" y="6989"/>
                  </a:lnTo>
                  <a:lnTo>
                    <a:pt x="509" y="7199"/>
                  </a:lnTo>
                  <a:lnTo>
                    <a:pt x="354" y="7199"/>
                  </a:lnTo>
                  <a:lnTo>
                    <a:pt x="354" y="7343"/>
                  </a:lnTo>
                  <a:lnTo>
                    <a:pt x="509" y="7343"/>
                  </a:lnTo>
                  <a:lnTo>
                    <a:pt x="509" y="7409"/>
                  </a:lnTo>
                  <a:lnTo>
                    <a:pt x="0" y="7409"/>
                  </a:lnTo>
                  <a:lnTo>
                    <a:pt x="0" y="10262"/>
                  </a:lnTo>
                  <a:lnTo>
                    <a:pt x="7940" y="10262"/>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9061672" y="1366006"/>
              <a:ext cx="942526" cy="1075265"/>
            </a:xfrm>
            <a:custGeom>
              <a:avLst/>
              <a:gdLst/>
              <a:ahLst/>
              <a:cxnLst/>
              <a:rect l="l" t="t" r="r" b="b"/>
              <a:pathLst>
                <a:path w="9190" h="10484" extrusionOk="0">
                  <a:moveTo>
                    <a:pt x="0" y="10118"/>
                  </a:moveTo>
                  <a:lnTo>
                    <a:pt x="0" y="9289"/>
                  </a:lnTo>
                  <a:cubicBezTo>
                    <a:pt x="0" y="9156"/>
                    <a:pt x="78" y="9046"/>
                    <a:pt x="177" y="9046"/>
                  </a:cubicBezTo>
                  <a:cubicBezTo>
                    <a:pt x="277" y="9046"/>
                    <a:pt x="354" y="8935"/>
                    <a:pt x="354" y="8802"/>
                  </a:cubicBezTo>
                  <a:lnTo>
                    <a:pt x="354" y="8614"/>
                  </a:lnTo>
                  <a:cubicBezTo>
                    <a:pt x="354" y="8482"/>
                    <a:pt x="431" y="8371"/>
                    <a:pt x="531" y="8371"/>
                  </a:cubicBezTo>
                  <a:lnTo>
                    <a:pt x="852" y="8371"/>
                  </a:lnTo>
                  <a:lnTo>
                    <a:pt x="852" y="8227"/>
                  </a:lnTo>
                  <a:lnTo>
                    <a:pt x="1062" y="8227"/>
                  </a:lnTo>
                  <a:cubicBezTo>
                    <a:pt x="1084" y="8205"/>
                    <a:pt x="1117" y="8194"/>
                    <a:pt x="1139" y="8194"/>
                  </a:cubicBezTo>
                  <a:lnTo>
                    <a:pt x="1139" y="8084"/>
                  </a:lnTo>
                  <a:lnTo>
                    <a:pt x="1017" y="8084"/>
                  </a:lnTo>
                  <a:lnTo>
                    <a:pt x="1017" y="7697"/>
                  </a:lnTo>
                  <a:lnTo>
                    <a:pt x="1139" y="7697"/>
                  </a:lnTo>
                  <a:lnTo>
                    <a:pt x="1139" y="7553"/>
                  </a:lnTo>
                  <a:lnTo>
                    <a:pt x="852" y="7553"/>
                  </a:lnTo>
                  <a:lnTo>
                    <a:pt x="852" y="7365"/>
                  </a:lnTo>
                  <a:lnTo>
                    <a:pt x="1139" y="7365"/>
                  </a:lnTo>
                  <a:lnTo>
                    <a:pt x="1139" y="7221"/>
                  </a:lnTo>
                  <a:lnTo>
                    <a:pt x="1017" y="7221"/>
                  </a:lnTo>
                  <a:lnTo>
                    <a:pt x="1017" y="6823"/>
                  </a:lnTo>
                  <a:lnTo>
                    <a:pt x="1139" y="6823"/>
                  </a:lnTo>
                  <a:lnTo>
                    <a:pt x="1139" y="6690"/>
                  </a:lnTo>
                  <a:lnTo>
                    <a:pt x="852" y="6690"/>
                  </a:lnTo>
                  <a:lnTo>
                    <a:pt x="852" y="6491"/>
                  </a:lnTo>
                  <a:lnTo>
                    <a:pt x="1139" y="6491"/>
                  </a:lnTo>
                  <a:lnTo>
                    <a:pt x="1139" y="6359"/>
                  </a:lnTo>
                  <a:lnTo>
                    <a:pt x="1017" y="6359"/>
                  </a:lnTo>
                  <a:lnTo>
                    <a:pt x="1017" y="5960"/>
                  </a:lnTo>
                  <a:lnTo>
                    <a:pt x="1139" y="5960"/>
                  </a:lnTo>
                  <a:lnTo>
                    <a:pt x="1139" y="5828"/>
                  </a:lnTo>
                  <a:lnTo>
                    <a:pt x="852" y="5828"/>
                  </a:lnTo>
                  <a:lnTo>
                    <a:pt x="852" y="5629"/>
                  </a:lnTo>
                  <a:lnTo>
                    <a:pt x="1139" y="5629"/>
                  </a:lnTo>
                  <a:lnTo>
                    <a:pt x="1139" y="5485"/>
                  </a:lnTo>
                  <a:lnTo>
                    <a:pt x="1017" y="5485"/>
                  </a:lnTo>
                  <a:lnTo>
                    <a:pt x="1017" y="5098"/>
                  </a:lnTo>
                  <a:lnTo>
                    <a:pt x="1139" y="5098"/>
                  </a:lnTo>
                  <a:lnTo>
                    <a:pt x="1139" y="4954"/>
                  </a:lnTo>
                  <a:lnTo>
                    <a:pt x="852" y="4954"/>
                  </a:lnTo>
                  <a:lnTo>
                    <a:pt x="852" y="4755"/>
                  </a:lnTo>
                  <a:lnTo>
                    <a:pt x="1139" y="4755"/>
                  </a:lnTo>
                  <a:lnTo>
                    <a:pt x="1139" y="4623"/>
                  </a:lnTo>
                  <a:lnTo>
                    <a:pt x="1017" y="4623"/>
                  </a:lnTo>
                  <a:lnTo>
                    <a:pt x="1017" y="4236"/>
                  </a:lnTo>
                  <a:lnTo>
                    <a:pt x="1139" y="4236"/>
                  </a:lnTo>
                  <a:lnTo>
                    <a:pt x="1139" y="4092"/>
                  </a:lnTo>
                  <a:lnTo>
                    <a:pt x="852" y="4092"/>
                  </a:lnTo>
                  <a:lnTo>
                    <a:pt x="852" y="3893"/>
                  </a:lnTo>
                  <a:lnTo>
                    <a:pt x="1139" y="3893"/>
                  </a:lnTo>
                  <a:lnTo>
                    <a:pt x="1139" y="3362"/>
                  </a:lnTo>
                  <a:lnTo>
                    <a:pt x="1692" y="3362"/>
                  </a:lnTo>
                  <a:lnTo>
                    <a:pt x="1692" y="2654"/>
                  </a:lnTo>
                  <a:lnTo>
                    <a:pt x="2090" y="2654"/>
                  </a:lnTo>
                  <a:lnTo>
                    <a:pt x="2090" y="1792"/>
                  </a:lnTo>
                  <a:lnTo>
                    <a:pt x="3152" y="1792"/>
                  </a:lnTo>
                  <a:lnTo>
                    <a:pt x="3152" y="2654"/>
                  </a:lnTo>
                  <a:lnTo>
                    <a:pt x="3539" y="2654"/>
                  </a:lnTo>
                  <a:lnTo>
                    <a:pt x="3539" y="3362"/>
                  </a:lnTo>
                  <a:lnTo>
                    <a:pt x="4092" y="3362"/>
                  </a:lnTo>
                  <a:lnTo>
                    <a:pt x="4092" y="4236"/>
                  </a:lnTo>
                  <a:cubicBezTo>
                    <a:pt x="4766" y="4258"/>
                    <a:pt x="5253" y="4302"/>
                    <a:pt x="5253" y="4368"/>
                  </a:cubicBezTo>
                  <a:lnTo>
                    <a:pt x="5253" y="4589"/>
                  </a:lnTo>
                  <a:lnTo>
                    <a:pt x="5253" y="4589"/>
                  </a:lnTo>
                  <a:lnTo>
                    <a:pt x="5253" y="4744"/>
                  </a:lnTo>
                  <a:lnTo>
                    <a:pt x="5253" y="4744"/>
                  </a:lnTo>
                  <a:lnTo>
                    <a:pt x="5253" y="5021"/>
                  </a:lnTo>
                  <a:lnTo>
                    <a:pt x="5253" y="5021"/>
                  </a:lnTo>
                  <a:lnTo>
                    <a:pt x="5253" y="5175"/>
                  </a:lnTo>
                  <a:lnTo>
                    <a:pt x="5253" y="5175"/>
                  </a:lnTo>
                  <a:lnTo>
                    <a:pt x="5253" y="5452"/>
                  </a:lnTo>
                  <a:lnTo>
                    <a:pt x="5253" y="5452"/>
                  </a:lnTo>
                  <a:lnTo>
                    <a:pt x="5253" y="5596"/>
                  </a:lnTo>
                  <a:lnTo>
                    <a:pt x="5253" y="5596"/>
                  </a:lnTo>
                  <a:lnTo>
                    <a:pt x="5253" y="5872"/>
                  </a:lnTo>
                  <a:lnTo>
                    <a:pt x="5253" y="5872"/>
                  </a:lnTo>
                  <a:lnTo>
                    <a:pt x="5253" y="6027"/>
                  </a:lnTo>
                  <a:lnTo>
                    <a:pt x="5253" y="6038"/>
                  </a:lnTo>
                  <a:lnTo>
                    <a:pt x="5253" y="6314"/>
                  </a:lnTo>
                  <a:lnTo>
                    <a:pt x="5253" y="6458"/>
                  </a:lnTo>
                  <a:lnTo>
                    <a:pt x="5253" y="6458"/>
                  </a:lnTo>
                  <a:lnTo>
                    <a:pt x="5253" y="6735"/>
                  </a:lnTo>
                  <a:lnTo>
                    <a:pt x="5253" y="6735"/>
                  </a:lnTo>
                  <a:lnTo>
                    <a:pt x="5253" y="6889"/>
                  </a:lnTo>
                  <a:lnTo>
                    <a:pt x="5253" y="6889"/>
                  </a:lnTo>
                  <a:lnTo>
                    <a:pt x="5253" y="7166"/>
                  </a:lnTo>
                  <a:lnTo>
                    <a:pt x="5253" y="7166"/>
                  </a:lnTo>
                  <a:lnTo>
                    <a:pt x="5253" y="7309"/>
                  </a:lnTo>
                  <a:lnTo>
                    <a:pt x="5253" y="7321"/>
                  </a:lnTo>
                  <a:lnTo>
                    <a:pt x="5253" y="7597"/>
                  </a:lnTo>
                  <a:lnTo>
                    <a:pt x="5253" y="7597"/>
                  </a:lnTo>
                  <a:lnTo>
                    <a:pt x="5253" y="7741"/>
                  </a:lnTo>
                  <a:lnTo>
                    <a:pt x="5253" y="7741"/>
                  </a:lnTo>
                  <a:lnTo>
                    <a:pt x="5253" y="7962"/>
                  </a:lnTo>
                  <a:lnTo>
                    <a:pt x="5684" y="7962"/>
                  </a:lnTo>
                  <a:lnTo>
                    <a:pt x="5684" y="3251"/>
                  </a:lnTo>
                  <a:lnTo>
                    <a:pt x="6248" y="3251"/>
                  </a:lnTo>
                  <a:lnTo>
                    <a:pt x="6248" y="874"/>
                  </a:lnTo>
                  <a:lnTo>
                    <a:pt x="6767" y="874"/>
                  </a:lnTo>
                  <a:lnTo>
                    <a:pt x="6767" y="0"/>
                  </a:lnTo>
                  <a:lnTo>
                    <a:pt x="7597" y="0"/>
                  </a:lnTo>
                  <a:lnTo>
                    <a:pt x="7597" y="874"/>
                  </a:lnTo>
                  <a:lnTo>
                    <a:pt x="8128" y="874"/>
                  </a:lnTo>
                  <a:lnTo>
                    <a:pt x="8128" y="3251"/>
                  </a:lnTo>
                  <a:lnTo>
                    <a:pt x="8691" y="3251"/>
                  </a:lnTo>
                  <a:lnTo>
                    <a:pt x="8691" y="3373"/>
                  </a:lnTo>
                  <a:lnTo>
                    <a:pt x="8835" y="3373"/>
                  </a:lnTo>
                  <a:lnTo>
                    <a:pt x="8835" y="3517"/>
                  </a:lnTo>
                  <a:lnTo>
                    <a:pt x="8691" y="3517"/>
                  </a:lnTo>
                  <a:lnTo>
                    <a:pt x="8691" y="3727"/>
                  </a:lnTo>
                  <a:lnTo>
                    <a:pt x="8835" y="3727"/>
                  </a:lnTo>
                  <a:lnTo>
                    <a:pt x="8835" y="3882"/>
                  </a:lnTo>
                  <a:lnTo>
                    <a:pt x="8691" y="3882"/>
                  </a:lnTo>
                  <a:lnTo>
                    <a:pt x="8691" y="4092"/>
                  </a:lnTo>
                  <a:lnTo>
                    <a:pt x="8835" y="4092"/>
                  </a:lnTo>
                  <a:lnTo>
                    <a:pt x="8835" y="4247"/>
                  </a:lnTo>
                  <a:lnTo>
                    <a:pt x="8691" y="4247"/>
                  </a:lnTo>
                  <a:lnTo>
                    <a:pt x="8691" y="4457"/>
                  </a:lnTo>
                  <a:lnTo>
                    <a:pt x="8835" y="4457"/>
                  </a:lnTo>
                  <a:lnTo>
                    <a:pt x="8835" y="4611"/>
                  </a:lnTo>
                  <a:lnTo>
                    <a:pt x="8691" y="4611"/>
                  </a:lnTo>
                  <a:lnTo>
                    <a:pt x="8691" y="4822"/>
                  </a:lnTo>
                  <a:lnTo>
                    <a:pt x="8835" y="4822"/>
                  </a:lnTo>
                  <a:lnTo>
                    <a:pt x="8835" y="4976"/>
                  </a:lnTo>
                  <a:lnTo>
                    <a:pt x="8691" y="4976"/>
                  </a:lnTo>
                  <a:lnTo>
                    <a:pt x="8691" y="5186"/>
                  </a:lnTo>
                  <a:lnTo>
                    <a:pt x="8835" y="5186"/>
                  </a:lnTo>
                  <a:lnTo>
                    <a:pt x="8835" y="5341"/>
                  </a:lnTo>
                  <a:lnTo>
                    <a:pt x="8691" y="5341"/>
                  </a:lnTo>
                  <a:lnTo>
                    <a:pt x="8691" y="5551"/>
                  </a:lnTo>
                  <a:lnTo>
                    <a:pt x="8835" y="5551"/>
                  </a:lnTo>
                  <a:lnTo>
                    <a:pt x="8835" y="5706"/>
                  </a:lnTo>
                  <a:lnTo>
                    <a:pt x="8691" y="5706"/>
                  </a:lnTo>
                  <a:lnTo>
                    <a:pt x="8691" y="5916"/>
                  </a:lnTo>
                  <a:lnTo>
                    <a:pt x="8835" y="5916"/>
                  </a:lnTo>
                  <a:lnTo>
                    <a:pt x="8835" y="6060"/>
                  </a:lnTo>
                  <a:lnTo>
                    <a:pt x="8691" y="6060"/>
                  </a:lnTo>
                  <a:lnTo>
                    <a:pt x="8691" y="6281"/>
                  </a:lnTo>
                  <a:lnTo>
                    <a:pt x="8835" y="6281"/>
                  </a:lnTo>
                  <a:lnTo>
                    <a:pt x="8835" y="6425"/>
                  </a:lnTo>
                  <a:lnTo>
                    <a:pt x="8691" y="6425"/>
                  </a:lnTo>
                  <a:lnTo>
                    <a:pt x="8691" y="6646"/>
                  </a:lnTo>
                  <a:lnTo>
                    <a:pt x="8835" y="6646"/>
                  </a:lnTo>
                  <a:lnTo>
                    <a:pt x="8835" y="6801"/>
                  </a:lnTo>
                  <a:lnTo>
                    <a:pt x="8691" y="6801"/>
                  </a:lnTo>
                  <a:lnTo>
                    <a:pt x="8691" y="7011"/>
                  </a:lnTo>
                  <a:lnTo>
                    <a:pt x="8835" y="7011"/>
                  </a:lnTo>
                  <a:lnTo>
                    <a:pt x="8835" y="7166"/>
                  </a:lnTo>
                  <a:lnTo>
                    <a:pt x="8691" y="7166"/>
                  </a:lnTo>
                  <a:lnTo>
                    <a:pt x="8691" y="7376"/>
                  </a:lnTo>
                  <a:lnTo>
                    <a:pt x="8835" y="7376"/>
                  </a:lnTo>
                  <a:lnTo>
                    <a:pt x="8835" y="7531"/>
                  </a:lnTo>
                  <a:lnTo>
                    <a:pt x="8691" y="7531"/>
                  </a:lnTo>
                  <a:lnTo>
                    <a:pt x="8691" y="7608"/>
                  </a:lnTo>
                  <a:lnTo>
                    <a:pt x="9189" y="7608"/>
                  </a:lnTo>
                  <a:lnTo>
                    <a:pt x="9189" y="10483"/>
                  </a:lnTo>
                  <a:lnTo>
                    <a:pt x="266" y="10483"/>
                  </a:lnTo>
                  <a:cubicBezTo>
                    <a:pt x="122" y="10483"/>
                    <a:pt x="0" y="10317"/>
                    <a:pt x="0" y="1011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7901942" y="1366006"/>
              <a:ext cx="958423" cy="1237314"/>
            </a:xfrm>
            <a:custGeom>
              <a:avLst/>
              <a:gdLst/>
              <a:ahLst/>
              <a:cxnLst/>
              <a:rect l="l" t="t" r="r" b="b"/>
              <a:pathLst>
                <a:path w="9345" h="12064" extrusionOk="0">
                  <a:moveTo>
                    <a:pt x="9333" y="3870"/>
                  </a:moveTo>
                  <a:lnTo>
                    <a:pt x="8957" y="3870"/>
                  </a:lnTo>
                  <a:lnTo>
                    <a:pt x="8957" y="3063"/>
                  </a:lnTo>
                  <a:lnTo>
                    <a:pt x="8482" y="3063"/>
                  </a:lnTo>
                  <a:lnTo>
                    <a:pt x="8482" y="2079"/>
                  </a:lnTo>
                  <a:lnTo>
                    <a:pt x="7232" y="2079"/>
                  </a:lnTo>
                  <a:lnTo>
                    <a:pt x="7232" y="3063"/>
                  </a:lnTo>
                  <a:lnTo>
                    <a:pt x="6757" y="3063"/>
                  </a:lnTo>
                  <a:lnTo>
                    <a:pt x="6757" y="3870"/>
                  </a:lnTo>
                  <a:lnTo>
                    <a:pt x="6093" y="3870"/>
                  </a:lnTo>
                  <a:lnTo>
                    <a:pt x="6093" y="4876"/>
                  </a:lnTo>
                  <a:cubicBezTo>
                    <a:pt x="5286" y="4898"/>
                    <a:pt x="4711" y="4954"/>
                    <a:pt x="4711" y="5031"/>
                  </a:cubicBezTo>
                  <a:lnTo>
                    <a:pt x="4711" y="5285"/>
                  </a:lnTo>
                  <a:lnTo>
                    <a:pt x="4711" y="5274"/>
                  </a:lnTo>
                  <a:lnTo>
                    <a:pt x="4711" y="5451"/>
                  </a:lnTo>
                  <a:lnTo>
                    <a:pt x="4711" y="5462"/>
                  </a:lnTo>
                  <a:lnTo>
                    <a:pt x="4711" y="5783"/>
                  </a:lnTo>
                  <a:lnTo>
                    <a:pt x="4711" y="5783"/>
                  </a:lnTo>
                  <a:lnTo>
                    <a:pt x="4711" y="5949"/>
                  </a:lnTo>
                  <a:lnTo>
                    <a:pt x="4711" y="5949"/>
                  </a:lnTo>
                  <a:lnTo>
                    <a:pt x="4711" y="6270"/>
                  </a:lnTo>
                  <a:lnTo>
                    <a:pt x="4711" y="6270"/>
                  </a:lnTo>
                  <a:lnTo>
                    <a:pt x="4711" y="6447"/>
                  </a:lnTo>
                  <a:lnTo>
                    <a:pt x="4711" y="6458"/>
                  </a:lnTo>
                  <a:lnTo>
                    <a:pt x="4711" y="6778"/>
                  </a:lnTo>
                  <a:cubicBezTo>
                    <a:pt x="4711" y="6767"/>
                    <a:pt x="4711" y="6767"/>
                    <a:pt x="4711" y="6767"/>
                  </a:cubicBezTo>
                  <a:lnTo>
                    <a:pt x="4711" y="6944"/>
                  </a:lnTo>
                  <a:cubicBezTo>
                    <a:pt x="4711" y="6944"/>
                    <a:pt x="4711" y="6944"/>
                    <a:pt x="4711" y="6944"/>
                  </a:cubicBezTo>
                  <a:lnTo>
                    <a:pt x="4711" y="7265"/>
                  </a:lnTo>
                  <a:lnTo>
                    <a:pt x="4711" y="7265"/>
                  </a:lnTo>
                  <a:lnTo>
                    <a:pt x="4711" y="7442"/>
                  </a:lnTo>
                  <a:cubicBezTo>
                    <a:pt x="4711" y="7442"/>
                    <a:pt x="4711" y="7442"/>
                    <a:pt x="4711" y="7442"/>
                  </a:cubicBezTo>
                  <a:lnTo>
                    <a:pt x="4711" y="7773"/>
                  </a:lnTo>
                  <a:lnTo>
                    <a:pt x="4711" y="7773"/>
                  </a:lnTo>
                  <a:lnTo>
                    <a:pt x="4711" y="7939"/>
                  </a:lnTo>
                  <a:lnTo>
                    <a:pt x="4711" y="7939"/>
                  </a:lnTo>
                  <a:lnTo>
                    <a:pt x="4711" y="8260"/>
                  </a:lnTo>
                  <a:lnTo>
                    <a:pt x="4711" y="8260"/>
                  </a:lnTo>
                  <a:lnTo>
                    <a:pt x="4711" y="8437"/>
                  </a:lnTo>
                  <a:lnTo>
                    <a:pt x="4711" y="8758"/>
                  </a:lnTo>
                  <a:lnTo>
                    <a:pt x="4711" y="8923"/>
                  </a:lnTo>
                  <a:lnTo>
                    <a:pt x="4711" y="8934"/>
                  </a:lnTo>
                  <a:lnTo>
                    <a:pt x="4711" y="9189"/>
                  </a:lnTo>
                  <a:lnTo>
                    <a:pt x="4192" y="9189"/>
                  </a:lnTo>
                  <a:lnTo>
                    <a:pt x="4192" y="3749"/>
                  </a:lnTo>
                  <a:lnTo>
                    <a:pt x="3517" y="3749"/>
                  </a:lnTo>
                  <a:lnTo>
                    <a:pt x="3517" y="1006"/>
                  </a:lnTo>
                  <a:lnTo>
                    <a:pt x="2898" y="1006"/>
                  </a:lnTo>
                  <a:lnTo>
                    <a:pt x="2898" y="0"/>
                  </a:lnTo>
                  <a:lnTo>
                    <a:pt x="1903" y="0"/>
                  </a:lnTo>
                  <a:lnTo>
                    <a:pt x="1903" y="1006"/>
                  </a:lnTo>
                  <a:lnTo>
                    <a:pt x="1283" y="1006"/>
                  </a:lnTo>
                  <a:lnTo>
                    <a:pt x="1283" y="3749"/>
                  </a:lnTo>
                  <a:lnTo>
                    <a:pt x="609" y="3749"/>
                  </a:lnTo>
                  <a:lnTo>
                    <a:pt x="609" y="3881"/>
                  </a:lnTo>
                  <a:lnTo>
                    <a:pt x="432" y="3881"/>
                  </a:lnTo>
                  <a:lnTo>
                    <a:pt x="432" y="4058"/>
                  </a:lnTo>
                  <a:lnTo>
                    <a:pt x="609" y="4058"/>
                  </a:lnTo>
                  <a:lnTo>
                    <a:pt x="609" y="4301"/>
                  </a:lnTo>
                  <a:lnTo>
                    <a:pt x="432" y="4301"/>
                  </a:lnTo>
                  <a:lnTo>
                    <a:pt x="432" y="4467"/>
                  </a:lnTo>
                  <a:lnTo>
                    <a:pt x="609" y="4467"/>
                  </a:lnTo>
                  <a:lnTo>
                    <a:pt x="609" y="4722"/>
                  </a:lnTo>
                  <a:lnTo>
                    <a:pt x="432" y="4722"/>
                  </a:lnTo>
                  <a:lnTo>
                    <a:pt x="432" y="4887"/>
                  </a:lnTo>
                  <a:lnTo>
                    <a:pt x="609" y="4887"/>
                  </a:lnTo>
                  <a:lnTo>
                    <a:pt x="609" y="5142"/>
                  </a:lnTo>
                  <a:lnTo>
                    <a:pt x="432" y="5142"/>
                  </a:lnTo>
                  <a:lnTo>
                    <a:pt x="432" y="5308"/>
                  </a:lnTo>
                  <a:lnTo>
                    <a:pt x="609" y="5308"/>
                  </a:lnTo>
                  <a:lnTo>
                    <a:pt x="609" y="5562"/>
                  </a:lnTo>
                  <a:lnTo>
                    <a:pt x="432" y="5562"/>
                  </a:lnTo>
                  <a:lnTo>
                    <a:pt x="432" y="5728"/>
                  </a:lnTo>
                  <a:lnTo>
                    <a:pt x="609" y="5728"/>
                  </a:lnTo>
                  <a:lnTo>
                    <a:pt x="609" y="5982"/>
                  </a:lnTo>
                  <a:lnTo>
                    <a:pt x="432" y="5982"/>
                  </a:lnTo>
                  <a:lnTo>
                    <a:pt x="432" y="6148"/>
                  </a:lnTo>
                  <a:lnTo>
                    <a:pt x="609" y="6148"/>
                  </a:lnTo>
                  <a:lnTo>
                    <a:pt x="609" y="6402"/>
                  </a:lnTo>
                  <a:lnTo>
                    <a:pt x="432" y="6402"/>
                  </a:lnTo>
                  <a:lnTo>
                    <a:pt x="432" y="6568"/>
                  </a:lnTo>
                  <a:lnTo>
                    <a:pt x="609" y="6568"/>
                  </a:lnTo>
                  <a:lnTo>
                    <a:pt x="609" y="6822"/>
                  </a:lnTo>
                  <a:lnTo>
                    <a:pt x="432" y="6822"/>
                  </a:lnTo>
                  <a:lnTo>
                    <a:pt x="432" y="6988"/>
                  </a:lnTo>
                  <a:lnTo>
                    <a:pt x="609" y="6988"/>
                  </a:lnTo>
                  <a:lnTo>
                    <a:pt x="609" y="7243"/>
                  </a:lnTo>
                  <a:lnTo>
                    <a:pt x="432" y="7243"/>
                  </a:lnTo>
                  <a:lnTo>
                    <a:pt x="432" y="7409"/>
                  </a:lnTo>
                  <a:lnTo>
                    <a:pt x="609" y="7409"/>
                  </a:lnTo>
                  <a:lnTo>
                    <a:pt x="609" y="7652"/>
                  </a:lnTo>
                  <a:lnTo>
                    <a:pt x="432" y="7652"/>
                  </a:lnTo>
                  <a:lnTo>
                    <a:pt x="432" y="7829"/>
                  </a:lnTo>
                  <a:lnTo>
                    <a:pt x="609" y="7829"/>
                  </a:lnTo>
                  <a:lnTo>
                    <a:pt x="609" y="8072"/>
                  </a:lnTo>
                  <a:lnTo>
                    <a:pt x="432" y="8072"/>
                  </a:lnTo>
                  <a:lnTo>
                    <a:pt x="432" y="8238"/>
                  </a:lnTo>
                  <a:lnTo>
                    <a:pt x="609" y="8238"/>
                  </a:lnTo>
                  <a:lnTo>
                    <a:pt x="609" y="8492"/>
                  </a:lnTo>
                  <a:lnTo>
                    <a:pt x="432" y="8492"/>
                  </a:lnTo>
                  <a:lnTo>
                    <a:pt x="432" y="8658"/>
                  </a:lnTo>
                  <a:lnTo>
                    <a:pt x="609" y="8658"/>
                  </a:lnTo>
                  <a:lnTo>
                    <a:pt x="609" y="8746"/>
                  </a:lnTo>
                  <a:lnTo>
                    <a:pt x="1" y="8746"/>
                  </a:lnTo>
                  <a:lnTo>
                    <a:pt x="1" y="12064"/>
                  </a:lnTo>
                  <a:lnTo>
                    <a:pt x="9344" y="12064"/>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4632659" y="1218625"/>
              <a:ext cx="958423" cy="1237314"/>
            </a:xfrm>
            <a:custGeom>
              <a:avLst/>
              <a:gdLst/>
              <a:ahLst/>
              <a:cxnLst/>
              <a:rect l="l" t="t" r="r" b="b"/>
              <a:pathLst>
                <a:path w="9345" h="12064" extrusionOk="0">
                  <a:moveTo>
                    <a:pt x="9344" y="3870"/>
                  </a:moveTo>
                  <a:lnTo>
                    <a:pt x="8968" y="3870"/>
                  </a:lnTo>
                  <a:lnTo>
                    <a:pt x="8968" y="3063"/>
                  </a:lnTo>
                  <a:lnTo>
                    <a:pt x="8493" y="3063"/>
                  </a:lnTo>
                  <a:lnTo>
                    <a:pt x="8493" y="2079"/>
                  </a:lnTo>
                  <a:lnTo>
                    <a:pt x="7243" y="2079"/>
                  </a:lnTo>
                  <a:lnTo>
                    <a:pt x="7243" y="3063"/>
                  </a:lnTo>
                  <a:lnTo>
                    <a:pt x="6768" y="3063"/>
                  </a:lnTo>
                  <a:lnTo>
                    <a:pt x="6768" y="3870"/>
                  </a:lnTo>
                  <a:lnTo>
                    <a:pt x="6104" y="3870"/>
                  </a:lnTo>
                  <a:lnTo>
                    <a:pt x="6104" y="4876"/>
                  </a:lnTo>
                  <a:cubicBezTo>
                    <a:pt x="5297" y="4898"/>
                    <a:pt x="4722" y="4954"/>
                    <a:pt x="4722" y="5031"/>
                  </a:cubicBezTo>
                  <a:lnTo>
                    <a:pt x="4722" y="5285"/>
                  </a:lnTo>
                  <a:lnTo>
                    <a:pt x="4722" y="5274"/>
                  </a:lnTo>
                  <a:lnTo>
                    <a:pt x="4722" y="5451"/>
                  </a:lnTo>
                  <a:cubicBezTo>
                    <a:pt x="4722" y="5451"/>
                    <a:pt x="4722" y="5451"/>
                    <a:pt x="4722" y="5462"/>
                  </a:cubicBezTo>
                  <a:lnTo>
                    <a:pt x="4722" y="5783"/>
                  </a:lnTo>
                  <a:lnTo>
                    <a:pt x="4722" y="5949"/>
                  </a:lnTo>
                  <a:lnTo>
                    <a:pt x="4722" y="5949"/>
                  </a:lnTo>
                  <a:lnTo>
                    <a:pt x="4722" y="6270"/>
                  </a:lnTo>
                  <a:lnTo>
                    <a:pt x="4722" y="6270"/>
                  </a:lnTo>
                  <a:lnTo>
                    <a:pt x="4722" y="6447"/>
                  </a:lnTo>
                  <a:cubicBezTo>
                    <a:pt x="4722" y="6447"/>
                    <a:pt x="4722" y="6447"/>
                    <a:pt x="4722" y="6458"/>
                  </a:cubicBezTo>
                  <a:lnTo>
                    <a:pt x="4722" y="6778"/>
                  </a:lnTo>
                  <a:cubicBezTo>
                    <a:pt x="4722" y="6767"/>
                    <a:pt x="4722" y="6767"/>
                    <a:pt x="4722" y="6767"/>
                  </a:cubicBezTo>
                  <a:lnTo>
                    <a:pt x="4722" y="6944"/>
                  </a:lnTo>
                  <a:cubicBezTo>
                    <a:pt x="4722" y="6944"/>
                    <a:pt x="4722" y="6944"/>
                    <a:pt x="4722" y="6944"/>
                  </a:cubicBezTo>
                  <a:lnTo>
                    <a:pt x="4722" y="7265"/>
                  </a:lnTo>
                  <a:lnTo>
                    <a:pt x="4722" y="7265"/>
                  </a:lnTo>
                  <a:lnTo>
                    <a:pt x="4722" y="7442"/>
                  </a:lnTo>
                  <a:cubicBezTo>
                    <a:pt x="4722" y="7442"/>
                    <a:pt x="4722" y="7442"/>
                    <a:pt x="4722" y="7442"/>
                  </a:cubicBezTo>
                  <a:lnTo>
                    <a:pt x="4722" y="7773"/>
                  </a:lnTo>
                  <a:lnTo>
                    <a:pt x="4722" y="7773"/>
                  </a:lnTo>
                  <a:lnTo>
                    <a:pt x="4722" y="7939"/>
                  </a:lnTo>
                  <a:lnTo>
                    <a:pt x="4722" y="7939"/>
                  </a:lnTo>
                  <a:lnTo>
                    <a:pt x="4722" y="8260"/>
                  </a:lnTo>
                  <a:lnTo>
                    <a:pt x="4722" y="8437"/>
                  </a:lnTo>
                  <a:lnTo>
                    <a:pt x="4722" y="8758"/>
                  </a:lnTo>
                  <a:lnTo>
                    <a:pt x="4722" y="8923"/>
                  </a:lnTo>
                  <a:cubicBezTo>
                    <a:pt x="4722" y="8934"/>
                    <a:pt x="4722" y="8934"/>
                    <a:pt x="4722" y="8934"/>
                  </a:cubicBezTo>
                  <a:lnTo>
                    <a:pt x="4722" y="9189"/>
                  </a:lnTo>
                  <a:lnTo>
                    <a:pt x="4191" y="9189"/>
                  </a:lnTo>
                  <a:lnTo>
                    <a:pt x="4191" y="3749"/>
                  </a:lnTo>
                  <a:lnTo>
                    <a:pt x="3517" y="3749"/>
                  </a:lnTo>
                  <a:lnTo>
                    <a:pt x="3517" y="1006"/>
                  </a:lnTo>
                  <a:lnTo>
                    <a:pt x="2898" y="1006"/>
                  </a:lnTo>
                  <a:lnTo>
                    <a:pt x="2898" y="0"/>
                  </a:lnTo>
                  <a:lnTo>
                    <a:pt x="1902" y="0"/>
                  </a:lnTo>
                  <a:lnTo>
                    <a:pt x="1902" y="1006"/>
                  </a:lnTo>
                  <a:lnTo>
                    <a:pt x="1272" y="1006"/>
                  </a:lnTo>
                  <a:lnTo>
                    <a:pt x="1272" y="3749"/>
                  </a:lnTo>
                  <a:lnTo>
                    <a:pt x="598" y="3749"/>
                  </a:lnTo>
                  <a:lnTo>
                    <a:pt x="598" y="3881"/>
                  </a:lnTo>
                  <a:lnTo>
                    <a:pt x="421" y="3881"/>
                  </a:lnTo>
                  <a:lnTo>
                    <a:pt x="421" y="4058"/>
                  </a:lnTo>
                  <a:lnTo>
                    <a:pt x="598" y="4058"/>
                  </a:lnTo>
                  <a:lnTo>
                    <a:pt x="598" y="4301"/>
                  </a:lnTo>
                  <a:lnTo>
                    <a:pt x="421" y="4301"/>
                  </a:lnTo>
                  <a:lnTo>
                    <a:pt x="421" y="4467"/>
                  </a:lnTo>
                  <a:lnTo>
                    <a:pt x="598" y="4467"/>
                  </a:lnTo>
                  <a:lnTo>
                    <a:pt x="598" y="4722"/>
                  </a:lnTo>
                  <a:lnTo>
                    <a:pt x="421" y="4722"/>
                  </a:lnTo>
                  <a:lnTo>
                    <a:pt x="421" y="4887"/>
                  </a:lnTo>
                  <a:lnTo>
                    <a:pt x="598" y="4887"/>
                  </a:lnTo>
                  <a:lnTo>
                    <a:pt x="598" y="5142"/>
                  </a:lnTo>
                  <a:lnTo>
                    <a:pt x="421" y="5142"/>
                  </a:lnTo>
                  <a:lnTo>
                    <a:pt x="421" y="5308"/>
                  </a:lnTo>
                  <a:lnTo>
                    <a:pt x="598" y="5308"/>
                  </a:lnTo>
                  <a:lnTo>
                    <a:pt x="598" y="5562"/>
                  </a:lnTo>
                  <a:lnTo>
                    <a:pt x="421" y="5562"/>
                  </a:lnTo>
                  <a:lnTo>
                    <a:pt x="421" y="5728"/>
                  </a:lnTo>
                  <a:lnTo>
                    <a:pt x="598" y="5728"/>
                  </a:lnTo>
                  <a:lnTo>
                    <a:pt x="598" y="5982"/>
                  </a:lnTo>
                  <a:lnTo>
                    <a:pt x="421" y="5982"/>
                  </a:lnTo>
                  <a:lnTo>
                    <a:pt x="421" y="6148"/>
                  </a:lnTo>
                  <a:lnTo>
                    <a:pt x="598" y="6148"/>
                  </a:lnTo>
                  <a:lnTo>
                    <a:pt x="598" y="6402"/>
                  </a:lnTo>
                  <a:lnTo>
                    <a:pt x="421" y="6402"/>
                  </a:lnTo>
                  <a:lnTo>
                    <a:pt x="421" y="6568"/>
                  </a:lnTo>
                  <a:lnTo>
                    <a:pt x="598" y="6568"/>
                  </a:lnTo>
                  <a:lnTo>
                    <a:pt x="598" y="6822"/>
                  </a:lnTo>
                  <a:lnTo>
                    <a:pt x="421" y="6822"/>
                  </a:lnTo>
                  <a:lnTo>
                    <a:pt x="421" y="6988"/>
                  </a:lnTo>
                  <a:lnTo>
                    <a:pt x="598" y="6988"/>
                  </a:lnTo>
                  <a:lnTo>
                    <a:pt x="598" y="7243"/>
                  </a:lnTo>
                  <a:lnTo>
                    <a:pt x="421" y="7243"/>
                  </a:lnTo>
                  <a:lnTo>
                    <a:pt x="421" y="7409"/>
                  </a:lnTo>
                  <a:lnTo>
                    <a:pt x="598" y="7409"/>
                  </a:lnTo>
                  <a:lnTo>
                    <a:pt x="598" y="7652"/>
                  </a:lnTo>
                  <a:lnTo>
                    <a:pt x="421" y="7652"/>
                  </a:lnTo>
                  <a:lnTo>
                    <a:pt x="421" y="7829"/>
                  </a:lnTo>
                  <a:lnTo>
                    <a:pt x="598" y="7829"/>
                  </a:lnTo>
                  <a:lnTo>
                    <a:pt x="598" y="8072"/>
                  </a:lnTo>
                  <a:lnTo>
                    <a:pt x="421" y="8072"/>
                  </a:lnTo>
                  <a:lnTo>
                    <a:pt x="421" y="8238"/>
                  </a:lnTo>
                  <a:lnTo>
                    <a:pt x="598" y="8238"/>
                  </a:lnTo>
                  <a:lnTo>
                    <a:pt x="598" y="8492"/>
                  </a:lnTo>
                  <a:lnTo>
                    <a:pt x="421" y="8492"/>
                  </a:lnTo>
                  <a:lnTo>
                    <a:pt x="421" y="8658"/>
                  </a:lnTo>
                  <a:lnTo>
                    <a:pt x="598" y="8658"/>
                  </a:lnTo>
                  <a:lnTo>
                    <a:pt x="598" y="8746"/>
                  </a:lnTo>
                  <a:lnTo>
                    <a:pt x="0" y="8746"/>
                  </a:lnTo>
                  <a:lnTo>
                    <a:pt x="0" y="12064"/>
                  </a:lnTo>
                  <a:lnTo>
                    <a:pt x="9344" y="12064"/>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6627321" y="1312674"/>
              <a:ext cx="957295" cy="829115"/>
            </a:xfrm>
            <a:custGeom>
              <a:avLst/>
              <a:gdLst/>
              <a:ahLst/>
              <a:cxnLst/>
              <a:rect l="l" t="t" r="r" b="b"/>
              <a:pathLst>
                <a:path w="9334" h="8084" extrusionOk="0">
                  <a:moveTo>
                    <a:pt x="9311" y="6912"/>
                  </a:moveTo>
                  <a:cubicBezTo>
                    <a:pt x="9223" y="6890"/>
                    <a:pt x="9167" y="6812"/>
                    <a:pt x="9167" y="6724"/>
                  </a:cubicBezTo>
                  <a:lnTo>
                    <a:pt x="9167" y="6569"/>
                  </a:lnTo>
                  <a:cubicBezTo>
                    <a:pt x="9167" y="6558"/>
                    <a:pt x="9167" y="6547"/>
                    <a:pt x="9167" y="6547"/>
                  </a:cubicBezTo>
                  <a:cubicBezTo>
                    <a:pt x="9223" y="6469"/>
                    <a:pt x="9256" y="6392"/>
                    <a:pt x="9267" y="6293"/>
                  </a:cubicBezTo>
                  <a:cubicBezTo>
                    <a:pt x="9267" y="6093"/>
                    <a:pt x="9101" y="5585"/>
                    <a:pt x="8913" y="5585"/>
                  </a:cubicBezTo>
                  <a:cubicBezTo>
                    <a:pt x="8714" y="5585"/>
                    <a:pt x="8559" y="6093"/>
                    <a:pt x="8559" y="6293"/>
                  </a:cubicBezTo>
                  <a:cubicBezTo>
                    <a:pt x="8559" y="6326"/>
                    <a:pt x="8559" y="6348"/>
                    <a:pt x="8559" y="6381"/>
                  </a:cubicBezTo>
                  <a:lnTo>
                    <a:pt x="8139" y="6381"/>
                  </a:lnTo>
                  <a:lnTo>
                    <a:pt x="8139" y="1361"/>
                  </a:lnTo>
                  <a:lnTo>
                    <a:pt x="7796" y="1361"/>
                  </a:lnTo>
                  <a:lnTo>
                    <a:pt x="7796" y="885"/>
                  </a:lnTo>
                  <a:lnTo>
                    <a:pt x="7442" y="885"/>
                  </a:lnTo>
                  <a:lnTo>
                    <a:pt x="7442" y="742"/>
                  </a:lnTo>
                  <a:lnTo>
                    <a:pt x="7442" y="454"/>
                  </a:lnTo>
                  <a:lnTo>
                    <a:pt x="7232" y="454"/>
                  </a:lnTo>
                  <a:lnTo>
                    <a:pt x="7232" y="1"/>
                  </a:lnTo>
                  <a:lnTo>
                    <a:pt x="6558" y="1"/>
                  </a:lnTo>
                  <a:lnTo>
                    <a:pt x="6558" y="454"/>
                  </a:lnTo>
                  <a:lnTo>
                    <a:pt x="6348" y="454"/>
                  </a:lnTo>
                  <a:lnTo>
                    <a:pt x="6348" y="885"/>
                  </a:lnTo>
                  <a:lnTo>
                    <a:pt x="5983" y="885"/>
                  </a:lnTo>
                  <a:lnTo>
                    <a:pt x="5983" y="1239"/>
                  </a:lnTo>
                  <a:lnTo>
                    <a:pt x="5983" y="1361"/>
                  </a:lnTo>
                  <a:lnTo>
                    <a:pt x="5607" y="1361"/>
                  </a:lnTo>
                  <a:lnTo>
                    <a:pt x="5607" y="3141"/>
                  </a:lnTo>
                  <a:lnTo>
                    <a:pt x="2456" y="3141"/>
                  </a:lnTo>
                  <a:lnTo>
                    <a:pt x="2456" y="1361"/>
                  </a:lnTo>
                  <a:lnTo>
                    <a:pt x="2057" y="1361"/>
                  </a:lnTo>
                  <a:lnTo>
                    <a:pt x="2057" y="885"/>
                  </a:lnTo>
                  <a:lnTo>
                    <a:pt x="1903" y="885"/>
                  </a:lnTo>
                  <a:lnTo>
                    <a:pt x="1903" y="797"/>
                  </a:lnTo>
                  <a:lnTo>
                    <a:pt x="1903" y="653"/>
                  </a:lnTo>
                  <a:lnTo>
                    <a:pt x="1317" y="653"/>
                  </a:lnTo>
                  <a:lnTo>
                    <a:pt x="1317" y="797"/>
                  </a:lnTo>
                  <a:lnTo>
                    <a:pt x="1317" y="885"/>
                  </a:lnTo>
                  <a:lnTo>
                    <a:pt x="996" y="885"/>
                  </a:lnTo>
                  <a:lnTo>
                    <a:pt x="996" y="797"/>
                  </a:lnTo>
                  <a:cubicBezTo>
                    <a:pt x="985" y="742"/>
                    <a:pt x="985" y="697"/>
                    <a:pt x="996" y="653"/>
                  </a:cubicBezTo>
                  <a:lnTo>
                    <a:pt x="399" y="653"/>
                  </a:lnTo>
                  <a:lnTo>
                    <a:pt x="399" y="896"/>
                  </a:lnTo>
                  <a:lnTo>
                    <a:pt x="255" y="896"/>
                  </a:lnTo>
                  <a:lnTo>
                    <a:pt x="255" y="1250"/>
                  </a:lnTo>
                  <a:cubicBezTo>
                    <a:pt x="244" y="1283"/>
                    <a:pt x="244" y="1328"/>
                    <a:pt x="255" y="1361"/>
                  </a:cubicBezTo>
                  <a:lnTo>
                    <a:pt x="1" y="1361"/>
                  </a:lnTo>
                  <a:lnTo>
                    <a:pt x="1" y="8084"/>
                  </a:lnTo>
                  <a:lnTo>
                    <a:pt x="9278" y="8084"/>
                  </a:lnTo>
                  <a:cubicBezTo>
                    <a:pt x="9289" y="8084"/>
                    <a:pt x="9311" y="8084"/>
                    <a:pt x="9333" y="80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3710634" y="1312674"/>
              <a:ext cx="956167" cy="829115"/>
            </a:xfrm>
            <a:custGeom>
              <a:avLst/>
              <a:gdLst/>
              <a:ahLst/>
              <a:cxnLst/>
              <a:rect l="l" t="t" r="r" b="b"/>
              <a:pathLst>
                <a:path w="9323" h="8084" extrusionOk="0">
                  <a:moveTo>
                    <a:pt x="9311" y="6912"/>
                  </a:moveTo>
                  <a:cubicBezTo>
                    <a:pt x="9223" y="6890"/>
                    <a:pt x="9167" y="6812"/>
                    <a:pt x="9167" y="6724"/>
                  </a:cubicBezTo>
                  <a:lnTo>
                    <a:pt x="9167" y="6569"/>
                  </a:lnTo>
                  <a:cubicBezTo>
                    <a:pt x="9167" y="6558"/>
                    <a:pt x="9167" y="6547"/>
                    <a:pt x="9167" y="6547"/>
                  </a:cubicBezTo>
                  <a:cubicBezTo>
                    <a:pt x="9223" y="6469"/>
                    <a:pt x="9267" y="6392"/>
                    <a:pt x="9267" y="6293"/>
                  </a:cubicBezTo>
                  <a:cubicBezTo>
                    <a:pt x="9267" y="6093"/>
                    <a:pt x="9101" y="5585"/>
                    <a:pt x="8913" y="5585"/>
                  </a:cubicBezTo>
                  <a:cubicBezTo>
                    <a:pt x="8714" y="5585"/>
                    <a:pt x="8559" y="6093"/>
                    <a:pt x="8559" y="6293"/>
                  </a:cubicBezTo>
                  <a:cubicBezTo>
                    <a:pt x="8559" y="6326"/>
                    <a:pt x="8559" y="6348"/>
                    <a:pt x="8570" y="6381"/>
                  </a:cubicBezTo>
                  <a:lnTo>
                    <a:pt x="8139" y="6381"/>
                  </a:lnTo>
                  <a:lnTo>
                    <a:pt x="8139" y="1361"/>
                  </a:lnTo>
                  <a:lnTo>
                    <a:pt x="7796" y="1361"/>
                  </a:lnTo>
                  <a:lnTo>
                    <a:pt x="7796" y="885"/>
                  </a:lnTo>
                  <a:lnTo>
                    <a:pt x="7431" y="885"/>
                  </a:lnTo>
                  <a:lnTo>
                    <a:pt x="7431" y="742"/>
                  </a:lnTo>
                  <a:lnTo>
                    <a:pt x="7431" y="454"/>
                  </a:lnTo>
                  <a:lnTo>
                    <a:pt x="7221" y="454"/>
                  </a:lnTo>
                  <a:lnTo>
                    <a:pt x="7221" y="1"/>
                  </a:lnTo>
                  <a:lnTo>
                    <a:pt x="6547" y="1"/>
                  </a:lnTo>
                  <a:lnTo>
                    <a:pt x="6547" y="454"/>
                  </a:lnTo>
                  <a:lnTo>
                    <a:pt x="6337" y="454"/>
                  </a:lnTo>
                  <a:lnTo>
                    <a:pt x="6337" y="885"/>
                  </a:lnTo>
                  <a:lnTo>
                    <a:pt x="5972" y="885"/>
                  </a:lnTo>
                  <a:lnTo>
                    <a:pt x="5972" y="1239"/>
                  </a:lnTo>
                  <a:lnTo>
                    <a:pt x="5972" y="1361"/>
                  </a:lnTo>
                  <a:lnTo>
                    <a:pt x="5596" y="1361"/>
                  </a:lnTo>
                  <a:lnTo>
                    <a:pt x="5596" y="3141"/>
                  </a:lnTo>
                  <a:lnTo>
                    <a:pt x="2455" y="3141"/>
                  </a:lnTo>
                  <a:lnTo>
                    <a:pt x="2455" y="1361"/>
                  </a:lnTo>
                  <a:lnTo>
                    <a:pt x="2057" y="1361"/>
                  </a:lnTo>
                  <a:lnTo>
                    <a:pt x="2057" y="885"/>
                  </a:lnTo>
                  <a:lnTo>
                    <a:pt x="1903" y="885"/>
                  </a:lnTo>
                  <a:lnTo>
                    <a:pt x="1903" y="797"/>
                  </a:lnTo>
                  <a:lnTo>
                    <a:pt x="1903" y="653"/>
                  </a:lnTo>
                  <a:lnTo>
                    <a:pt x="1317" y="653"/>
                  </a:lnTo>
                  <a:lnTo>
                    <a:pt x="1317" y="797"/>
                  </a:lnTo>
                  <a:lnTo>
                    <a:pt x="1317" y="885"/>
                  </a:lnTo>
                  <a:lnTo>
                    <a:pt x="985" y="885"/>
                  </a:lnTo>
                  <a:lnTo>
                    <a:pt x="985" y="797"/>
                  </a:lnTo>
                  <a:cubicBezTo>
                    <a:pt x="985" y="742"/>
                    <a:pt x="985" y="697"/>
                    <a:pt x="985" y="653"/>
                  </a:cubicBezTo>
                  <a:lnTo>
                    <a:pt x="399" y="653"/>
                  </a:lnTo>
                  <a:lnTo>
                    <a:pt x="399" y="896"/>
                  </a:lnTo>
                  <a:lnTo>
                    <a:pt x="244" y="896"/>
                  </a:lnTo>
                  <a:lnTo>
                    <a:pt x="244" y="1250"/>
                  </a:lnTo>
                  <a:cubicBezTo>
                    <a:pt x="244" y="1283"/>
                    <a:pt x="244" y="1328"/>
                    <a:pt x="244" y="1361"/>
                  </a:cubicBezTo>
                  <a:lnTo>
                    <a:pt x="1" y="1361"/>
                  </a:lnTo>
                  <a:lnTo>
                    <a:pt x="1" y="8084"/>
                  </a:lnTo>
                  <a:lnTo>
                    <a:pt x="9278" y="8084"/>
                  </a:lnTo>
                  <a:cubicBezTo>
                    <a:pt x="9289" y="8084"/>
                    <a:pt x="9311" y="8084"/>
                    <a:pt x="9322" y="80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5592119" y="1235548"/>
              <a:ext cx="982217" cy="1076393"/>
            </a:xfrm>
            <a:custGeom>
              <a:avLst/>
              <a:gdLst/>
              <a:ahLst/>
              <a:cxnLst/>
              <a:rect l="l" t="t" r="r" b="b"/>
              <a:pathLst>
                <a:path w="9577" h="10495" extrusionOk="0">
                  <a:moveTo>
                    <a:pt x="11" y="10130"/>
                  </a:moveTo>
                  <a:lnTo>
                    <a:pt x="11" y="9300"/>
                  </a:lnTo>
                  <a:cubicBezTo>
                    <a:pt x="0" y="9179"/>
                    <a:pt x="78" y="9079"/>
                    <a:pt x="199" y="9057"/>
                  </a:cubicBezTo>
                  <a:cubicBezTo>
                    <a:pt x="321" y="9035"/>
                    <a:pt x="398" y="8935"/>
                    <a:pt x="387" y="8814"/>
                  </a:cubicBezTo>
                  <a:lnTo>
                    <a:pt x="387" y="8626"/>
                  </a:lnTo>
                  <a:cubicBezTo>
                    <a:pt x="365" y="8504"/>
                    <a:pt x="454" y="8394"/>
                    <a:pt x="575" y="8382"/>
                  </a:cubicBezTo>
                  <a:lnTo>
                    <a:pt x="896" y="8382"/>
                  </a:lnTo>
                  <a:lnTo>
                    <a:pt x="896" y="8228"/>
                  </a:lnTo>
                  <a:lnTo>
                    <a:pt x="1117" y="8228"/>
                  </a:lnTo>
                  <a:cubicBezTo>
                    <a:pt x="1139" y="8217"/>
                    <a:pt x="1172" y="8194"/>
                    <a:pt x="1205" y="8194"/>
                  </a:cubicBezTo>
                  <a:lnTo>
                    <a:pt x="1205" y="8095"/>
                  </a:lnTo>
                  <a:lnTo>
                    <a:pt x="1062" y="8095"/>
                  </a:lnTo>
                  <a:lnTo>
                    <a:pt x="1062" y="7697"/>
                  </a:lnTo>
                  <a:lnTo>
                    <a:pt x="1205" y="7697"/>
                  </a:lnTo>
                  <a:lnTo>
                    <a:pt x="1205" y="7564"/>
                  </a:lnTo>
                  <a:lnTo>
                    <a:pt x="896" y="7564"/>
                  </a:lnTo>
                  <a:lnTo>
                    <a:pt x="896" y="7365"/>
                  </a:lnTo>
                  <a:lnTo>
                    <a:pt x="1205" y="7365"/>
                  </a:lnTo>
                  <a:lnTo>
                    <a:pt x="1205" y="7232"/>
                  </a:lnTo>
                  <a:lnTo>
                    <a:pt x="1062" y="7232"/>
                  </a:lnTo>
                  <a:lnTo>
                    <a:pt x="1062" y="6834"/>
                  </a:lnTo>
                  <a:lnTo>
                    <a:pt x="1205" y="6834"/>
                  </a:lnTo>
                  <a:lnTo>
                    <a:pt x="1205" y="6691"/>
                  </a:lnTo>
                  <a:lnTo>
                    <a:pt x="896" y="6691"/>
                  </a:lnTo>
                  <a:lnTo>
                    <a:pt x="896" y="6503"/>
                  </a:lnTo>
                  <a:lnTo>
                    <a:pt x="1205" y="6503"/>
                  </a:lnTo>
                  <a:lnTo>
                    <a:pt x="1205" y="6359"/>
                  </a:lnTo>
                  <a:lnTo>
                    <a:pt x="1062" y="6359"/>
                  </a:lnTo>
                  <a:lnTo>
                    <a:pt x="1062" y="5972"/>
                  </a:lnTo>
                  <a:lnTo>
                    <a:pt x="1205" y="5972"/>
                  </a:lnTo>
                  <a:lnTo>
                    <a:pt x="1205" y="5828"/>
                  </a:lnTo>
                  <a:lnTo>
                    <a:pt x="896" y="5828"/>
                  </a:lnTo>
                  <a:lnTo>
                    <a:pt x="896" y="5629"/>
                  </a:lnTo>
                  <a:lnTo>
                    <a:pt x="1205" y="5629"/>
                  </a:lnTo>
                  <a:lnTo>
                    <a:pt x="1205" y="5496"/>
                  </a:lnTo>
                  <a:lnTo>
                    <a:pt x="1062" y="5496"/>
                  </a:lnTo>
                  <a:lnTo>
                    <a:pt x="1062" y="5098"/>
                  </a:lnTo>
                  <a:lnTo>
                    <a:pt x="1205" y="5098"/>
                  </a:lnTo>
                  <a:lnTo>
                    <a:pt x="1205" y="4966"/>
                  </a:lnTo>
                  <a:lnTo>
                    <a:pt x="896" y="4966"/>
                  </a:lnTo>
                  <a:lnTo>
                    <a:pt x="896" y="4767"/>
                  </a:lnTo>
                  <a:lnTo>
                    <a:pt x="1205" y="4767"/>
                  </a:lnTo>
                  <a:lnTo>
                    <a:pt x="1205" y="4623"/>
                  </a:lnTo>
                  <a:lnTo>
                    <a:pt x="1062" y="4623"/>
                  </a:lnTo>
                  <a:lnTo>
                    <a:pt x="1062" y="4236"/>
                  </a:lnTo>
                  <a:lnTo>
                    <a:pt x="1205" y="4236"/>
                  </a:lnTo>
                  <a:lnTo>
                    <a:pt x="1205" y="4092"/>
                  </a:lnTo>
                  <a:lnTo>
                    <a:pt x="896" y="4092"/>
                  </a:lnTo>
                  <a:lnTo>
                    <a:pt x="896" y="3904"/>
                  </a:lnTo>
                  <a:lnTo>
                    <a:pt x="1205" y="3904"/>
                  </a:lnTo>
                  <a:lnTo>
                    <a:pt x="1205" y="3362"/>
                  </a:lnTo>
                  <a:lnTo>
                    <a:pt x="1780" y="3362"/>
                  </a:lnTo>
                  <a:lnTo>
                    <a:pt x="1780" y="2666"/>
                  </a:lnTo>
                  <a:lnTo>
                    <a:pt x="2201" y="2666"/>
                  </a:lnTo>
                  <a:lnTo>
                    <a:pt x="2201" y="1803"/>
                  </a:lnTo>
                  <a:lnTo>
                    <a:pt x="3284" y="1803"/>
                  </a:lnTo>
                  <a:lnTo>
                    <a:pt x="3284" y="2666"/>
                  </a:lnTo>
                  <a:lnTo>
                    <a:pt x="3704" y="2666"/>
                  </a:lnTo>
                  <a:lnTo>
                    <a:pt x="3704" y="3362"/>
                  </a:lnTo>
                  <a:lnTo>
                    <a:pt x="4279" y="3362"/>
                  </a:lnTo>
                  <a:lnTo>
                    <a:pt x="4279" y="4247"/>
                  </a:lnTo>
                  <a:cubicBezTo>
                    <a:pt x="4976" y="4258"/>
                    <a:pt x="5485" y="4313"/>
                    <a:pt x="5485" y="4369"/>
                  </a:cubicBezTo>
                  <a:lnTo>
                    <a:pt x="5485" y="4601"/>
                  </a:lnTo>
                  <a:lnTo>
                    <a:pt x="5485" y="4601"/>
                  </a:lnTo>
                  <a:lnTo>
                    <a:pt x="5485" y="4745"/>
                  </a:lnTo>
                  <a:lnTo>
                    <a:pt x="5485" y="4745"/>
                  </a:lnTo>
                  <a:lnTo>
                    <a:pt x="5485" y="5021"/>
                  </a:lnTo>
                  <a:lnTo>
                    <a:pt x="5485" y="5021"/>
                  </a:lnTo>
                  <a:lnTo>
                    <a:pt x="5485" y="5176"/>
                  </a:lnTo>
                  <a:lnTo>
                    <a:pt x="5485" y="5176"/>
                  </a:lnTo>
                  <a:lnTo>
                    <a:pt x="5485" y="5452"/>
                  </a:lnTo>
                  <a:lnTo>
                    <a:pt x="5485" y="5441"/>
                  </a:lnTo>
                  <a:lnTo>
                    <a:pt x="5485" y="5596"/>
                  </a:lnTo>
                  <a:lnTo>
                    <a:pt x="5485" y="5596"/>
                  </a:lnTo>
                  <a:lnTo>
                    <a:pt x="5485" y="5872"/>
                  </a:lnTo>
                  <a:lnTo>
                    <a:pt x="5485" y="5861"/>
                  </a:lnTo>
                  <a:lnTo>
                    <a:pt x="5485" y="6005"/>
                  </a:lnTo>
                  <a:lnTo>
                    <a:pt x="5485" y="6282"/>
                  </a:lnTo>
                  <a:lnTo>
                    <a:pt x="5485" y="6282"/>
                  </a:lnTo>
                  <a:lnTo>
                    <a:pt x="5485" y="6436"/>
                  </a:lnTo>
                  <a:lnTo>
                    <a:pt x="5485" y="6436"/>
                  </a:lnTo>
                  <a:lnTo>
                    <a:pt x="5485" y="6713"/>
                  </a:lnTo>
                  <a:lnTo>
                    <a:pt x="5485" y="6713"/>
                  </a:lnTo>
                  <a:lnTo>
                    <a:pt x="5485" y="6890"/>
                  </a:lnTo>
                  <a:lnTo>
                    <a:pt x="5485" y="6890"/>
                  </a:lnTo>
                  <a:lnTo>
                    <a:pt x="5485" y="7166"/>
                  </a:lnTo>
                  <a:lnTo>
                    <a:pt x="5485" y="7155"/>
                  </a:lnTo>
                  <a:lnTo>
                    <a:pt x="5485" y="7299"/>
                  </a:lnTo>
                  <a:lnTo>
                    <a:pt x="5485" y="7575"/>
                  </a:lnTo>
                  <a:lnTo>
                    <a:pt x="5485" y="7575"/>
                  </a:lnTo>
                  <a:lnTo>
                    <a:pt x="5485" y="7730"/>
                  </a:lnTo>
                  <a:lnTo>
                    <a:pt x="5485" y="7730"/>
                  </a:lnTo>
                  <a:lnTo>
                    <a:pt x="5485" y="7951"/>
                  </a:lnTo>
                  <a:lnTo>
                    <a:pt x="5927" y="7951"/>
                  </a:lnTo>
                  <a:lnTo>
                    <a:pt x="5927" y="3263"/>
                  </a:lnTo>
                  <a:lnTo>
                    <a:pt x="6513" y="3263"/>
                  </a:lnTo>
                  <a:lnTo>
                    <a:pt x="6513" y="885"/>
                  </a:lnTo>
                  <a:lnTo>
                    <a:pt x="7055" y="885"/>
                  </a:lnTo>
                  <a:lnTo>
                    <a:pt x="7055" y="1"/>
                  </a:lnTo>
                  <a:lnTo>
                    <a:pt x="7928" y="1"/>
                  </a:lnTo>
                  <a:lnTo>
                    <a:pt x="7928" y="885"/>
                  </a:lnTo>
                  <a:lnTo>
                    <a:pt x="8470" y="885"/>
                  </a:lnTo>
                  <a:lnTo>
                    <a:pt x="8470" y="3263"/>
                  </a:lnTo>
                  <a:lnTo>
                    <a:pt x="9056" y="3263"/>
                  </a:lnTo>
                  <a:lnTo>
                    <a:pt x="9056" y="3373"/>
                  </a:lnTo>
                  <a:lnTo>
                    <a:pt x="9211" y="3373"/>
                  </a:lnTo>
                  <a:lnTo>
                    <a:pt x="9211" y="3517"/>
                  </a:lnTo>
                  <a:lnTo>
                    <a:pt x="9056" y="3517"/>
                  </a:lnTo>
                  <a:lnTo>
                    <a:pt x="9056" y="3738"/>
                  </a:lnTo>
                  <a:lnTo>
                    <a:pt x="9211" y="3738"/>
                  </a:lnTo>
                  <a:lnTo>
                    <a:pt x="9211" y="3882"/>
                  </a:lnTo>
                  <a:lnTo>
                    <a:pt x="9056" y="3882"/>
                  </a:lnTo>
                  <a:lnTo>
                    <a:pt x="9056" y="4103"/>
                  </a:lnTo>
                  <a:lnTo>
                    <a:pt x="9211" y="4103"/>
                  </a:lnTo>
                  <a:lnTo>
                    <a:pt x="9211" y="4247"/>
                  </a:lnTo>
                  <a:lnTo>
                    <a:pt x="9056" y="4247"/>
                  </a:lnTo>
                  <a:lnTo>
                    <a:pt x="9056" y="4468"/>
                  </a:lnTo>
                  <a:lnTo>
                    <a:pt x="9211" y="4468"/>
                  </a:lnTo>
                  <a:lnTo>
                    <a:pt x="9211" y="4612"/>
                  </a:lnTo>
                  <a:lnTo>
                    <a:pt x="9056" y="4612"/>
                  </a:lnTo>
                  <a:lnTo>
                    <a:pt x="9056" y="4833"/>
                  </a:lnTo>
                  <a:lnTo>
                    <a:pt x="9211" y="4833"/>
                  </a:lnTo>
                  <a:lnTo>
                    <a:pt x="9211" y="4977"/>
                  </a:lnTo>
                  <a:lnTo>
                    <a:pt x="9056" y="4977"/>
                  </a:lnTo>
                  <a:lnTo>
                    <a:pt x="9056" y="5198"/>
                  </a:lnTo>
                  <a:lnTo>
                    <a:pt x="9211" y="5198"/>
                  </a:lnTo>
                  <a:lnTo>
                    <a:pt x="9211" y="5342"/>
                  </a:lnTo>
                  <a:lnTo>
                    <a:pt x="9056" y="5342"/>
                  </a:lnTo>
                  <a:lnTo>
                    <a:pt x="9056" y="5563"/>
                  </a:lnTo>
                  <a:lnTo>
                    <a:pt x="9211" y="5563"/>
                  </a:lnTo>
                  <a:lnTo>
                    <a:pt x="9211" y="5707"/>
                  </a:lnTo>
                  <a:lnTo>
                    <a:pt x="9056" y="5707"/>
                  </a:lnTo>
                  <a:lnTo>
                    <a:pt x="9056" y="5928"/>
                  </a:lnTo>
                  <a:lnTo>
                    <a:pt x="9211" y="5928"/>
                  </a:lnTo>
                  <a:lnTo>
                    <a:pt x="9211" y="6071"/>
                  </a:lnTo>
                  <a:lnTo>
                    <a:pt x="9056" y="6071"/>
                  </a:lnTo>
                  <a:lnTo>
                    <a:pt x="9056" y="6293"/>
                  </a:lnTo>
                  <a:lnTo>
                    <a:pt x="9211" y="6293"/>
                  </a:lnTo>
                  <a:lnTo>
                    <a:pt x="9211" y="6436"/>
                  </a:lnTo>
                  <a:lnTo>
                    <a:pt x="9056" y="6436"/>
                  </a:lnTo>
                  <a:lnTo>
                    <a:pt x="9056" y="6657"/>
                  </a:lnTo>
                  <a:lnTo>
                    <a:pt x="9211" y="6657"/>
                  </a:lnTo>
                  <a:lnTo>
                    <a:pt x="9211" y="6801"/>
                  </a:lnTo>
                  <a:lnTo>
                    <a:pt x="9056" y="6801"/>
                  </a:lnTo>
                  <a:lnTo>
                    <a:pt x="9056" y="7022"/>
                  </a:lnTo>
                  <a:lnTo>
                    <a:pt x="9211" y="7022"/>
                  </a:lnTo>
                  <a:lnTo>
                    <a:pt x="9211" y="7166"/>
                  </a:lnTo>
                  <a:lnTo>
                    <a:pt x="9056" y="7166"/>
                  </a:lnTo>
                  <a:lnTo>
                    <a:pt x="9056" y="7376"/>
                  </a:lnTo>
                  <a:lnTo>
                    <a:pt x="9211" y="7376"/>
                  </a:lnTo>
                  <a:lnTo>
                    <a:pt x="9211" y="7531"/>
                  </a:lnTo>
                  <a:lnTo>
                    <a:pt x="9056" y="7531"/>
                  </a:lnTo>
                  <a:lnTo>
                    <a:pt x="9056" y="7608"/>
                  </a:lnTo>
                  <a:lnTo>
                    <a:pt x="9576" y="7608"/>
                  </a:lnTo>
                  <a:lnTo>
                    <a:pt x="9576" y="10494"/>
                  </a:lnTo>
                  <a:lnTo>
                    <a:pt x="288" y="10494"/>
                  </a:lnTo>
                  <a:cubicBezTo>
                    <a:pt x="144" y="10494"/>
                    <a:pt x="11" y="10329"/>
                    <a:pt x="11" y="1013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2477366" y="2056267"/>
              <a:ext cx="7425000" cy="11514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0"/>
        <p:cNvGrpSpPr/>
        <p:nvPr/>
      </p:nvGrpSpPr>
      <p:grpSpPr>
        <a:xfrm>
          <a:off x="0" y="0"/>
          <a:ext cx="0" cy="0"/>
          <a:chOff x="0" y="0"/>
          <a:chExt cx="0" cy="0"/>
        </a:xfrm>
      </p:grpSpPr>
      <p:sp>
        <p:nvSpPr>
          <p:cNvPr id="21" name="Google Shape;21;p3"/>
          <p:cNvSpPr txBox="1">
            <a:spLocks noGrp="1"/>
          </p:cNvSpPr>
          <p:nvPr>
            <p:ph type="title"/>
          </p:nvPr>
        </p:nvSpPr>
        <p:spPr>
          <a:xfrm>
            <a:off x="3591150" y="838600"/>
            <a:ext cx="3657600" cy="841800"/>
          </a:xfrm>
          <a:prstGeom prst="rect">
            <a:avLst/>
          </a:prstGeom>
          <a:ln>
            <a:noFill/>
          </a:ln>
        </p:spPr>
        <p:txBody>
          <a:bodyPr spcFirstLastPara="1" wrap="square" lIns="91425" tIns="91425" rIns="91425" bIns="91425" anchor="ctr" anchorCtr="0">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2" name="Google Shape;22;p3"/>
          <p:cNvSpPr txBox="1">
            <a:spLocks noGrp="1"/>
          </p:cNvSpPr>
          <p:nvPr>
            <p:ph type="title" idx="2" hasCustomPrompt="1"/>
          </p:nvPr>
        </p:nvSpPr>
        <p:spPr>
          <a:xfrm>
            <a:off x="1895250" y="861850"/>
            <a:ext cx="1268400" cy="1269600"/>
          </a:xfrm>
          <a:prstGeom prst="rect">
            <a:avLst/>
          </a:prstGeom>
          <a:solidFill>
            <a:schemeClr val="accent4"/>
          </a:solidFill>
        </p:spPr>
        <p:txBody>
          <a:bodyPr spcFirstLastPara="1" wrap="square" lIns="91425" tIns="91425" rIns="91425" bIns="91425" anchor="ctr" anchorCtr="0">
            <a:noAutofit/>
          </a:bodyPr>
          <a:lstStyle>
            <a:lvl1pPr lvl="0" algn="ctr" rtl="0">
              <a:spcBef>
                <a:spcPts val="0"/>
              </a:spcBef>
              <a:spcAft>
                <a:spcPts val="0"/>
              </a:spcAft>
              <a:buSzPts val="6000"/>
              <a:buNone/>
              <a:defRPr sz="60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3" name="Google Shape;23;p3"/>
          <p:cNvSpPr txBox="1">
            <a:spLocks noGrp="1"/>
          </p:cNvSpPr>
          <p:nvPr>
            <p:ph type="subTitle" idx="1"/>
          </p:nvPr>
        </p:nvSpPr>
        <p:spPr>
          <a:xfrm>
            <a:off x="3591150" y="1680400"/>
            <a:ext cx="3657600" cy="474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 name="Google Shape;24;p3"/>
          <p:cNvSpPr/>
          <p:nvPr/>
        </p:nvSpPr>
        <p:spPr>
          <a:xfrm>
            <a:off x="6500" y="4518500"/>
            <a:ext cx="9144000" cy="624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9"/>
        <p:cNvGrpSpPr/>
        <p:nvPr/>
      </p:nvGrpSpPr>
      <p:grpSpPr>
        <a:xfrm>
          <a:off x="0" y="0"/>
          <a:ext cx="0" cy="0"/>
          <a:chOff x="0" y="0"/>
          <a:chExt cx="0" cy="0"/>
        </a:xfrm>
      </p:grpSpPr>
      <p:sp>
        <p:nvSpPr>
          <p:cNvPr id="30" name="Google Shape;30;p5"/>
          <p:cNvSpPr txBox="1">
            <a:spLocks noGrp="1"/>
          </p:cNvSpPr>
          <p:nvPr>
            <p:ph type="subTitle" idx="1"/>
          </p:nvPr>
        </p:nvSpPr>
        <p:spPr>
          <a:xfrm>
            <a:off x="1533650" y="2214747"/>
            <a:ext cx="2907600" cy="4257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1" name="Google Shape;31;p5"/>
          <p:cNvSpPr txBox="1">
            <a:spLocks noGrp="1"/>
          </p:cNvSpPr>
          <p:nvPr>
            <p:ph type="subTitle" idx="2"/>
          </p:nvPr>
        </p:nvSpPr>
        <p:spPr>
          <a:xfrm>
            <a:off x="4702750" y="2214747"/>
            <a:ext cx="2907600" cy="425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2" name="Google Shape;32;p5"/>
          <p:cNvSpPr txBox="1">
            <a:spLocks noGrp="1"/>
          </p:cNvSpPr>
          <p:nvPr>
            <p:ph type="subTitle" idx="3"/>
          </p:nvPr>
        </p:nvSpPr>
        <p:spPr>
          <a:xfrm>
            <a:off x="1533650" y="2539409"/>
            <a:ext cx="2907600" cy="101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3" name="Google Shape;33;p5"/>
          <p:cNvSpPr txBox="1">
            <a:spLocks noGrp="1"/>
          </p:cNvSpPr>
          <p:nvPr>
            <p:ph type="subTitle" idx="4"/>
          </p:nvPr>
        </p:nvSpPr>
        <p:spPr>
          <a:xfrm>
            <a:off x="4702750" y="2539409"/>
            <a:ext cx="2907600" cy="101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4" name="Google Shape;34;p5"/>
          <p:cNvSpPr txBox="1">
            <a:spLocks noGrp="1"/>
          </p:cNvSpPr>
          <p:nvPr>
            <p:ph type="title"/>
          </p:nvPr>
        </p:nvSpPr>
        <p:spPr>
          <a:xfrm>
            <a:off x="720000" y="334125"/>
            <a:ext cx="7704000" cy="683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5" name="Google Shape;35;p5"/>
          <p:cNvSpPr/>
          <p:nvPr/>
        </p:nvSpPr>
        <p:spPr>
          <a:xfrm>
            <a:off x="-268900" y="4522175"/>
            <a:ext cx="9513335" cy="621327"/>
          </a:xfrm>
          <a:custGeom>
            <a:avLst/>
            <a:gdLst/>
            <a:ahLst/>
            <a:cxnLst/>
            <a:rect l="l" t="t" r="r" b="b"/>
            <a:pathLst>
              <a:path w="62200" h="1947" extrusionOk="0">
                <a:moveTo>
                  <a:pt x="0" y="1"/>
                </a:moveTo>
                <a:lnTo>
                  <a:pt x="62199" y="1"/>
                </a:lnTo>
                <a:lnTo>
                  <a:pt x="62199" y="1947"/>
                </a:lnTo>
                <a:lnTo>
                  <a:pt x="26815" y="1947"/>
                </a:lnTo>
                <a:cubicBezTo>
                  <a:pt x="26738" y="1295"/>
                  <a:pt x="24659" y="775"/>
                  <a:pt x="22115" y="775"/>
                </a:cubicBezTo>
                <a:cubicBezTo>
                  <a:pt x="19561" y="775"/>
                  <a:pt x="17482" y="1295"/>
                  <a:pt x="17416" y="1947"/>
                </a:cubicBezTo>
                <a:lnTo>
                  <a:pt x="0" y="1947"/>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5"/>
          <p:cNvSpPr/>
          <p:nvPr/>
        </p:nvSpPr>
        <p:spPr>
          <a:xfrm>
            <a:off x="-100436" y="4522175"/>
            <a:ext cx="9513335" cy="621327"/>
          </a:xfrm>
          <a:custGeom>
            <a:avLst/>
            <a:gdLst/>
            <a:ahLst/>
            <a:cxnLst/>
            <a:rect l="l" t="t" r="r" b="b"/>
            <a:pathLst>
              <a:path w="62200" h="1947" extrusionOk="0">
                <a:moveTo>
                  <a:pt x="0" y="1"/>
                </a:moveTo>
                <a:lnTo>
                  <a:pt x="62199" y="1"/>
                </a:lnTo>
                <a:lnTo>
                  <a:pt x="62199" y="1947"/>
                </a:lnTo>
                <a:lnTo>
                  <a:pt x="26815" y="1947"/>
                </a:lnTo>
                <a:cubicBezTo>
                  <a:pt x="26738" y="1295"/>
                  <a:pt x="24659" y="775"/>
                  <a:pt x="22115" y="775"/>
                </a:cubicBezTo>
                <a:cubicBezTo>
                  <a:pt x="19561" y="775"/>
                  <a:pt x="17482" y="1295"/>
                  <a:pt x="17416" y="1947"/>
                </a:cubicBezTo>
                <a:lnTo>
                  <a:pt x="0" y="1947"/>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5"/>
          <p:cNvGrpSpPr/>
          <p:nvPr/>
        </p:nvGrpSpPr>
        <p:grpSpPr>
          <a:xfrm>
            <a:off x="8542415" y="2462477"/>
            <a:ext cx="1151549" cy="2060253"/>
            <a:chOff x="-3882175" y="2494675"/>
            <a:chExt cx="1407074" cy="2517416"/>
          </a:xfrm>
        </p:grpSpPr>
        <p:sp>
          <p:nvSpPr>
            <p:cNvPr id="38" name="Google Shape;38;p5"/>
            <p:cNvSpPr/>
            <p:nvPr/>
          </p:nvSpPr>
          <p:spPr>
            <a:xfrm>
              <a:off x="-3197920" y="4233031"/>
              <a:ext cx="115694" cy="779059"/>
            </a:xfrm>
            <a:custGeom>
              <a:avLst/>
              <a:gdLst/>
              <a:ahLst/>
              <a:cxnLst/>
              <a:rect l="l" t="t" r="r" b="b"/>
              <a:pathLst>
                <a:path w="432" h="2909" extrusionOk="0">
                  <a:moveTo>
                    <a:pt x="431" y="2908"/>
                  </a:moveTo>
                  <a:lnTo>
                    <a:pt x="0" y="2908"/>
                  </a:lnTo>
                  <a:lnTo>
                    <a:pt x="78" y="0"/>
                  </a:lnTo>
                  <a:lnTo>
                    <a:pt x="3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5"/>
            <p:cNvSpPr/>
            <p:nvPr/>
          </p:nvSpPr>
          <p:spPr>
            <a:xfrm>
              <a:off x="-3129896" y="4233031"/>
              <a:ext cx="56508" cy="779059"/>
            </a:xfrm>
            <a:custGeom>
              <a:avLst/>
              <a:gdLst/>
              <a:ahLst/>
              <a:cxnLst/>
              <a:rect l="l" t="t" r="r" b="b"/>
              <a:pathLst>
                <a:path w="211" h="2909" extrusionOk="0">
                  <a:moveTo>
                    <a:pt x="211" y="2908"/>
                  </a:moveTo>
                  <a:lnTo>
                    <a:pt x="1" y="2908"/>
                  </a:lnTo>
                  <a:lnTo>
                    <a:pt x="1" y="0"/>
                  </a:lnTo>
                  <a:lnTo>
                    <a:pt x="1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5"/>
            <p:cNvSpPr/>
            <p:nvPr/>
          </p:nvSpPr>
          <p:spPr>
            <a:xfrm>
              <a:off x="-3103115" y="4194467"/>
              <a:ext cx="189609" cy="364489"/>
            </a:xfrm>
            <a:custGeom>
              <a:avLst/>
              <a:gdLst/>
              <a:ahLst/>
              <a:cxnLst/>
              <a:rect l="l" t="t" r="r" b="b"/>
              <a:pathLst>
                <a:path w="708" h="1361" extrusionOk="0">
                  <a:moveTo>
                    <a:pt x="22" y="1360"/>
                  </a:moveTo>
                  <a:lnTo>
                    <a:pt x="0" y="1294"/>
                  </a:lnTo>
                  <a:cubicBezTo>
                    <a:pt x="464" y="1062"/>
                    <a:pt x="630" y="476"/>
                    <a:pt x="354" y="45"/>
                  </a:cubicBezTo>
                  <a:lnTo>
                    <a:pt x="409" y="0"/>
                  </a:lnTo>
                  <a:cubicBezTo>
                    <a:pt x="708" y="476"/>
                    <a:pt x="531" y="1117"/>
                    <a:pt x="22" y="13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5"/>
            <p:cNvSpPr/>
            <p:nvPr/>
          </p:nvSpPr>
          <p:spPr>
            <a:xfrm>
              <a:off x="-3369854" y="4158848"/>
              <a:ext cx="207553" cy="376273"/>
            </a:xfrm>
            <a:custGeom>
              <a:avLst/>
              <a:gdLst/>
              <a:ahLst/>
              <a:cxnLst/>
              <a:rect l="l" t="t" r="r" b="b"/>
              <a:pathLst>
                <a:path w="775" h="1405" extrusionOk="0">
                  <a:moveTo>
                    <a:pt x="709" y="1405"/>
                  </a:moveTo>
                  <a:cubicBezTo>
                    <a:pt x="189" y="1151"/>
                    <a:pt x="1" y="487"/>
                    <a:pt x="322" y="1"/>
                  </a:cubicBezTo>
                  <a:lnTo>
                    <a:pt x="432" y="78"/>
                  </a:lnTo>
                  <a:cubicBezTo>
                    <a:pt x="167" y="498"/>
                    <a:pt x="322" y="1062"/>
                    <a:pt x="775" y="1283"/>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5"/>
            <p:cNvSpPr/>
            <p:nvPr/>
          </p:nvSpPr>
          <p:spPr>
            <a:xfrm>
              <a:off x="-3882175" y="2497621"/>
              <a:ext cx="1407074" cy="2055442"/>
            </a:xfrm>
            <a:custGeom>
              <a:avLst/>
              <a:gdLst/>
              <a:ahLst/>
              <a:cxnLst/>
              <a:rect l="l" t="t" r="r" b="b"/>
              <a:pathLst>
                <a:path w="5254" h="7675" extrusionOk="0">
                  <a:moveTo>
                    <a:pt x="4988" y="3340"/>
                  </a:moveTo>
                  <a:cubicBezTo>
                    <a:pt x="4966" y="3196"/>
                    <a:pt x="4922" y="3052"/>
                    <a:pt x="4844" y="2920"/>
                  </a:cubicBezTo>
                  <a:cubicBezTo>
                    <a:pt x="4944" y="2787"/>
                    <a:pt x="4988" y="2632"/>
                    <a:pt x="4988" y="2466"/>
                  </a:cubicBezTo>
                  <a:cubicBezTo>
                    <a:pt x="4988" y="2079"/>
                    <a:pt x="4700" y="1747"/>
                    <a:pt x="4313" y="1681"/>
                  </a:cubicBezTo>
                  <a:cubicBezTo>
                    <a:pt x="4523" y="1294"/>
                    <a:pt x="4313" y="830"/>
                    <a:pt x="3904" y="708"/>
                  </a:cubicBezTo>
                  <a:cubicBezTo>
                    <a:pt x="3783" y="299"/>
                    <a:pt x="3451" y="0"/>
                    <a:pt x="3053" y="0"/>
                  </a:cubicBezTo>
                  <a:cubicBezTo>
                    <a:pt x="2688" y="11"/>
                    <a:pt x="2367" y="255"/>
                    <a:pt x="2257" y="609"/>
                  </a:cubicBezTo>
                  <a:cubicBezTo>
                    <a:pt x="2124" y="531"/>
                    <a:pt x="1980" y="498"/>
                    <a:pt x="1836" y="498"/>
                  </a:cubicBezTo>
                  <a:cubicBezTo>
                    <a:pt x="1317" y="509"/>
                    <a:pt x="908" y="940"/>
                    <a:pt x="919" y="1460"/>
                  </a:cubicBezTo>
                  <a:cubicBezTo>
                    <a:pt x="919" y="1626"/>
                    <a:pt x="952" y="1781"/>
                    <a:pt x="1029" y="1924"/>
                  </a:cubicBezTo>
                  <a:cubicBezTo>
                    <a:pt x="852" y="2035"/>
                    <a:pt x="698" y="2179"/>
                    <a:pt x="565" y="2356"/>
                  </a:cubicBezTo>
                  <a:cubicBezTo>
                    <a:pt x="543" y="2389"/>
                    <a:pt x="532" y="2422"/>
                    <a:pt x="510" y="2455"/>
                  </a:cubicBezTo>
                  <a:lnTo>
                    <a:pt x="498" y="2477"/>
                  </a:lnTo>
                  <a:cubicBezTo>
                    <a:pt x="476" y="2499"/>
                    <a:pt x="465" y="2522"/>
                    <a:pt x="454" y="2544"/>
                  </a:cubicBezTo>
                  <a:lnTo>
                    <a:pt x="443" y="2555"/>
                  </a:lnTo>
                  <a:lnTo>
                    <a:pt x="443" y="2577"/>
                  </a:lnTo>
                  <a:lnTo>
                    <a:pt x="432" y="2599"/>
                  </a:lnTo>
                  <a:lnTo>
                    <a:pt x="432" y="2599"/>
                  </a:lnTo>
                  <a:lnTo>
                    <a:pt x="432" y="2621"/>
                  </a:lnTo>
                  <a:lnTo>
                    <a:pt x="421" y="2643"/>
                  </a:lnTo>
                  <a:lnTo>
                    <a:pt x="410" y="2665"/>
                  </a:lnTo>
                  <a:lnTo>
                    <a:pt x="410" y="2665"/>
                  </a:lnTo>
                  <a:cubicBezTo>
                    <a:pt x="410" y="2676"/>
                    <a:pt x="399" y="2687"/>
                    <a:pt x="399" y="2687"/>
                  </a:cubicBezTo>
                  <a:lnTo>
                    <a:pt x="388" y="2709"/>
                  </a:lnTo>
                  <a:lnTo>
                    <a:pt x="388" y="2721"/>
                  </a:lnTo>
                  <a:lnTo>
                    <a:pt x="377" y="2776"/>
                  </a:lnTo>
                  <a:cubicBezTo>
                    <a:pt x="377" y="2787"/>
                    <a:pt x="366" y="2809"/>
                    <a:pt x="355" y="2820"/>
                  </a:cubicBezTo>
                  <a:lnTo>
                    <a:pt x="355" y="2820"/>
                  </a:lnTo>
                  <a:cubicBezTo>
                    <a:pt x="355" y="2842"/>
                    <a:pt x="355" y="2853"/>
                    <a:pt x="344" y="2875"/>
                  </a:cubicBezTo>
                  <a:cubicBezTo>
                    <a:pt x="344" y="2886"/>
                    <a:pt x="344" y="2897"/>
                    <a:pt x="344" y="2897"/>
                  </a:cubicBezTo>
                  <a:lnTo>
                    <a:pt x="344" y="2931"/>
                  </a:lnTo>
                  <a:cubicBezTo>
                    <a:pt x="277" y="3240"/>
                    <a:pt x="311" y="3550"/>
                    <a:pt x="432" y="3837"/>
                  </a:cubicBezTo>
                  <a:cubicBezTo>
                    <a:pt x="156" y="4158"/>
                    <a:pt x="1" y="4567"/>
                    <a:pt x="1" y="4998"/>
                  </a:cubicBezTo>
                  <a:cubicBezTo>
                    <a:pt x="1" y="5009"/>
                    <a:pt x="1" y="5021"/>
                    <a:pt x="1" y="5032"/>
                  </a:cubicBezTo>
                  <a:cubicBezTo>
                    <a:pt x="1" y="5054"/>
                    <a:pt x="1" y="5065"/>
                    <a:pt x="1" y="5076"/>
                  </a:cubicBezTo>
                  <a:lnTo>
                    <a:pt x="1" y="5087"/>
                  </a:lnTo>
                  <a:lnTo>
                    <a:pt x="1" y="5120"/>
                  </a:lnTo>
                  <a:lnTo>
                    <a:pt x="1" y="5131"/>
                  </a:lnTo>
                  <a:cubicBezTo>
                    <a:pt x="1" y="5142"/>
                    <a:pt x="1" y="5153"/>
                    <a:pt x="1" y="5164"/>
                  </a:cubicBezTo>
                  <a:lnTo>
                    <a:pt x="1" y="5175"/>
                  </a:lnTo>
                  <a:lnTo>
                    <a:pt x="1" y="5208"/>
                  </a:lnTo>
                  <a:lnTo>
                    <a:pt x="1" y="5208"/>
                  </a:lnTo>
                  <a:cubicBezTo>
                    <a:pt x="1" y="5220"/>
                    <a:pt x="1" y="5231"/>
                    <a:pt x="1" y="5242"/>
                  </a:cubicBezTo>
                  <a:lnTo>
                    <a:pt x="1" y="5253"/>
                  </a:lnTo>
                  <a:lnTo>
                    <a:pt x="1" y="5286"/>
                  </a:lnTo>
                  <a:lnTo>
                    <a:pt x="1" y="5297"/>
                  </a:lnTo>
                  <a:lnTo>
                    <a:pt x="1" y="5319"/>
                  </a:lnTo>
                  <a:lnTo>
                    <a:pt x="1" y="5341"/>
                  </a:lnTo>
                  <a:cubicBezTo>
                    <a:pt x="1" y="5352"/>
                    <a:pt x="1" y="5363"/>
                    <a:pt x="1" y="5363"/>
                  </a:cubicBezTo>
                  <a:cubicBezTo>
                    <a:pt x="1" y="5374"/>
                    <a:pt x="12" y="5396"/>
                    <a:pt x="12" y="5408"/>
                  </a:cubicBezTo>
                  <a:lnTo>
                    <a:pt x="12" y="5419"/>
                  </a:lnTo>
                  <a:lnTo>
                    <a:pt x="23" y="5441"/>
                  </a:lnTo>
                  <a:lnTo>
                    <a:pt x="23" y="5463"/>
                  </a:lnTo>
                  <a:lnTo>
                    <a:pt x="23" y="5485"/>
                  </a:lnTo>
                  <a:lnTo>
                    <a:pt x="23" y="5496"/>
                  </a:lnTo>
                  <a:lnTo>
                    <a:pt x="23" y="5518"/>
                  </a:lnTo>
                  <a:lnTo>
                    <a:pt x="23" y="5540"/>
                  </a:lnTo>
                  <a:cubicBezTo>
                    <a:pt x="23" y="5540"/>
                    <a:pt x="23" y="5551"/>
                    <a:pt x="23" y="5562"/>
                  </a:cubicBezTo>
                  <a:lnTo>
                    <a:pt x="23" y="5573"/>
                  </a:lnTo>
                  <a:lnTo>
                    <a:pt x="34" y="5596"/>
                  </a:lnTo>
                  <a:lnTo>
                    <a:pt x="34" y="5618"/>
                  </a:lnTo>
                  <a:lnTo>
                    <a:pt x="34" y="5629"/>
                  </a:lnTo>
                  <a:cubicBezTo>
                    <a:pt x="34" y="5640"/>
                    <a:pt x="45" y="5651"/>
                    <a:pt x="45" y="5662"/>
                  </a:cubicBezTo>
                  <a:lnTo>
                    <a:pt x="45" y="5673"/>
                  </a:lnTo>
                  <a:lnTo>
                    <a:pt x="56" y="5695"/>
                  </a:lnTo>
                  <a:lnTo>
                    <a:pt x="56" y="5706"/>
                  </a:lnTo>
                  <a:lnTo>
                    <a:pt x="56" y="5728"/>
                  </a:lnTo>
                  <a:lnTo>
                    <a:pt x="78" y="5750"/>
                  </a:lnTo>
                  <a:lnTo>
                    <a:pt x="78" y="5761"/>
                  </a:lnTo>
                  <a:lnTo>
                    <a:pt x="78" y="5772"/>
                  </a:lnTo>
                  <a:cubicBezTo>
                    <a:pt x="78" y="5783"/>
                    <a:pt x="89" y="5795"/>
                    <a:pt x="89" y="5806"/>
                  </a:cubicBezTo>
                  <a:lnTo>
                    <a:pt x="134" y="5883"/>
                  </a:lnTo>
                  <a:cubicBezTo>
                    <a:pt x="421" y="6381"/>
                    <a:pt x="919" y="6701"/>
                    <a:pt x="1472" y="6779"/>
                  </a:cubicBezTo>
                  <a:cubicBezTo>
                    <a:pt x="3241" y="7674"/>
                    <a:pt x="5253" y="6093"/>
                    <a:pt x="4789" y="4158"/>
                  </a:cubicBezTo>
                  <a:cubicBezTo>
                    <a:pt x="4944" y="3915"/>
                    <a:pt x="5021" y="3627"/>
                    <a:pt x="4988" y="334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5"/>
            <p:cNvSpPr/>
            <p:nvPr/>
          </p:nvSpPr>
          <p:spPr>
            <a:xfrm>
              <a:off x="-3882175" y="2494675"/>
              <a:ext cx="1335836" cy="1617037"/>
            </a:xfrm>
            <a:custGeom>
              <a:avLst/>
              <a:gdLst/>
              <a:ahLst/>
              <a:cxnLst/>
              <a:rect l="l" t="t" r="r" b="b"/>
              <a:pathLst>
                <a:path w="4988" h="6038" extrusionOk="0">
                  <a:moveTo>
                    <a:pt x="4933" y="3130"/>
                  </a:moveTo>
                  <a:cubicBezTo>
                    <a:pt x="4910" y="3063"/>
                    <a:pt x="4877" y="2997"/>
                    <a:pt x="4844" y="2931"/>
                  </a:cubicBezTo>
                  <a:cubicBezTo>
                    <a:pt x="4944" y="2798"/>
                    <a:pt x="4988" y="2643"/>
                    <a:pt x="4988" y="2477"/>
                  </a:cubicBezTo>
                  <a:cubicBezTo>
                    <a:pt x="4988" y="2090"/>
                    <a:pt x="4700" y="1758"/>
                    <a:pt x="4313" y="1692"/>
                  </a:cubicBezTo>
                  <a:cubicBezTo>
                    <a:pt x="4523" y="1305"/>
                    <a:pt x="4313" y="841"/>
                    <a:pt x="3904" y="719"/>
                  </a:cubicBezTo>
                  <a:cubicBezTo>
                    <a:pt x="3783" y="310"/>
                    <a:pt x="3451" y="0"/>
                    <a:pt x="3053" y="0"/>
                  </a:cubicBezTo>
                  <a:cubicBezTo>
                    <a:pt x="2688" y="22"/>
                    <a:pt x="2367" y="266"/>
                    <a:pt x="2257" y="609"/>
                  </a:cubicBezTo>
                  <a:cubicBezTo>
                    <a:pt x="2124" y="542"/>
                    <a:pt x="1980" y="509"/>
                    <a:pt x="1836" y="498"/>
                  </a:cubicBezTo>
                  <a:cubicBezTo>
                    <a:pt x="1317" y="520"/>
                    <a:pt x="908" y="951"/>
                    <a:pt x="919" y="1471"/>
                  </a:cubicBezTo>
                  <a:cubicBezTo>
                    <a:pt x="919" y="1637"/>
                    <a:pt x="952" y="1792"/>
                    <a:pt x="1029" y="1935"/>
                  </a:cubicBezTo>
                  <a:cubicBezTo>
                    <a:pt x="852" y="2046"/>
                    <a:pt x="698" y="2190"/>
                    <a:pt x="565" y="2367"/>
                  </a:cubicBezTo>
                  <a:cubicBezTo>
                    <a:pt x="543" y="2400"/>
                    <a:pt x="532" y="2433"/>
                    <a:pt x="510" y="2455"/>
                  </a:cubicBezTo>
                  <a:lnTo>
                    <a:pt x="498" y="2477"/>
                  </a:lnTo>
                  <a:cubicBezTo>
                    <a:pt x="476" y="2510"/>
                    <a:pt x="465" y="2533"/>
                    <a:pt x="454" y="2555"/>
                  </a:cubicBezTo>
                  <a:lnTo>
                    <a:pt x="443" y="2566"/>
                  </a:lnTo>
                  <a:lnTo>
                    <a:pt x="443" y="2588"/>
                  </a:lnTo>
                  <a:lnTo>
                    <a:pt x="432" y="2599"/>
                  </a:lnTo>
                  <a:lnTo>
                    <a:pt x="432" y="2610"/>
                  </a:lnTo>
                  <a:lnTo>
                    <a:pt x="432" y="2632"/>
                  </a:lnTo>
                  <a:lnTo>
                    <a:pt x="421" y="2643"/>
                  </a:lnTo>
                  <a:lnTo>
                    <a:pt x="410" y="2665"/>
                  </a:lnTo>
                  <a:lnTo>
                    <a:pt x="410" y="2676"/>
                  </a:lnTo>
                  <a:cubicBezTo>
                    <a:pt x="410" y="2687"/>
                    <a:pt x="399" y="2698"/>
                    <a:pt x="399" y="2698"/>
                  </a:cubicBezTo>
                  <a:lnTo>
                    <a:pt x="388" y="2720"/>
                  </a:lnTo>
                  <a:lnTo>
                    <a:pt x="388" y="2732"/>
                  </a:lnTo>
                  <a:lnTo>
                    <a:pt x="377" y="2776"/>
                  </a:lnTo>
                  <a:cubicBezTo>
                    <a:pt x="377" y="2798"/>
                    <a:pt x="366" y="2820"/>
                    <a:pt x="355" y="2831"/>
                  </a:cubicBezTo>
                  <a:lnTo>
                    <a:pt x="355" y="2831"/>
                  </a:lnTo>
                  <a:cubicBezTo>
                    <a:pt x="355" y="2853"/>
                    <a:pt x="355" y="2864"/>
                    <a:pt x="344" y="2886"/>
                  </a:cubicBezTo>
                  <a:cubicBezTo>
                    <a:pt x="344" y="2897"/>
                    <a:pt x="344" y="2897"/>
                    <a:pt x="344" y="2908"/>
                  </a:cubicBezTo>
                  <a:lnTo>
                    <a:pt x="344" y="2942"/>
                  </a:lnTo>
                  <a:cubicBezTo>
                    <a:pt x="277" y="3240"/>
                    <a:pt x="311" y="3561"/>
                    <a:pt x="432" y="3848"/>
                  </a:cubicBezTo>
                  <a:cubicBezTo>
                    <a:pt x="156" y="4169"/>
                    <a:pt x="1" y="4578"/>
                    <a:pt x="1" y="5009"/>
                  </a:cubicBezTo>
                  <a:cubicBezTo>
                    <a:pt x="1" y="5020"/>
                    <a:pt x="1" y="5032"/>
                    <a:pt x="1" y="5043"/>
                  </a:cubicBezTo>
                  <a:cubicBezTo>
                    <a:pt x="1" y="5054"/>
                    <a:pt x="1" y="5076"/>
                    <a:pt x="1" y="5087"/>
                  </a:cubicBezTo>
                  <a:lnTo>
                    <a:pt x="1" y="5098"/>
                  </a:lnTo>
                  <a:lnTo>
                    <a:pt x="1" y="5131"/>
                  </a:lnTo>
                  <a:lnTo>
                    <a:pt x="1" y="5142"/>
                  </a:lnTo>
                  <a:cubicBezTo>
                    <a:pt x="1" y="5153"/>
                    <a:pt x="1" y="5164"/>
                    <a:pt x="1" y="5164"/>
                  </a:cubicBezTo>
                  <a:lnTo>
                    <a:pt x="1" y="5175"/>
                  </a:lnTo>
                  <a:lnTo>
                    <a:pt x="1" y="5208"/>
                  </a:lnTo>
                  <a:lnTo>
                    <a:pt x="1" y="5219"/>
                  </a:lnTo>
                  <a:cubicBezTo>
                    <a:pt x="1" y="5231"/>
                    <a:pt x="1" y="5242"/>
                    <a:pt x="1" y="5253"/>
                  </a:cubicBezTo>
                  <a:lnTo>
                    <a:pt x="1" y="5264"/>
                  </a:lnTo>
                  <a:lnTo>
                    <a:pt x="1" y="5297"/>
                  </a:lnTo>
                  <a:lnTo>
                    <a:pt x="1" y="5308"/>
                  </a:lnTo>
                  <a:lnTo>
                    <a:pt x="1" y="5330"/>
                  </a:lnTo>
                  <a:lnTo>
                    <a:pt x="1" y="5352"/>
                  </a:lnTo>
                  <a:cubicBezTo>
                    <a:pt x="1" y="5363"/>
                    <a:pt x="1" y="5363"/>
                    <a:pt x="1" y="5374"/>
                  </a:cubicBezTo>
                  <a:cubicBezTo>
                    <a:pt x="1" y="5385"/>
                    <a:pt x="12" y="5396"/>
                    <a:pt x="12" y="5419"/>
                  </a:cubicBezTo>
                  <a:lnTo>
                    <a:pt x="12" y="5430"/>
                  </a:lnTo>
                  <a:lnTo>
                    <a:pt x="23" y="5452"/>
                  </a:lnTo>
                  <a:lnTo>
                    <a:pt x="23" y="5463"/>
                  </a:lnTo>
                  <a:lnTo>
                    <a:pt x="23" y="5496"/>
                  </a:lnTo>
                  <a:lnTo>
                    <a:pt x="23" y="5507"/>
                  </a:lnTo>
                  <a:lnTo>
                    <a:pt x="23" y="5529"/>
                  </a:lnTo>
                  <a:lnTo>
                    <a:pt x="23" y="5540"/>
                  </a:lnTo>
                  <a:cubicBezTo>
                    <a:pt x="23" y="5551"/>
                    <a:pt x="23" y="5562"/>
                    <a:pt x="23" y="5573"/>
                  </a:cubicBezTo>
                  <a:lnTo>
                    <a:pt x="23" y="5584"/>
                  </a:lnTo>
                  <a:lnTo>
                    <a:pt x="34" y="5607"/>
                  </a:lnTo>
                  <a:lnTo>
                    <a:pt x="34" y="5629"/>
                  </a:lnTo>
                  <a:lnTo>
                    <a:pt x="34" y="5640"/>
                  </a:lnTo>
                  <a:cubicBezTo>
                    <a:pt x="34" y="5651"/>
                    <a:pt x="45" y="5662"/>
                    <a:pt x="45" y="5673"/>
                  </a:cubicBezTo>
                  <a:lnTo>
                    <a:pt x="45" y="5673"/>
                  </a:lnTo>
                  <a:lnTo>
                    <a:pt x="56" y="5706"/>
                  </a:lnTo>
                  <a:lnTo>
                    <a:pt x="56" y="5717"/>
                  </a:lnTo>
                  <a:lnTo>
                    <a:pt x="56" y="5728"/>
                  </a:lnTo>
                  <a:lnTo>
                    <a:pt x="78" y="5761"/>
                  </a:lnTo>
                  <a:lnTo>
                    <a:pt x="78" y="5772"/>
                  </a:lnTo>
                  <a:lnTo>
                    <a:pt x="78" y="5783"/>
                  </a:lnTo>
                  <a:cubicBezTo>
                    <a:pt x="78" y="5794"/>
                    <a:pt x="89" y="5806"/>
                    <a:pt x="89" y="5817"/>
                  </a:cubicBezTo>
                  <a:lnTo>
                    <a:pt x="134" y="5894"/>
                  </a:lnTo>
                  <a:cubicBezTo>
                    <a:pt x="167" y="5949"/>
                    <a:pt x="189" y="5994"/>
                    <a:pt x="222" y="6038"/>
                  </a:cubicBezTo>
                  <a:cubicBezTo>
                    <a:pt x="808" y="6027"/>
                    <a:pt x="1383" y="5916"/>
                    <a:pt x="1925" y="5728"/>
                  </a:cubicBezTo>
                  <a:cubicBezTo>
                    <a:pt x="3396" y="5242"/>
                    <a:pt x="4446" y="4257"/>
                    <a:pt x="4933" y="31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5"/>
            <p:cNvSpPr/>
            <p:nvPr/>
          </p:nvSpPr>
          <p:spPr>
            <a:xfrm>
              <a:off x="-3423148" y="2938704"/>
              <a:ext cx="266739" cy="317355"/>
            </a:xfrm>
            <a:custGeom>
              <a:avLst/>
              <a:gdLst/>
              <a:ahLst/>
              <a:cxnLst/>
              <a:rect l="l" t="t" r="r" b="b"/>
              <a:pathLst>
                <a:path w="996" h="1185" extrusionOk="0">
                  <a:moveTo>
                    <a:pt x="753" y="1074"/>
                  </a:moveTo>
                  <a:cubicBezTo>
                    <a:pt x="565" y="1184"/>
                    <a:pt x="288" y="1051"/>
                    <a:pt x="145" y="786"/>
                  </a:cubicBezTo>
                  <a:cubicBezTo>
                    <a:pt x="1" y="521"/>
                    <a:pt x="34" y="222"/>
                    <a:pt x="233" y="112"/>
                  </a:cubicBezTo>
                  <a:cubicBezTo>
                    <a:pt x="432" y="1"/>
                    <a:pt x="709" y="134"/>
                    <a:pt x="852" y="399"/>
                  </a:cubicBezTo>
                  <a:cubicBezTo>
                    <a:pt x="996" y="664"/>
                    <a:pt x="952" y="974"/>
                    <a:pt x="753" y="107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5"/>
            <p:cNvSpPr/>
            <p:nvPr/>
          </p:nvSpPr>
          <p:spPr>
            <a:xfrm>
              <a:off x="-3585977" y="3279359"/>
              <a:ext cx="915375" cy="1069365"/>
            </a:xfrm>
            <a:custGeom>
              <a:avLst/>
              <a:gdLst/>
              <a:ahLst/>
              <a:cxnLst/>
              <a:rect l="l" t="t" r="r" b="b"/>
              <a:pathLst>
                <a:path w="3418" h="3993" extrusionOk="0">
                  <a:moveTo>
                    <a:pt x="1681" y="520"/>
                  </a:moveTo>
                  <a:cubicBezTo>
                    <a:pt x="1648" y="565"/>
                    <a:pt x="1626" y="609"/>
                    <a:pt x="1604" y="664"/>
                  </a:cubicBezTo>
                  <a:cubicBezTo>
                    <a:pt x="1482" y="952"/>
                    <a:pt x="1250" y="1195"/>
                    <a:pt x="963" y="1316"/>
                  </a:cubicBezTo>
                  <a:cubicBezTo>
                    <a:pt x="642" y="1427"/>
                    <a:pt x="388" y="1670"/>
                    <a:pt x="255" y="1980"/>
                  </a:cubicBezTo>
                  <a:cubicBezTo>
                    <a:pt x="1" y="2577"/>
                    <a:pt x="255" y="3285"/>
                    <a:pt x="841" y="3583"/>
                  </a:cubicBezTo>
                  <a:cubicBezTo>
                    <a:pt x="1681" y="3992"/>
                    <a:pt x="2654" y="3351"/>
                    <a:pt x="2621" y="2422"/>
                  </a:cubicBezTo>
                  <a:cubicBezTo>
                    <a:pt x="2599" y="2157"/>
                    <a:pt x="2710" y="1902"/>
                    <a:pt x="2931" y="1737"/>
                  </a:cubicBezTo>
                  <a:cubicBezTo>
                    <a:pt x="3373" y="1416"/>
                    <a:pt x="3417" y="775"/>
                    <a:pt x="3030" y="388"/>
                  </a:cubicBezTo>
                  <a:cubicBezTo>
                    <a:pt x="2643" y="1"/>
                    <a:pt x="1991" y="67"/>
                    <a:pt x="1681" y="52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5"/>
            <p:cNvSpPr/>
            <p:nvPr/>
          </p:nvSpPr>
          <p:spPr>
            <a:xfrm>
              <a:off x="-3553304" y="3217227"/>
              <a:ext cx="870918" cy="859134"/>
            </a:xfrm>
            <a:custGeom>
              <a:avLst/>
              <a:gdLst/>
              <a:ahLst/>
              <a:cxnLst/>
              <a:rect l="l" t="t" r="r" b="b"/>
              <a:pathLst>
                <a:path w="3252" h="3208" extrusionOk="0">
                  <a:moveTo>
                    <a:pt x="1559" y="752"/>
                  </a:moveTo>
                  <a:cubicBezTo>
                    <a:pt x="1526" y="797"/>
                    <a:pt x="1504" y="841"/>
                    <a:pt x="1482" y="896"/>
                  </a:cubicBezTo>
                  <a:cubicBezTo>
                    <a:pt x="1360" y="1184"/>
                    <a:pt x="1128" y="1427"/>
                    <a:pt x="841" y="1548"/>
                  </a:cubicBezTo>
                  <a:cubicBezTo>
                    <a:pt x="520" y="1659"/>
                    <a:pt x="266" y="1902"/>
                    <a:pt x="133" y="2212"/>
                  </a:cubicBezTo>
                  <a:cubicBezTo>
                    <a:pt x="0" y="2533"/>
                    <a:pt x="0" y="2897"/>
                    <a:pt x="144" y="3207"/>
                  </a:cubicBezTo>
                  <a:cubicBezTo>
                    <a:pt x="354" y="3163"/>
                    <a:pt x="564" y="3108"/>
                    <a:pt x="774" y="3030"/>
                  </a:cubicBezTo>
                  <a:cubicBezTo>
                    <a:pt x="1725" y="2709"/>
                    <a:pt x="2555" y="2112"/>
                    <a:pt x="3174" y="1327"/>
                  </a:cubicBezTo>
                  <a:cubicBezTo>
                    <a:pt x="3251" y="421"/>
                    <a:pt x="2079" y="0"/>
                    <a:pt x="1559" y="75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5"/>
            <p:cNvSpPr/>
            <p:nvPr/>
          </p:nvSpPr>
          <p:spPr>
            <a:xfrm>
              <a:off x="-3124004" y="3063236"/>
              <a:ext cx="178094" cy="213445"/>
            </a:xfrm>
            <a:custGeom>
              <a:avLst/>
              <a:gdLst/>
              <a:ahLst/>
              <a:cxnLst/>
              <a:rect l="l" t="t" r="r" b="b"/>
              <a:pathLst>
                <a:path w="665" h="797" extrusionOk="0">
                  <a:moveTo>
                    <a:pt x="542" y="597"/>
                  </a:moveTo>
                  <a:cubicBezTo>
                    <a:pt x="343" y="797"/>
                    <a:pt x="1" y="631"/>
                    <a:pt x="34" y="343"/>
                  </a:cubicBezTo>
                  <a:cubicBezTo>
                    <a:pt x="78" y="67"/>
                    <a:pt x="454" y="0"/>
                    <a:pt x="587" y="244"/>
                  </a:cubicBezTo>
                  <a:cubicBezTo>
                    <a:pt x="664" y="354"/>
                    <a:pt x="642" y="509"/>
                    <a:pt x="542" y="59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5"/>
            <p:cNvSpPr/>
            <p:nvPr/>
          </p:nvSpPr>
          <p:spPr>
            <a:xfrm>
              <a:off x="-3763535" y="3427458"/>
              <a:ext cx="266739" cy="311195"/>
            </a:xfrm>
            <a:custGeom>
              <a:avLst/>
              <a:gdLst/>
              <a:ahLst/>
              <a:cxnLst/>
              <a:rect l="l" t="t" r="r" b="b"/>
              <a:pathLst>
                <a:path w="996" h="1162" extrusionOk="0">
                  <a:moveTo>
                    <a:pt x="752" y="1062"/>
                  </a:moveTo>
                  <a:cubicBezTo>
                    <a:pt x="564" y="1162"/>
                    <a:pt x="288" y="1040"/>
                    <a:pt x="144" y="774"/>
                  </a:cubicBezTo>
                  <a:cubicBezTo>
                    <a:pt x="0" y="509"/>
                    <a:pt x="44" y="211"/>
                    <a:pt x="232" y="100"/>
                  </a:cubicBezTo>
                  <a:cubicBezTo>
                    <a:pt x="431" y="0"/>
                    <a:pt x="708" y="122"/>
                    <a:pt x="852" y="387"/>
                  </a:cubicBezTo>
                  <a:cubicBezTo>
                    <a:pt x="995" y="653"/>
                    <a:pt x="951" y="962"/>
                    <a:pt x="752" y="106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 name="Google Shape;49;p5"/>
          <p:cNvGrpSpPr/>
          <p:nvPr/>
        </p:nvGrpSpPr>
        <p:grpSpPr>
          <a:xfrm>
            <a:off x="-1899325" y="3429400"/>
            <a:ext cx="2907600" cy="1096308"/>
            <a:chOff x="-1921875" y="3428500"/>
            <a:chExt cx="2907600" cy="1096308"/>
          </a:xfrm>
        </p:grpSpPr>
        <p:sp>
          <p:nvSpPr>
            <p:cNvPr id="50" name="Google Shape;50;p5"/>
            <p:cNvSpPr/>
            <p:nvPr/>
          </p:nvSpPr>
          <p:spPr>
            <a:xfrm>
              <a:off x="604917" y="3502838"/>
              <a:ext cx="314214" cy="778307"/>
            </a:xfrm>
            <a:custGeom>
              <a:avLst/>
              <a:gdLst/>
              <a:ahLst/>
              <a:cxnLst/>
              <a:rect l="l" t="t" r="r" b="b"/>
              <a:pathLst>
                <a:path w="1826" h="4523" extrusionOk="0">
                  <a:moveTo>
                    <a:pt x="1" y="0"/>
                  </a:moveTo>
                  <a:lnTo>
                    <a:pt x="1527" y="4523"/>
                  </a:lnTo>
                  <a:lnTo>
                    <a:pt x="1825" y="4423"/>
                  </a:lnTo>
                  <a:lnTo>
                    <a:pt x="33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5"/>
            <p:cNvSpPr/>
            <p:nvPr/>
          </p:nvSpPr>
          <p:spPr>
            <a:xfrm>
              <a:off x="580310" y="3502838"/>
              <a:ext cx="314041" cy="778307"/>
            </a:xfrm>
            <a:custGeom>
              <a:avLst/>
              <a:gdLst/>
              <a:ahLst/>
              <a:cxnLst/>
              <a:rect l="l" t="t" r="r" b="b"/>
              <a:pathLst>
                <a:path w="1825" h="4523" extrusionOk="0">
                  <a:moveTo>
                    <a:pt x="0" y="0"/>
                  </a:moveTo>
                  <a:lnTo>
                    <a:pt x="1526" y="4523"/>
                  </a:lnTo>
                  <a:lnTo>
                    <a:pt x="1825" y="4423"/>
                  </a:lnTo>
                  <a:lnTo>
                    <a:pt x="332" y="0"/>
                  </a:lnTo>
                  <a:close/>
                </a:path>
              </a:pathLst>
            </a:custGeom>
            <a:solidFill>
              <a:srgbClr val="FF8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5"/>
            <p:cNvSpPr/>
            <p:nvPr/>
          </p:nvSpPr>
          <p:spPr>
            <a:xfrm>
              <a:off x="-1543304" y="3502838"/>
              <a:ext cx="314214" cy="778307"/>
            </a:xfrm>
            <a:custGeom>
              <a:avLst/>
              <a:gdLst/>
              <a:ahLst/>
              <a:cxnLst/>
              <a:rect l="l" t="t" r="r" b="b"/>
              <a:pathLst>
                <a:path w="1826" h="4523" extrusionOk="0">
                  <a:moveTo>
                    <a:pt x="1483" y="0"/>
                  </a:moveTo>
                  <a:lnTo>
                    <a:pt x="1" y="4423"/>
                  </a:lnTo>
                  <a:lnTo>
                    <a:pt x="300" y="4523"/>
                  </a:lnTo>
                  <a:lnTo>
                    <a:pt x="1825" y="0"/>
                  </a:lnTo>
                  <a:close/>
                </a:path>
              </a:pathLst>
            </a:custGeom>
            <a:solidFill>
              <a:srgbClr val="FFB1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5"/>
            <p:cNvSpPr/>
            <p:nvPr/>
          </p:nvSpPr>
          <p:spPr>
            <a:xfrm>
              <a:off x="-1569804" y="3502838"/>
              <a:ext cx="314041" cy="778307"/>
            </a:xfrm>
            <a:custGeom>
              <a:avLst/>
              <a:gdLst/>
              <a:ahLst/>
              <a:cxnLst/>
              <a:rect l="l" t="t" r="r" b="b"/>
              <a:pathLst>
                <a:path w="1825" h="4523" extrusionOk="0">
                  <a:moveTo>
                    <a:pt x="1493" y="0"/>
                  </a:moveTo>
                  <a:lnTo>
                    <a:pt x="0" y="4423"/>
                  </a:lnTo>
                  <a:lnTo>
                    <a:pt x="299" y="4523"/>
                  </a:lnTo>
                  <a:lnTo>
                    <a:pt x="1825" y="0"/>
                  </a:lnTo>
                  <a:close/>
                </a:path>
              </a:pathLst>
            </a:custGeom>
            <a:solidFill>
              <a:srgbClr val="BF65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5"/>
            <p:cNvSpPr/>
            <p:nvPr/>
          </p:nvSpPr>
          <p:spPr>
            <a:xfrm>
              <a:off x="-1480495" y="3428500"/>
              <a:ext cx="2426293" cy="782264"/>
            </a:xfrm>
            <a:custGeom>
              <a:avLst/>
              <a:gdLst/>
              <a:ahLst/>
              <a:cxnLst/>
              <a:rect l="l" t="t" r="r" b="b"/>
              <a:pathLst>
                <a:path w="14100" h="4546" extrusionOk="0">
                  <a:moveTo>
                    <a:pt x="1" y="1"/>
                  </a:moveTo>
                  <a:lnTo>
                    <a:pt x="1" y="2478"/>
                  </a:lnTo>
                  <a:lnTo>
                    <a:pt x="2080" y="4546"/>
                  </a:lnTo>
                  <a:lnTo>
                    <a:pt x="12032" y="4546"/>
                  </a:lnTo>
                  <a:lnTo>
                    <a:pt x="14099" y="2478"/>
                  </a:lnTo>
                  <a:lnTo>
                    <a:pt x="1409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5"/>
            <p:cNvSpPr/>
            <p:nvPr/>
          </p:nvSpPr>
          <p:spPr>
            <a:xfrm>
              <a:off x="-1510953" y="3428500"/>
              <a:ext cx="2426293" cy="782264"/>
            </a:xfrm>
            <a:custGeom>
              <a:avLst/>
              <a:gdLst/>
              <a:ahLst/>
              <a:cxnLst/>
              <a:rect l="l" t="t" r="r" b="b"/>
              <a:pathLst>
                <a:path w="14100" h="4546" extrusionOk="0">
                  <a:moveTo>
                    <a:pt x="1" y="1"/>
                  </a:moveTo>
                  <a:lnTo>
                    <a:pt x="1" y="2478"/>
                  </a:lnTo>
                  <a:lnTo>
                    <a:pt x="2080" y="4546"/>
                  </a:lnTo>
                  <a:lnTo>
                    <a:pt x="12032" y="4546"/>
                  </a:lnTo>
                  <a:cubicBezTo>
                    <a:pt x="12839" y="3738"/>
                    <a:pt x="13292" y="3285"/>
                    <a:pt x="14099" y="2478"/>
                  </a:cubicBezTo>
                  <a:lnTo>
                    <a:pt x="14099" y="1"/>
                  </a:lnTo>
                  <a:close/>
                </a:path>
              </a:pathLst>
            </a:custGeom>
            <a:solidFill>
              <a:srgbClr val="E845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5"/>
            <p:cNvSpPr/>
            <p:nvPr/>
          </p:nvSpPr>
          <p:spPr>
            <a:xfrm>
              <a:off x="-1587011" y="3428500"/>
              <a:ext cx="2426293" cy="782264"/>
            </a:xfrm>
            <a:custGeom>
              <a:avLst/>
              <a:gdLst/>
              <a:ahLst/>
              <a:cxnLst/>
              <a:rect l="l" t="t" r="r" b="b"/>
              <a:pathLst>
                <a:path w="14100" h="4546" extrusionOk="0">
                  <a:moveTo>
                    <a:pt x="1" y="1"/>
                  </a:moveTo>
                  <a:lnTo>
                    <a:pt x="1" y="2478"/>
                  </a:lnTo>
                  <a:lnTo>
                    <a:pt x="2068" y="4546"/>
                  </a:lnTo>
                  <a:lnTo>
                    <a:pt x="12020" y="4546"/>
                  </a:lnTo>
                  <a:lnTo>
                    <a:pt x="14099" y="2478"/>
                  </a:lnTo>
                  <a:lnTo>
                    <a:pt x="140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5"/>
            <p:cNvSpPr/>
            <p:nvPr/>
          </p:nvSpPr>
          <p:spPr>
            <a:xfrm>
              <a:off x="-1792472" y="3428500"/>
              <a:ext cx="2426121" cy="782264"/>
            </a:xfrm>
            <a:custGeom>
              <a:avLst/>
              <a:gdLst/>
              <a:ahLst/>
              <a:cxnLst/>
              <a:rect l="l" t="t" r="r" b="b"/>
              <a:pathLst>
                <a:path w="14099" h="4546" extrusionOk="0">
                  <a:moveTo>
                    <a:pt x="0" y="1"/>
                  </a:moveTo>
                  <a:lnTo>
                    <a:pt x="0" y="2478"/>
                  </a:lnTo>
                  <a:cubicBezTo>
                    <a:pt x="808" y="3285"/>
                    <a:pt x="1261" y="3738"/>
                    <a:pt x="2068" y="4546"/>
                  </a:cubicBezTo>
                  <a:lnTo>
                    <a:pt x="12020" y="4546"/>
                  </a:lnTo>
                  <a:cubicBezTo>
                    <a:pt x="12827" y="3738"/>
                    <a:pt x="13281" y="3285"/>
                    <a:pt x="14099" y="2478"/>
                  </a:cubicBezTo>
                  <a:lnTo>
                    <a:pt x="1409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5"/>
            <p:cNvSpPr/>
            <p:nvPr/>
          </p:nvSpPr>
          <p:spPr>
            <a:xfrm>
              <a:off x="-1824823" y="3428500"/>
              <a:ext cx="2426121" cy="782264"/>
            </a:xfrm>
            <a:custGeom>
              <a:avLst/>
              <a:gdLst/>
              <a:ahLst/>
              <a:cxnLst/>
              <a:rect l="l" t="t" r="r" b="b"/>
              <a:pathLst>
                <a:path w="14099" h="4546" extrusionOk="0">
                  <a:moveTo>
                    <a:pt x="0" y="1"/>
                  </a:moveTo>
                  <a:lnTo>
                    <a:pt x="0" y="2478"/>
                  </a:lnTo>
                  <a:lnTo>
                    <a:pt x="2068" y="4546"/>
                  </a:lnTo>
                  <a:lnTo>
                    <a:pt x="12020" y="4546"/>
                  </a:lnTo>
                  <a:cubicBezTo>
                    <a:pt x="12827" y="3738"/>
                    <a:pt x="13281" y="3285"/>
                    <a:pt x="14099" y="2478"/>
                  </a:cubicBezTo>
                  <a:lnTo>
                    <a:pt x="140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5"/>
            <p:cNvSpPr/>
            <p:nvPr/>
          </p:nvSpPr>
          <p:spPr>
            <a:xfrm>
              <a:off x="-1467073" y="3500945"/>
              <a:ext cx="34416" cy="709820"/>
            </a:xfrm>
            <a:custGeom>
              <a:avLst/>
              <a:gdLst/>
              <a:ahLst/>
              <a:cxnLst/>
              <a:rect l="l" t="t" r="r" b="b"/>
              <a:pathLst>
                <a:path w="200" h="4125" extrusionOk="0">
                  <a:moveTo>
                    <a:pt x="0" y="0"/>
                  </a:moveTo>
                  <a:lnTo>
                    <a:pt x="0" y="4125"/>
                  </a:lnTo>
                  <a:lnTo>
                    <a:pt x="199" y="4125"/>
                  </a:lnTo>
                  <a:lnTo>
                    <a:pt x="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5"/>
            <p:cNvSpPr/>
            <p:nvPr/>
          </p:nvSpPr>
          <p:spPr>
            <a:xfrm>
              <a:off x="-1048580" y="3500945"/>
              <a:ext cx="34416" cy="709820"/>
            </a:xfrm>
            <a:custGeom>
              <a:avLst/>
              <a:gdLst/>
              <a:ahLst/>
              <a:cxnLst/>
              <a:rect l="l" t="t" r="r" b="b"/>
              <a:pathLst>
                <a:path w="200" h="4125" extrusionOk="0">
                  <a:moveTo>
                    <a:pt x="1" y="0"/>
                  </a:moveTo>
                  <a:lnTo>
                    <a:pt x="1" y="4125"/>
                  </a:lnTo>
                  <a:lnTo>
                    <a:pt x="200" y="4125"/>
                  </a:lnTo>
                  <a:lnTo>
                    <a:pt x="20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5"/>
            <p:cNvSpPr/>
            <p:nvPr/>
          </p:nvSpPr>
          <p:spPr>
            <a:xfrm>
              <a:off x="-631807" y="3500945"/>
              <a:ext cx="34415" cy="709820"/>
            </a:xfrm>
            <a:custGeom>
              <a:avLst/>
              <a:gdLst/>
              <a:ahLst/>
              <a:cxnLst/>
              <a:rect l="l" t="t" r="r" b="b"/>
              <a:pathLst>
                <a:path w="200" h="4125" extrusionOk="0">
                  <a:moveTo>
                    <a:pt x="1" y="0"/>
                  </a:moveTo>
                  <a:lnTo>
                    <a:pt x="1" y="4125"/>
                  </a:lnTo>
                  <a:lnTo>
                    <a:pt x="200" y="4125"/>
                  </a:lnTo>
                  <a:lnTo>
                    <a:pt x="20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5"/>
            <p:cNvSpPr/>
            <p:nvPr/>
          </p:nvSpPr>
          <p:spPr>
            <a:xfrm>
              <a:off x="-213142" y="3500945"/>
              <a:ext cx="34416" cy="709820"/>
            </a:xfrm>
            <a:custGeom>
              <a:avLst/>
              <a:gdLst/>
              <a:ahLst/>
              <a:cxnLst/>
              <a:rect l="l" t="t" r="r" b="b"/>
              <a:pathLst>
                <a:path w="200" h="4125" extrusionOk="0">
                  <a:moveTo>
                    <a:pt x="0" y="0"/>
                  </a:moveTo>
                  <a:lnTo>
                    <a:pt x="0" y="4125"/>
                  </a:lnTo>
                  <a:lnTo>
                    <a:pt x="199" y="4125"/>
                  </a:lnTo>
                  <a:lnTo>
                    <a:pt x="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5"/>
            <p:cNvSpPr/>
            <p:nvPr/>
          </p:nvSpPr>
          <p:spPr>
            <a:xfrm>
              <a:off x="205352" y="3500945"/>
              <a:ext cx="34416" cy="709820"/>
            </a:xfrm>
            <a:custGeom>
              <a:avLst/>
              <a:gdLst/>
              <a:ahLst/>
              <a:cxnLst/>
              <a:rect l="l" t="t" r="r" b="b"/>
              <a:pathLst>
                <a:path w="200" h="4125" extrusionOk="0">
                  <a:moveTo>
                    <a:pt x="1" y="0"/>
                  </a:moveTo>
                  <a:lnTo>
                    <a:pt x="1" y="4125"/>
                  </a:lnTo>
                  <a:lnTo>
                    <a:pt x="200" y="4125"/>
                  </a:lnTo>
                  <a:lnTo>
                    <a:pt x="20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5"/>
            <p:cNvSpPr/>
            <p:nvPr/>
          </p:nvSpPr>
          <p:spPr>
            <a:xfrm>
              <a:off x="601131" y="3428500"/>
              <a:ext cx="380808" cy="74510"/>
            </a:xfrm>
            <a:custGeom>
              <a:avLst/>
              <a:gdLst/>
              <a:ahLst/>
              <a:cxnLst/>
              <a:rect l="l" t="t" r="r" b="b"/>
              <a:pathLst>
                <a:path w="2213" h="433" extrusionOk="0">
                  <a:moveTo>
                    <a:pt x="1" y="1"/>
                  </a:moveTo>
                  <a:lnTo>
                    <a:pt x="1" y="432"/>
                  </a:lnTo>
                  <a:lnTo>
                    <a:pt x="2212" y="432"/>
                  </a:lnTo>
                  <a:lnTo>
                    <a:pt x="22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5"/>
            <p:cNvSpPr/>
            <p:nvPr/>
          </p:nvSpPr>
          <p:spPr>
            <a:xfrm>
              <a:off x="601131" y="4210594"/>
              <a:ext cx="380808" cy="74337"/>
            </a:xfrm>
            <a:custGeom>
              <a:avLst/>
              <a:gdLst/>
              <a:ahLst/>
              <a:cxnLst/>
              <a:rect l="l" t="t" r="r" b="b"/>
              <a:pathLst>
                <a:path w="2213" h="432" extrusionOk="0">
                  <a:moveTo>
                    <a:pt x="1" y="1"/>
                  </a:moveTo>
                  <a:lnTo>
                    <a:pt x="1" y="432"/>
                  </a:lnTo>
                  <a:lnTo>
                    <a:pt x="2212" y="432"/>
                  </a:lnTo>
                  <a:lnTo>
                    <a:pt x="22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5"/>
            <p:cNvSpPr/>
            <p:nvPr/>
          </p:nvSpPr>
          <p:spPr>
            <a:xfrm>
              <a:off x="273839" y="4189600"/>
              <a:ext cx="314214" cy="21166"/>
            </a:xfrm>
            <a:custGeom>
              <a:avLst/>
              <a:gdLst/>
              <a:ahLst/>
              <a:cxnLst/>
              <a:rect l="l" t="t" r="r" b="b"/>
              <a:pathLst>
                <a:path w="1826" h="123" extrusionOk="0">
                  <a:moveTo>
                    <a:pt x="1" y="1"/>
                  </a:moveTo>
                  <a:lnTo>
                    <a:pt x="1" y="123"/>
                  </a:lnTo>
                  <a:lnTo>
                    <a:pt x="1825" y="123"/>
                  </a:lnTo>
                  <a:lnTo>
                    <a:pt x="18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5"/>
            <p:cNvSpPr/>
            <p:nvPr/>
          </p:nvSpPr>
          <p:spPr>
            <a:xfrm>
              <a:off x="294832" y="3854737"/>
              <a:ext cx="544453" cy="335035"/>
            </a:xfrm>
            <a:custGeom>
              <a:avLst/>
              <a:gdLst/>
              <a:ahLst/>
              <a:cxnLst/>
              <a:rect l="l" t="t" r="r" b="b"/>
              <a:pathLst>
                <a:path w="3164" h="1947" extrusionOk="0">
                  <a:moveTo>
                    <a:pt x="1958" y="1"/>
                  </a:moveTo>
                  <a:lnTo>
                    <a:pt x="1" y="1947"/>
                  </a:lnTo>
                  <a:lnTo>
                    <a:pt x="1206" y="1947"/>
                  </a:lnTo>
                  <a:lnTo>
                    <a:pt x="31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5"/>
            <p:cNvSpPr/>
            <p:nvPr/>
          </p:nvSpPr>
          <p:spPr>
            <a:xfrm>
              <a:off x="-1921875" y="4305753"/>
              <a:ext cx="47665" cy="106688"/>
            </a:xfrm>
            <a:custGeom>
              <a:avLst/>
              <a:gdLst/>
              <a:ahLst/>
              <a:cxnLst/>
              <a:rect l="l" t="t" r="r" b="b"/>
              <a:pathLst>
                <a:path w="277" h="620" extrusionOk="0">
                  <a:moveTo>
                    <a:pt x="133" y="0"/>
                  </a:moveTo>
                  <a:cubicBezTo>
                    <a:pt x="56" y="0"/>
                    <a:pt x="1" y="67"/>
                    <a:pt x="1" y="133"/>
                  </a:cubicBezTo>
                  <a:lnTo>
                    <a:pt x="1" y="476"/>
                  </a:lnTo>
                  <a:cubicBezTo>
                    <a:pt x="1" y="553"/>
                    <a:pt x="56" y="620"/>
                    <a:pt x="133" y="620"/>
                  </a:cubicBezTo>
                  <a:cubicBezTo>
                    <a:pt x="211" y="620"/>
                    <a:pt x="277" y="553"/>
                    <a:pt x="277" y="476"/>
                  </a:cubicBezTo>
                  <a:lnTo>
                    <a:pt x="277" y="133"/>
                  </a:lnTo>
                  <a:cubicBezTo>
                    <a:pt x="277" y="67"/>
                    <a:pt x="211" y="0"/>
                    <a:pt x="1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5"/>
            <p:cNvSpPr/>
            <p:nvPr/>
          </p:nvSpPr>
          <p:spPr>
            <a:xfrm>
              <a:off x="-1908625" y="4307646"/>
              <a:ext cx="34415" cy="104795"/>
            </a:xfrm>
            <a:custGeom>
              <a:avLst/>
              <a:gdLst/>
              <a:ahLst/>
              <a:cxnLst/>
              <a:rect l="l" t="t" r="r" b="b"/>
              <a:pathLst>
                <a:path w="200" h="609" extrusionOk="0">
                  <a:moveTo>
                    <a:pt x="100" y="1"/>
                  </a:moveTo>
                  <a:cubicBezTo>
                    <a:pt x="45" y="1"/>
                    <a:pt x="1" y="45"/>
                    <a:pt x="1" y="100"/>
                  </a:cubicBezTo>
                  <a:lnTo>
                    <a:pt x="1" y="509"/>
                  </a:lnTo>
                  <a:cubicBezTo>
                    <a:pt x="1" y="564"/>
                    <a:pt x="45" y="609"/>
                    <a:pt x="100" y="609"/>
                  </a:cubicBezTo>
                  <a:cubicBezTo>
                    <a:pt x="156" y="609"/>
                    <a:pt x="200" y="564"/>
                    <a:pt x="200" y="509"/>
                  </a:cubicBezTo>
                  <a:lnTo>
                    <a:pt x="200" y="100"/>
                  </a:lnTo>
                  <a:cubicBezTo>
                    <a:pt x="200" y="45"/>
                    <a:pt x="156" y="1"/>
                    <a:pt x="1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5"/>
            <p:cNvSpPr/>
            <p:nvPr/>
          </p:nvSpPr>
          <p:spPr>
            <a:xfrm>
              <a:off x="-1900881" y="4338104"/>
              <a:ext cx="62980" cy="41987"/>
            </a:xfrm>
            <a:custGeom>
              <a:avLst/>
              <a:gdLst/>
              <a:ahLst/>
              <a:cxnLst/>
              <a:rect l="l" t="t" r="r" b="b"/>
              <a:pathLst>
                <a:path w="366" h="244" extrusionOk="0">
                  <a:moveTo>
                    <a:pt x="122" y="0"/>
                  </a:moveTo>
                  <a:cubicBezTo>
                    <a:pt x="55" y="0"/>
                    <a:pt x="0" y="56"/>
                    <a:pt x="0" y="122"/>
                  </a:cubicBezTo>
                  <a:cubicBezTo>
                    <a:pt x="0" y="188"/>
                    <a:pt x="55" y="244"/>
                    <a:pt x="122" y="244"/>
                  </a:cubicBezTo>
                  <a:lnTo>
                    <a:pt x="365" y="244"/>
                  </a:lnTo>
                  <a:lnTo>
                    <a:pt x="3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5"/>
            <p:cNvSpPr/>
            <p:nvPr/>
          </p:nvSpPr>
          <p:spPr>
            <a:xfrm>
              <a:off x="-1654982" y="4355139"/>
              <a:ext cx="167087" cy="143341"/>
            </a:xfrm>
            <a:custGeom>
              <a:avLst/>
              <a:gdLst/>
              <a:ahLst/>
              <a:cxnLst/>
              <a:rect l="l" t="t" r="r" b="b"/>
              <a:pathLst>
                <a:path w="971" h="833" extrusionOk="0">
                  <a:moveTo>
                    <a:pt x="556" y="236"/>
                  </a:moveTo>
                  <a:cubicBezTo>
                    <a:pt x="642" y="236"/>
                    <a:pt x="727" y="306"/>
                    <a:pt x="727" y="410"/>
                  </a:cubicBezTo>
                  <a:cubicBezTo>
                    <a:pt x="727" y="499"/>
                    <a:pt x="650" y="576"/>
                    <a:pt x="562" y="576"/>
                  </a:cubicBezTo>
                  <a:cubicBezTo>
                    <a:pt x="407" y="576"/>
                    <a:pt x="329" y="399"/>
                    <a:pt x="440" y="288"/>
                  </a:cubicBezTo>
                  <a:cubicBezTo>
                    <a:pt x="472" y="253"/>
                    <a:pt x="514" y="236"/>
                    <a:pt x="556" y="236"/>
                  </a:cubicBezTo>
                  <a:close/>
                  <a:moveTo>
                    <a:pt x="548" y="1"/>
                  </a:moveTo>
                  <a:cubicBezTo>
                    <a:pt x="181" y="1"/>
                    <a:pt x="1" y="446"/>
                    <a:pt x="252" y="709"/>
                  </a:cubicBezTo>
                  <a:cubicBezTo>
                    <a:pt x="338" y="794"/>
                    <a:pt x="442" y="833"/>
                    <a:pt x="544" y="833"/>
                  </a:cubicBezTo>
                  <a:cubicBezTo>
                    <a:pt x="758" y="833"/>
                    <a:pt x="963" y="665"/>
                    <a:pt x="971" y="410"/>
                  </a:cubicBezTo>
                  <a:cubicBezTo>
                    <a:pt x="971" y="189"/>
                    <a:pt x="783" y="1"/>
                    <a:pt x="562" y="1"/>
                  </a:cubicBezTo>
                  <a:cubicBezTo>
                    <a:pt x="557" y="1"/>
                    <a:pt x="553" y="1"/>
                    <a:pt x="54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5"/>
            <p:cNvSpPr/>
            <p:nvPr/>
          </p:nvSpPr>
          <p:spPr>
            <a:xfrm>
              <a:off x="-1689226" y="4330360"/>
              <a:ext cx="228003" cy="194275"/>
            </a:xfrm>
            <a:custGeom>
              <a:avLst/>
              <a:gdLst/>
              <a:ahLst/>
              <a:cxnLst/>
              <a:rect l="l" t="t" r="r" b="b"/>
              <a:pathLst>
                <a:path w="1325" h="1129" extrusionOk="0">
                  <a:moveTo>
                    <a:pt x="743" y="131"/>
                  </a:moveTo>
                  <a:cubicBezTo>
                    <a:pt x="957" y="131"/>
                    <a:pt x="1162" y="300"/>
                    <a:pt x="1170" y="554"/>
                  </a:cubicBezTo>
                  <a:cubicBezTo>
                    <a:pt x="1170" y="775"/>
                    <a:pt x="982" y="963"/>
                    <a:pt x="761" y="963"/>
                  </a:cubicBezTo>
                  <a:cubicBezTo>
                    <a:pt x="756" y="963"/>
                    <a:pt x="752" y="963"/>
                    <a:pt x="747" y="963"/>
                  </a:cubicBezTo>
                  <a:cubicBezTo>
                    <a:pt x="380" y="963"/>
                    <a:pt x="200" y="518"/>
                    <a:pt x="451" y="256"/>
                  </a:cubicBezTo>
                  <a:cubicBezTo>
                    <a:pt x="537" y="170"/>
                    <a:pt x="641" y="131"/>
                    <a:pt x="743" y="131"/>
                  </a:cubicBezTo>
                  <a:close/>
                  <a:moveTo>
                    <a:pt x="780" y="1"/>
                  </a:moveTo>
                  <a:cubicBezTo>
                    <a:pt x="773" y="1"/>
                    <a:pt x="767" y="1"/>
                    <a:pt x="761" y="1"/>
                  </a:cubicBezTo>
                  <a:cubicBezTo>
                    <a:pt x="756" y="1"/>
                    <a:pt x="751" y="1"/>
                    <a:pt x="747" y="1"/>
                  </a:cubicBezTo>
                  <a:cubicBezTo>
                    <a:pt x="247" y="1"/>
                    <a:pt x="1" y="602"/>
                    <a:pt x="362" y="963"/>
                  </a:cubicBezTo>
                  <a:cubicBezTo>
                    <a:pt x="476" y="1077"/>
                    <a:pt x="617" y="1128"/>
                    <a:pt x="755" y="1128"/>
                  </a:cubicBezTo>
                  <a:cubicBezTo>
                    <a:pt x="1045" y="1128"/>
                    <a:pt x="1324" y="903"/>
                    <a:pt x="1324" y="565"/>
                  </a:cubicBezTo>
                  <a:cubicBezTo>
                    <a:pt x="1324" y="251"/>
                    <a:pt x="1081" y="1"/>
                    <a:pt x="7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5"/>
            <p:cNvSpPr/>
            <p:nvPr/>
          </p:nvSpPr>
          <p:spPr>
            <a:xfrm>
              <a:off x="-1598369" y="4397126"/>
              <a:ext cx="78123" cy="57130"/>
            </a:xfrm>
            <a:custGeom>
              <a:avLst/>
              <a:gdLst/>
              <a:ahLst/>
              <a:cxnLst/>
              <a:rect l="l" t="t" r="r" b="b"/>
              <a:pathLst>
                <a:path w="454" h="332" extrusionOk="0">
                  <a:moveTo>
                    <a:pt x="233" y="0"/>
                  </a:moveTo>
                  <a:cubicBezTo>
                    <a:pt x="0" y="0"/>
                    <a:pt x="0" y="332"/>
                    <a:pt x="233" y="332"/>
                  </a:cubicBezTo>
                  <a:cubicBezTo>
                    <a:pt x="454" y="332"/>
                    <a:pt x="454" y="0"/>
                    <a:pt x="2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5"/>
            <p:cNvSpPr/>
            <p:nvPr/>
          </p:nvSpPr>
          <p:spPr>
            <a:xfrm>
              <a:off x="-1531774" y="4330532"/>
              <a:ext cx="135253" cy="194275"/>
            </a:xfrm>
            <a:custGeom>
              <a:avLst/>
              <a:gdLst/>
              <a:ahLst/>
              <a:cxnLst/>
              <a:rect l="l" t="t" r="r" b="b"/>
              <a:pathLst>
                <a:path w="786" h="1129" extrusionOk="0">
                  <a:moveTo>
                    <a:pt x="0" y="0"/>
                  </a:moveTo>
                  <a:cubicBezTo>
                    <a:pt x="752" y="0"/>
                    <a:pt x="752" y="1128"/>
                    <a:pt x="0" y="1128"/>
                  </a:cubicBezTo>
                  <a:lnTo>
                    <a:pt x="33" y="1128"/>
                  </a:lnTo>
                  <a:cubicBezTo>
                    <a:pt x="785" y="1128"/>
                    <a:pt x="785" y="0"/>
                    <a:pt x="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5"/>
            <p:cNvSpPr/>
            <p:nvPr/>
          </p:nvSpPr>
          <p:spPr>
            <a:xfrm>
              <a:off x="-1554661" y="4330360"/>
              <a:ext cx="127682" cy="194448"/>
            </a:xfrm>
            <a:custGeom>
              <a:avLst/>
              <a:gdLst/>
              <a:ahLst/>
              <a:cxnLst/>
              <a:rect l="l" t="t" r="r" b="b"/>
              <a:pathLst>
                <a:path w="742" h="1130" extrusionOk="0">
                  <a:moveTo>
                    <a:pt x="153" y="1"/>
                  </a:moveTo>
                  <a:cubicBezTo>
                    <a:pt x="146" y="1"/>
                    <a:pt x="140" y="1"/>
                    <a:pt x="133" y="1"/>
                  </a:cubicBezTo>
                  <a:lnTo>
                    <a:pt x="1" y="1"/>
                  </a:lnTo>
                  <a:cubicBezTo>
                    <a:pt x="741" y="1"/>
                    <a:pt x="741" y="1129"/>
                    <a:pt x="1" y="1129"/>
                  </a:cubicBezTo>
                  <a:lnTo>
                    <a:pt x="133" y="1129"/>
                  </a:lnTo>
                  <a:cubicBezTo>
                    <a:pt x="454" y="1129"/>
                    <a:pt x="708" y="864"/>
                    <a:pt x="697" y="554"/>
                  </a:cubicBezTo>
                  <a:cubicBezTo>
                    <a:pt x="686" y="251"/>
                    <a:pt x="453" y="1"/>
                    <a:pt x="15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5"/>
            <p:cNvSpPr/>
            <p:nvPr/>
          </p:nvSpPr>
          <p:spPr>
            <a:xfrm>
              <a:off x="-1564125" y="4330532"/>
              <a:ext cx="129574" cy="194275"/>
            </a:xfrm>
            <a:custGeom>
              <a:avLst/>
              <a:gdLst/>
              <a:ahLst/>
              <a:cxnLst/>
              <a:rect l="l" t="t" r="r" b="b"/>
              <a:pathLst>
                <a:path w="753" h="1129" extrusionOk="0">
                  <a:moveTo>
                    <a:pt x="0" y="0"/>
                  </a:moveTo>
                  <a:cubicBezTo>
                    <a:pt x="752" y="0"/>
                    <a:pt x="752" y="1128"/>
                    <a:pt x="0" y="1128"/>
                  </a:cubicBezTo>
                  <a:lnTo>
                    <a:pt x="56" y="1128"/>
                  </a:lnTo>
                  <a:cubicBezTo>
                    <a:pt x="365" y="1117"/>
                    <a:pt x="609" y="863"/>
                    <a:pt x="609" y="553"/>
                  </a:cubicBezTo>
                  <a:cubicBezTo>
                    <a:pt x="597" y="244"/>
                    <a:pt x="354" y="0"/>
                    <a:pt x="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5"/>
            <p:cNvSpPr/>
            <p:nvPr/>
          </p:nvSpPr>
          <p:spPr>
            <a:xfrm>
              <a:off x="-1623148" y="4354279"/>
              <a:ext cx="68659" cy="142652"/>
            </a:xfrm>
            <a:custGeom>
              <a:avLst/>
              <a:gdLst/>
              <a:ahLst/>
              <a:cxnLst/>
              <a:rect l="l" t="t" r="r" b="b"/>
              <a:pathLst>
                <a:path w="399" h="829" extrusionOk="0">
                  <a:moveTo>
                    <a:pt x="318" y="0"/>
                  </a:moveTo>
                  <a:cubicBezTo>
                    <a:pt x="174" y="0"/>
                    <a:pt x="82" y="108"/>
                    <a:pt x="42" y="246"/>
                  </a:cubicBezTo>
                  <a:lnTo>
                    <a:pt x="42" y="246"/>
                  </a:lnTo>
                  <a:cubicBezTo>
                    <a:pt x="106" y="110"/>
                    <a:pt x="238" y="14"/>
                    <a:pt x="399" y="6"/>
                  </a:cubicBezTo>
                  <a:lnTo>
                    <a:pt x="377" y="6"/>
                  </a:lnTo>
                  <a:cubicBezTo>
                    <a:pt x="356" y="2"/>
                    <a:pt x="336" y="0"/>
                    <a:pt x="318" y="0"/>
                  </a:cubicBezTo>
                  <a:close/>
                  <a:moveTo>
                    <a:pt x="42" y="246"/>
                  </a:moveTo>
                  <a:lnTo>
                    <a:pt x="42" y="246"/>
                  </a:lnTo>
                  <a:cubicBezTo>
                    <a:pt x="18" y="298"/>
                    <a:pt x="4" y="355"/>
                    <a:pt x="1" y="415"/>
                  </a:cubicBezTo>
                  <a:cubicBezTo>
                    <a:pt x="4" y="473"/>
                    <a:pt x="18" y="529"/>
                    <a:pt x="43" y="579"/>
                  </a:cubicBezTo>
                  <a:lnTo>
                    <a:pt x="43" y="579"/>
                  </a:lnTo>
                  <a:cubicBezTo>
                    <a:pt x="12" y="474"/>
                    <a:pt x="12" y="351"/>
                    <a:pt x="42" y="246"/>
                  </a:cubicBezTo>
                  <a:close/>
                  <a:moveTo>
                    <a:pt x="43" y="579"/>
                  </a:moveTo>
                  <a:lnTo>
                    <a:pt x="43" y="579"/>
                  </a:lnTo>
                  <a:cubicBezTo>
                    <a:pt x="84" y="719"/>
                    <a:pt x="177" y="829"/>
                    <a:pt x="325" y="829"/>
                  </a:cubicBezTo>
                  <a:cubicBezTo>
                    <a:pt x="341" y="829"/>
                    <a:pt x="358" y="827"/>
                    <a:pt x="377" y="824"/>
                  </a:cubicBezTo>
                  <a:lnTo>
                    <a:pt x="399" y="824"/>
                  </a:lnTo>
                  <a:cubicBezTo>
                    <a:pt x="239" y="808"/>
                    <a:pt x="107" y="711"/>
                    <a:pt x="43" y="579"/>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5"/>
            <p:cNvSpPr/>
            <p:nvPr/>
          </p:nvSpPr>
          <p:spPr>
            <a:xfrm>
              <a:off x="-1554661" y="4395234"/>
              <a:ext cx="41987" cy="59023"/>
            </a:xfrm>
            <a:custGeom>
              <a:avLst/>
              <a:gdLst/>
              <a:ahLst/>
              <a:cxnLst/>
              <a:rect l="l" t="t" r="r" b="b"/>
              <a:pathLst>
                <a:path w="244" h="343" extrusionOk="0">
                  <a:moveTo>
                    <a:pt x="12" y="0"/>
                  </a:moveTo>
                  <a:lnTo>
                    <a:pt x="12" y="11"/>
                  </a:lnTo>
                  <a:lnTo>
                    <a:pt x="1" y="11"/>
                  </a:lnTo>
                  <a:cubicBezTo>
                    <a:pt x="200" y="22"/>
                    <a:pt x="200" y="321"/>
                    <a:pt x="1" y="343"/>
                  </a:cubicBezTo>
                  <a:lnTo>
                    <a:pt x="12" y="343"/>
                  </a:lnTo>
                  <a:cubicBezTo>
                    <a:pt x="244" y="343"/>
                    <a:pt x="244" y="0"/>
                    <a:pt x="1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5"/>
            <p:cNvSpPr/>
            <p:nvPr/>
          </p:nvSpPr>
          <p:spPr>
            <a:xfrm>
              <a:off x="-1655498" y="4387490"/>
              <a:ext cx="226626" cy="28737"/>
            </a:xfrm>
            <a:custGeom>
              <a:avLst/>
              <a:gdLst/>
              <a:ahLst/>
              <a:cxnLst/>
              <a:rect l="l" t="t" r="r" b="b"/>
              <a:pathLst>
                <a:path w="1317" h="167" extrusionOk="0">
                  <a:moveTo>
                    <a:pt x="45" y="1"/>
                  </a:moveTo>
                  <a:cubicBezTo>
                    <a:pt x="23" y="56"/>
                    <a:pt x="1" y="112"/>
                    <a:pt x="1" y="167"/>
                  </a:cubicBezTo>
                  <a:lnTo>
                    <a:pt x="1316" y="167"/>
                  </a:lnTo>
                  <a:cubicBezTo>
                    <a:pt x="1316" y="112"/>
                    <a:pt x="1294" y="56"/>
                    <a:pt x="127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5"/>
            <p:cNvSpPr/>
            <p:nvPr/>
          </p:nvSpPr>
          <p:spPr>
            <a:xfrm>
              <a:off x="-1401856" y="4355139"/>
              <a:ext cx="167087" cy="143341"/>
            </a:xfrm>
            <a:custGeom>
              <a:avLst/>
              <a:gdLst/>
              <a:ahLst/>
              <a:cxnLst/>
              <a:rect l="l" t="t" r="r" b="b"/>
              <a:pathLst>
                <a:path w="971" h="833" extrusionOk="0">
                  <a:moveTo>
                    <a:pt x="566" y="236"/>
                  </a:moveTo>
                  <a:cubicBezTo>
                    <a:pt x="653" y="236"/>
                    <a:pt x="738" y="306"/>
                    <a:pt x="738" y="410"/>
                  </a:cubicBezTo>
                  <a:cubicBezTo>
                    <a:pt x="738" y="499"/>
                    <a:pt x="661" y="576"/>
                    <a:pt x="561" y="576"/>
                  </a:cubicBezTo>
                  <a:cubicBezTo>
                    <a:pt x="417" y="576"/>
                    <a:pt x="340" y="399"/>
                    <a:pt x="451" y="288"/>
                  </a:cubicBezTo>
                  <a:cubicBezTo>
                    <a:pt x="483" y="253"/>
                    <a:pt x="525" y="236"/>
                    <a:pt x="566" y="236"/>
                  </a:cubicBezTo>
                  <a:close/>
                  <a:moveTo>
                    <a:pt x="548" y="1"/>
                  </a:moveTo>
                  <a:cubicBezTo>
                    <a:pt x="192" y="1"/>
                    <a:pt x="0" y="446"/>
                    <a:pt x="263" y="709"/>
                  </a:cubicBezTo>
                  <a:cubicBezTo>
                    <a:pt x="348" y="794"/>
                    <a:pt x="453" y="833"/>
                    <a:pt x="555" y="833"/>
                  </a:cubicBezTo>
                  <a:cubicBezTo>
                    <a:pt x="768" y="833"/>
                    <a:pt x="970" y="665"/>
                    <a:pt x="970" y="410"/>
                  </a:cubicBezTo>
                  <a:cubicBezTo>
                    <a:pt x="970" y="189"/>
                    <a:pt x="793" y="1"/>
                    <a:pt x="561" y="1"/>
                  </a:cubicBezTo>
                  <a:cubicBezTo>
                    <a:pt x="557" y="1"/>
                    <a:pt x="552" y="1"/>
                    <a:pt x="54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5"/>
            <p:cNvSpPr/>
            <p:nvPr/>
          </p:nvSpPr>
          <p:spPr>
            <a:xfrm>
              <a:off x="-1434723" y="4330360"/>
              <a:ext cx="226626" cy="194275"/>
            </a:xfrm>
            <a:custGeom>
              <a:avLst/>
              <a:gdLst/>
              <a:ahLst/>
              <a:cxnLst/>
              <a:rect l="l" t="t" r="r" b="b"/>
              <a:pathLst>
                <a:path w="1317" h="1129" extrusionOk="0">
                  <a:moveTo>
                    <a:pt x="746" y="131"/>
                  </a:moveTo>
                  <a:cubicBezTo>
                    <a:pt x="959" y="131"/>
                    <a:pt x="1161" y="300"/>
                    <a:pt x="1161" y="554"/>
                  </a:cubicBezTo>
                  <a:cubicBezTo>
                    <a:pt x="1161" y="775"/>
                    <a:pt x="984" y="963"/>
                    <a:pt x="752" y="963"/>
                  </a:cubicBezTo>
                  <a:cubicBezTo>
                    <a:pt x="748" y="963"/>
                    <a:pt x="743" y="963"/>
                    <a:pt x="739" y="963"/>
                  </a:cubicBezTo>
                  <a:cubicBezTo>
                    <a:pt x="383" y="963"/>
                    <a:pt x="191" y="518"/>
                    <a:pt x="454" y="256"/>
                  </a:cubicBezTo>
                  <a:cubicBezTo>
                    <a:pt x="539" y="170"/>
                    <a:pt x="644" y="131"/>
                    <a:pt x="746" y="131"/>
                  </a:cubicBezTo>
                  <a:close/>
                  <a:moveTo>
                    <a:pt x="772" y="1"/>
                  </a:moveTo>
                  <a:cubicBezTo>
                    <a:pt x="766" y="1"/>
                    <a:pt x="759" y="1"/>
                    <a:pt x="752" y="1"/>
                  </a:cubicBezTo>
                  <a:cubicBezTo>
                    <a:pt x="255" y="1"/>
                    <a:pt x="0" y="598"/>
                    <a:pt x="354" y="963"/>
                  </a:cubicBezTo>
                  <a:cubicBezTo>
                    <a:pt x="468" y="1077"/>
                    <a:pt x="608" y="1128"/>
                    <a:pt x="746" y="1128"/>
                  </a:cubicBezTo>
                  <a:cubicBezTo>
                    <a:pt x="1037" y="1128"/>
                    <a:pt x="1316" y="903"/>
                    <a:pt x="1316" y="565"/>
                  </a:cubicBezTo>
                  <a:cubicBezTo>
                    <a:pt x="1316" y="251"/>
                    <a:pt x="1083" y="1"/>
                    <a:pt x="7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5"/>
            <p:cNvSpPr/>
            <p:nvPr/>
          </p:nvSpPr>
          <p:spPr>
            <a:xfrm>
              <a:off x="-1343349" y="4397126"/>
              <a:ext cx="78123" cy="57130"/>
            </a:xfrm>
            <a:custGeom>
              <a:avLst/>
              <a:gdLst/>
              <a:ahLst/>
              <a:cxnLst/>
              <a:rect l="l" t="t" r="r" b="b"/>
              <a:pathLst>
                <a:path w="454" h="332" extrusionOk="0">
                  <a:moveTo>
                    <a:pt x="221" y="0"/>
                  </a:moveTo>
                  <a:cubicBezTo>
                    <a:pt x="0" y="0"/>
                    <a:pt x="0" y="332"/>
                    <a:pt x="221" y="332"/>
                  </a:cubicBezTo>
                  <a:cubicBezTo>
                    <a:pt x="453" y="332"/>
                    <a:pt x="453" y="0"/>
                    <a:pt x="22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5"/>
            <p:cNvSpPr/>
            <p:nvPr/>
          </p:nvSpPr>
          <p:spPr>
            <a:xfrm>
              <a:off x="-1276755" y="4330532"/>
              <a:ext cx="135253" cy="194275"/>
            </a:xfrm>
            <a:custGeom>
              <a:avLst/>
              <a:gdLst/>
              <a:ahLst/>
              <a:cxnLst/>
              <a:rect l="l" t="t" r="r" b="b"/>
              <a:pathLst>
                <a:path w="786" h="1129" extrusionOk="0">
                  <a:moveTo>
                    <a:pt x="0" y="0"/>
                  </a:moveTo>
                  <a:cubicBezTo>
                    <a:pt x="752" y="0"/>
                    <a:pt x="752" y="1128"/>
                    <a:pt x="0" y="1128"/>
                  </a:cubicBezTo>
                  <a:lnTo>
                    <a:pt x="44" y="1128"/>
                  </a:lnTo>
                  <a:cubicBezTo>
                    <a:pt x="785" y="1128"/>
                    <a:pt x="785" y="0"/>
                    <a:pt x="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5"/>
            <p:cNvSpPr/>
            <p:nvPr/>
          </p:nvSpPr>
          <p:spPr>
            <a:xfrm>
              <a:off x="-1301534" y="4330360"/>
              <a:ext cx="129574" cy="194448"/>
            </a:xfrm>
            <a:custGeom>
              <a:avLst/>
              <a:gdLst/>
              <a:ahLst/>
              <a:cxnLst/>
              <a:rect l="l" t="t" r="r" b="b"/>
              <a:pathLst>
                <a:path w="753" h="1130" extrusionOk="0">
                  <a:moveTo>
                    <a:pt x="163" y="1"/>
                  </a:moveTo>
                  <a:cubicBezTo>
                    <a:pt x="157" y="1"/>
                    <a:pt x="151" y="1"/>
                    <a:pt x="144" y="1"/>
                  </a:cubicBezTo>
                  <a:lnTo>
                    <a:pt x="0" y="1"/>
                  </a:lnTo>
                  <a:cubicBezTo>
                    <a:pt x="752" y="1"/>
                    <a:pt x="752" y="1129"/>
                    <a:pt x="0" y="1129"/>
                  </a:cubicBezTo>
                  <a:lnTo>
                    <a:pt x="144" y="1129"/>
                  </a:lnTo>
                  <a:cubicBezTo>
                    <a:pt x="454" y="1129"/>
                    <a:pt x="708" y="864"/>
                    <a:pt x="708" y="554"/>
                  </a:cubicBezTo>
                  <a:cubicBezTo>
                    <a:pt x="697" y="251"/>
                    <a:pt x="464" y="1"/>
                    <a:pt x="1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5"/>
            <p:cNvSpPr/>
            <p:nvPr/>
          </p:nvSpPr>
          <p:spPr>
            <a:xfrm>
              <a:off x="-1310999" y="4328467"/>
              <a:ext cx="129402" cy="194448"/>
            </a:xfrm>
            <a:custGeom>
              <a:avLst/>
              <a:gdLst/>
              <a:ahLst/>
              <a:cxnLst/>
              <a:rect l="l" t="t" r="r" b="b"/>
              <a:pathLst>
                <a:path w="752" h="1130" extrusionOk="0">
                  <a:moveTo>
                    <a:pt x="11" y="1"/>
                  </a:moveTo>
                  <a:cubicBezTo>
                    <a:pt x="7" y="1"/>
                    <a:pt x="4" y="1"/>
                    <a:pt x="0" y="1"/>
                  </a:cubicBezTo>
                  <a:lnTo>
                    <a:pt x="22" y="1"/>
                  </a:lnTo>
                  <a:cubicBezTo>
                    <a:pt x="18" y="1"/>
                    <a:pt x="15" y="1"/>
                    <a:pt x="11" y="1"/>
                  </a:cubicBezTo>
                  <a:close/>
                  <a:moveTo>
                    <a:pt x="75" y="1"/>
                  </a:moveTo>
                  <a:cubicBezTo>
                    <a:pt x="68" y="1"/>
                    <a:pt x="62" y="1"/>
                    <a:pt x="55" y="1"/>
                  </a:cubicBezTo>
                  <a:lnTo>
                    <a:pt x="22" y="1"/>
                  </a:lnTo>
                  <a:cubicBezTo>
                    <a:pt x="752" y="12"/>
                    <a:pt x="745" y="1118"/>
                    <a:pt x="0" y="1129"/>
                  </a:cubicBezTo>
                  <a:lnTo>
                    <a:pt x="55" y="1129"/>
                  </a:lnTo>
                  <a:cubicBezTo>
                    <a:pt x="365" y="1129"/>
                    <a:pt x="619" y="875"/>
                    <a:pt x="619" y="565"/>
                  </a:cubicBezTo>
                  <a:cubicBezTo>
                    <a:pt x="619" y="251"/>
                    <a:pt x="375" y="1"/>
                    <a:pt x="7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5"/>
            <p:cNvSpPr/>
            <p:nvPr/>
          </p:nvSpPr>
          <p:spPr>
            <a:xfrm>
              <a:off x="-1368128" y="4354279"/>
              <a:ext cx="66766" cy="142652"/>
            </a:xfrm>
            <a:custGeom>
              <a:avLst/>
              <a:gdLst/>
              <a:ahLst/>
              <a:cxnLst/>
              <a:rect l="l" t="t" r="r" b="b"/>
              <a:pathLst>
                <a:path w="388" h="829" extrusionOk="0">
                  <a:moveTo>
                    <a:pt x="306" y="0"/>
                  </a:moveTo>
                  <a:cubicBezTo>
                    <a:pt x="148" y="0"/>
                    <a:pt x="53" y="130"/>
                    <a:pt x="21" y="287"/>
                  </a:cubicBezTo>
                  <a:lnTo>
                    <a:pt x="21" y="287"/>
                  </a:lnTo>
                  <a:cubicBezTo>
                    <a:pt x="73" y="129"/>
                    <a:pt x="220" y="15"/>
                    <a:pt x="387" y="6"/>
                  </a:cubicBezTo>
                  <a:lnTo>
                    <a:pt x="365" y="6"/>
                  </a:lnTo>
                  <a:cubicBezTo>
                    <a:pt x="345" y="2"/>
                    <a:pt x="325" y="0"/>
                    <a:pt x="306" y="0"/>
                  </a:cubicBezTo>
                  <a:close/>
                  <a:moveTo>
                    <a:pt x="21" y="287"/>
                  </a:moveTo>
                  <a:lnTo>
                    <a:pt x="21" y="287"/>
                  </a:lnTo>
                  <a:cubicBezTo>
                    <a:pt x="8" y="327"/>
                    <a:pt x="0" y="370"/>
                    <a:pt x="0" y="415"/>
                  </a:cubicBezTo>
                  <a:cubicBezTo>
                    <a:pt x="0" y="459"/>
                    <a:pt x="8" y="502"/>
                    <a:pt x="22" y="542"/>
                  </a:cubicBezTo>
                  <a:lnTo>
                    <a:pt x="22" y="542"/>
                  </a:lnTo>
                  <a:cubicBezTo>
                    <a:pt x="4" y="459"/>
                    <a:pt x="4" y="369"/>
                    <a:pt x="21" y="287"/>
                  </a:cubicBezTo>
                  <a:close/>
                  <a:moveTo>
                    <a:pt x="22" y="542"/>
                  </a:moveTo>
                  <a:cubicBezTo>
                    <a:pt x="56" y="699"/>
                    <a:pt x="153" y="829"/>
                    <a:pt x="313" y="829"/>
                  </a:cubicBezTo>
                  <a:cubicBezTo>
                    <a:pt x="330" y="829"/>
                    <a:pt x="347" y="827"/>
                    <a:pt x="365" y="824"/>
                  </a:cubicBezTo>
                  <a:lnTo>
                    <a:pt x="387" y="824"/>
                  </a:lnTo>
                  <a:cubicBezTo>
                    <a:pt x="221" y="807"/>
                    <a:pt x="76" y="693"/>
                    <a:pt x="22" y="542"/>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5"/>
            <p:cNvSpPr/>
            <p:nvPr/>
          </p:nvSpPr>
          <p:spPr>
            <a:xfrm>
              <a:off x="-1301534" y="4395234"/>
              <a:ext cx="41987" cy="59023"/>
            </a:xfrm>
            <a:custGeom>
              <a:avLst/>
              <a:gdLst/>
              <a:ahLst/>
              <a:cxnLst/>
              <a:rect l="l" t="t" r="r" b="b"/>
              <a:pathLst>
                <a:path w="244" h="343" extrusionOk="0">
                  <a:moveTo>
                    <a:pt x="22" y="0"/>
                  </a:moveTo>
                  <a:lnTo>
                    <a:pt x="22" y="11"/>
                  </a:lnTo>
                  <a:lnTo>
                    <a:pt x="0" y="11"/>
                  </a:lnTo>
                  <a:cubicBezTo>
                    <a:pt x="210" y="22"/>
                    <a:pt x="210" y="321"/>
                    <a:pt x="0" y="343"/>
                  </a:cubicBezTo>
                  <a:lnTo>
                    <a:pt x="22" y="343"/>
                  </a:lnTo>
                  <a:cubicBezTo>
                    <a:pt x="244" y="343"/>
                    <a:pt x="244" y="0"/>
                    <a:pt x="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5"/>
            <p:cNvSpPr/>
            <p:nvPr/>
          </p:nvSpPr>
          <p:spPr>
            <a:xfrm>
              <a:off x="-1400479" y="4387490"/>
              <a:ext cx="226626" cy="28737"/>
            </a:xfrm>
            <a:custGeom>
              <a:avLst/>
              <a:gdLst/>
              <a:ahLst/>
              <a:cxnLst/>
              <a:rect l="l" t="t" r="r" b="b"/>
              <a:pathLst>
                <a:path w="1317" h="167" extrusionOk="0">
                  <a:moveTo>
                    <a:pt x="33" y="1"/>
                  </a:moveTo>
                  <a:cubicBezTo>
                    <a:pt x="11" y="56"/>
                    <a:pt x="0" y="112"/>
                    <a:pt x="0" y="167"/>
                  </a:cubicBezTo>
                  <a:lnTo>
                    <a:pt x="1316" y="167"/>
                  </a:lnTo>
                  <a:cubicBezTo>
                    <a:pt x="1305" y="112"/>
                    <a:pt x="1294" y="56"/>
                    <a:pt x="127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5"/>
            <p:cNvSpPr/>
            <p:nvPr/>
          </p:nvSpPr>
          <p:spPr>
            <a:xfrm>
              <a:off x="-1817252" y="4355139"/>
              <a:ext cx="167603" cy="143341"/>
            </a:xfrm>
            <a:custGeom>
              <a:avLst/>
              <a:gdLst/>
              <a:ahLst/>
              <a:cxnLst/>
              <a:rect l="l" t="t" r="r" b="b"/>
              <a:pathLst>
                <a:path w="974" h="833" extrusionOk="0">
                  <a:moveTo>
                    <a:pt x="554" y="244"/>
                  </a:moveTo>
                  <a:cubicBezTo>
                    <a:pt x="775" y="244"/>
                    <a:pt x="775" y="576"/>
                    <a:pt x="554" y="576"/>
                  </a:cubicBezTo>
                  <a:cubicBezTo>
                    <a:pt x="332" y="576"/>
                    <a:pt x="332" y="244"/>
                    <a:pt x="554" y="244"/>
                  </a:cubicBezTo>
                  <a:close/>
                  <a:moveTo>
                    <a:pt x="554" y="1"/>
                  </a:moveTo>
                  <a:cubicBezTo>
                    <a:pt x="189" y="1"/>
                    <a:pt x="1" y="443"/>
                    <a:pt x="255" y="709"/>
                  </a:cubicBezTo>
                  <a:cubicBezTo>
                    <a:pt x="341" y="794"/>
                    <a:pt x="446" y="833"/>
                    <a:pt x="550" y="833"/>
                  </a:cubicBezTo>
                  <a:cubicBezTo>
                    <a:pt x="766" y="833"/>
                    <a:pt x="974" y="665"/>
                    <a:pt x="974" y="410"/>
                  </a:cubicBezTo>
                  <a:cubicBezTo>
                    <a:pt x="974" y="189"/>
                    <a:pt x="786" y="1"/>
                    <a:pt x="55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5"/>
            <p:cNvSpPr/>
            <p:nvPr/>
          </p:nvSpPr>
          <p:spPr>
            <a:xfrm>
              <a:off x="-1850979" y="4330532"/>
              <a:ext cx="226110" cy="194103"/>
            </a:xfrm>
            <a:custGeom>
              <a:avLst/>
              <a:gdLst/>
              <a:ahLst/>
              <a:cxnLst/>
              <a:rect l="l" t="t" r="r" b="b"/>
              <a:pathLst>
                <a:path w="1314" h="1128" extrusionOk="0">
                  <a:moveTo>
                    <a:pt x="746" y="130"/>
                  </a:moveTo>
                  <a:cubicBezTo>
                    <a:pt x="962" y="130"/>
                    <a:pt x="1170" y="299"/>
                    <a:pt x="1170" y="553"/>
                  </a:cubicBezTo>
                  <a:cubicBezTo>
                    <a:pt x="1170" y="774"/>
                    <a:pt x="982" y="962"/>
                    <a:pt x="750" y="962"/>
                  </a:cubicBezTo>
                  <a:cubicBezTo>
                    <a:pt x="385" y="962"/>
                    <a:pt x="197" y="520"/>
                    <a:pt x="451" y="255"/>
                  </a:cubicBezTo>
                  <a:cubicBezTo>
                    <a:pt x="537" y="169"/>
                    <a:pt x="642" y="130"/>
                    <a:pt x="746" y="130"/>
                  </a:cubicBezTo>
                  <a:close/>
                  <a:moveTo>
                    <a:pt x="736" y="0"/>
                  </a:moveTo>
                  <a:cubicBezTo>
                    <a:pt x="247" y="0"/>
                    <a:pt x="1" y="601"/>
                    <a:pt x="351" y="962"/>
                  </a:cubicBezTo>
                  <a:cubicBezTo>
                    <a:pt x="465" y="1076"/>
                    <a:pt x="606" y="1127"/>
                    <a:pt x="744" y="1127"/>
                  </a:cubicBezTo>
                  <a:cubicBezTo>
                    <a:pt x="1034" y="1127"/>
                    <a:pt x="1314" y="902"/>
                    <a:pt x="1314" y="564"/>
                  </a:cubicBezTo>
                  <a:cubicBezTo>
                    <a:pt x="1314" y="244"/>
                    <a:pt x="1059" y="0"/>
                    <a:pt x="750" y="0"/>
                  </a:cubicBezTo>
                  <a:cubicBezTo>
                    <a:pt x="745" y="0"/>
                    <a:pt x="741" y="0"/>
                    <a:pt x="7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5"/>
            <p:cNvSpPr/>
            <p:nvPr/>
          </p:nvSpPr>
          <p:spPr>
            <a:xfrm>
              <a:off x="-1760122" y="4397126"/>
              <a:ext cx="66766" cy="57302"/>
            </a:xfrm>
            <a:custGeom>
              <a:avLst/>
              <a:gdLst/>
              <a:ahLst/>
              <a:cxnLst/>
              <a:rect l="l" t="t" r="r" b="b"/>
              <a:pathLst>
                <a:path w="388" h="333" extrusionOk="0">
                  <a:moveTo>
                    <a:pt x="222" y="0"/>
                  </a:moveTo>
                  <a:cubicBezTo>
                    <a:pt x="67" y="0"/>
                    <a:pt x="0" y="177"/>
                    <a:pt x="100" y="288"/>
                  </a:cubicBezTo>
                  <a:cubicBezTo>
                    <a:pt x="134" y="319"/>
                    <a:pt x="175" y="333"/>
                    <a:pt x="215" y="333"/>
                  </a:cubicBezTo>
                  <a:cubicBezTo>
                    <a:pt x="304" y="333"/>
                    <a:pt x="387" y="265"/>
                    <a:pt x="387" y="166"/>
                  </a:cubicBezTo>
                  <a:cubicBezTo>
                    <a:pt x="387" y="67"/>
                    <a:pt x="310" y="0"/>
                    <a:pt x="2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5"/>
            <p:cNvSpPr/>
            <p:nvPr/>
          </p:nvSpPr>
          <p:spPr>
            <a:xfrm>
              <a:off x="-1693528" y="4330532"/>
              <a:ext cx="135253" cy="194275"/>
            </a:xfrm>
            <a:custGeom>
              <a:avLst/>
              <a:gdLst/>
              <a:ahLst/>
              <a:cxnLst/>
              <a:rect l="l" t="t" r="r" b="b"/>
              <a:pathLst>
                <a:path w="786" h="1129" extrusionOk="0">
                  <a:moveTo>
                    <a:pt x="45" y="0"/>
                  </a:moveTo>
                  <a:cubicBezTo>
                    <a:pt x="41" y="0"/>
                    <a:pt x="37" y="0"/>
                    <a:pt x="34" y="0"/>
                  </a:cubicBezTo>
                  <a:lnTo>
                    <a:pt x="0" y="0"/>
                  </a:lnTo>
                  <a:cubicBezTo>
                    <a:pt x="752" y="0"/>
                    <a:pt x="752" y="1128"/>
                    <a:pt x="0" y="1128"/>
                  </a:cubicBezTo>
                  <a:lnTo>
                    <a:pt x="34" y="1128"/>
                  </a:lnTo>
                  <a:cubicBezTo>
                    <a:pt x="782" y="1117"/>
                    <a:pt x="786" y="0"/>
                    <a:pt x="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5"/>
            <p:cNvSpPr/>
            <p:nvPr/>
          </p:nvSpPr>
          <p:spPr>
            <a:xfrm>
              <a:off x="-1718307" y="4328639"/>
              <a:ext cx="129574" cy="194275"/>
            </a:xfrm>
            <a:custGeom>
              <a:avLst/>
              <a:gdLst/>
              <a:ahLst/>
              <a:cxnLst/>
              <a:rect l="l" t="t" r="r" b="b"/>
              <a:pathLst>
                <a:path w="753" h="1129" extrusionOk="0">
                  <a:moveTo>
                    <a:pt x="12" y="0"/>
                  </a:moveTo>
                  <a:cubicBezTo>
                    <a:pt x="8" y="0"/>
                    <a:pt x="4" y="0"/>
                    <a:pt x="1" y="0"/>
                  </a:cubicBezTo>
                  <a:lnTo>
                    <a:pt x="23" y="0"/>
                  </a:lnTo>
                  <a:cubicBezTo>
                    <a:pt x="19" y="0"/>
                    <a:pt x="15" y="0"/>
                    <a:pt x="12" y="0"/>
                  </a:cubicBezTo>
                  <a:close/>
                  <a:moveTo>
                    <a:pt x="23" y="0"/>
                  </a:moveTo>
                  <a:cubicBezTo>
                    <a:pt x="753" y="11"/>
                    <a:pt x="745" y="1117"/>
                    <a:pt x="1" y="1128"/>
                  </a:cubicBezTo>
                  <a:lnTo>
                    <a:pt x="144" y="1128"/>
                  </a:lnTo>
                  <a:cubicBezTo>
                    <a:pt x="454" y="1128"/>
                    <a:pt x="708" y="874"/>
                    <a:pt x="708" y="564"/>
                  </a:cubicBezTo>
                  <a:cubicBezTo>
                    <a:pt x="708" y="243"/>
                    <a:pt x="454" y="0"/>
                    <a:pt x="1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a:off x="-1727771" y="4328639"/>
              <a:ext cx="129574" cy="194275"/>
            </a:xfrm>
            <a:custGeom>
              <a:avLst/>
              <a:gdLst/>
              <a:ahLst/>
              <a:cxnLst/>
              <a:rect l="l" t="t" r="r" b="b"/>
              <a:pathLst>
                <a:path w="753" h="1129" extrusionOk="0">
                  <a:moveTo>
                    <a:pt x="0" y="0"/>
                  </a:moveTo>
                  <a:cubicBezTo>
                    <a:pt x="752" y="0"/>
                    <a:pt x="752" y="1128"/>
                    <a:pt x="0" y="1128"/>
                  </a:cubicBezTo>
                  <a:lnTo>
                    <a:pt x="56" y="1128"/>
                  </a:lnTo>
                  <a:cubicBezTo>
                    <a:pt x="365" y="1128"/>
                    <a:pt x="620" y="874"/>
                    <a:pt x="620" y="564"/>
                  </a:cubicBezTo>
                  <a:cubicBezTo>
                    <a:pt x="620" y="243"/>
                    <a:pt x="365" y="0"/>
                    <a:pt x="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5"/>
            <p:cNvSpPr/>
            <p:nvPr/>
          </p:nvSpPr>
          <p:spPr>
            <a:xfrm>
              <a:off x="-1797979" y="4355139"/>
              <a:ext cx="79844" cy="141104"/>
            </a:xfrm>
            <a:custGeom>
              <a:avLst/>
              <a:gdLst/>
              <a:ahLst/>
              <a:cxnLst/>
              <a:rect l="l" t="t" r="r" b="b"/>
              <a:pathLst>
                <a:path w="464" h="820" extrusionOk="0">
                  <a:moveTo>
                    <a:pt x="442" y="1"/>
                  </a:moveTo>
                  <a:cubicBezTo>
                    <a:pt x="431" y="3"/>
                    <a:pt x="420" y="5"/>
                    <a:pt x="409" y="8"/>
                  </a:cubicBezTo>
                  <a:lnTo>
                    <a:pt x="409" y="8"/>
                  </a:lnTo>
                  <a:cubicBezTo>
                    <a:pt x="427" y="4"/>
                    <a:pt x="445" y="2"/>
                    <a:pt x="464" y="1"/>
                  </a:cubicBezTo>
                  <a:close/>
                  <a:moveTo>
                    <a:pt x="409" y="8"/>
                  </a:moveTo>
                  <a:lnTo>
                    <a:pt x="409" y="8"/>
                  </a:lnTo>
                  <a:cubicBezTo>
                    <a:pt x="224" y="43"/>
                    <a:pt x="77" y="208"/>
                    <a:pt x="77" y="410"/>
                  </a:cubicBezTo>
                  <a:cubicBezTo>
                    <a:pt x="77" y="578"/>
                    <a:pt x="190" y="726"/>
                    <a:pt x="344" y="789"/>
                  </a:cubicBezTo>
                  <a:lnTo>
                    <a:pt x="344" y="789"/>
                  </a:lnTo>
                  <a:cubicBezTo>
                    <a:pt x="0" y="636"/>
                    <a:pt x="22" y="102"/>
                    <a:pt x="409" y="8"/>
                  </a:cubicBezTo>
                  <a:close/>
                  <a:moveTo>
                    <a:pt x="344" y="789"/>
                  </a:moveTo>
                  <a:lnTo>
                    <a:pt x="344" y="789"/>
                  </a:lnTo>
                  <a:cubicBezTo>
                    <a:pt x="373" y="802"/>
                    <a:pt x="406" y="812"/>
                    <a:pt x="442" y="819"/>
                  </a:cubicBezTo>
                  <a:lnTo>
                    <a:pt x="464" y="819"/>
                  </a:lnTo>
                  <a:cubicBezTo>
                    <a:pt x="422" y="815"/>
                    <a:pt x="382" y="804"/>
                    <a:pt x="344" y="789"/>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5"/>
            <p:cNvSpPr/>
            <p:nvPr/>
          </p:nvSpPr>
          <p:spPr>
            <a:xfrm>
              <a:off x="-1718307" y="4395234"/>
              <a:ext cx="41987" cy="59023"/>
            </a:xfrm>
            <a:custGeom>
              <a:avLst/>
              <a:gdLst/>
              <a:ahLst/>
              <a:cxnLst/>
              <a:rect l="l" t="t" r="r" b="b"/>
              <a:pathLst>
                <a:path w="244" h="343" extrusionOk="0">
                  <a:moveTo>
                    <a:pt x="23" y="0"/>
                  </a:moveTo>
                  <a:lnTo>
                    <a:pt x="23" y="11"/>
                  </a:lnTo>
                  <a:lnTo>
                    <a:pt x="1" y="11"/>
                  </a:lnTo>
                  <a:cubicBezTo>
                    <a:pt x="211" y="22"/>
                    <a:pt x="211" y="321"/>
                    <a:pt x="1" y="343"/>
                  </a:cubicBezTo>
                  <a:lnTo>
                    <a:pt x="23" y="343"/>
                  </a:lnTo>
                  <a:cubicBezTo>
                    <a:pt x="244" y="343"/>
                    <a:pt x="244" y="0"/>
                    <a:pt x="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5"/>
            <p:cNvSpPr/>
            <p:nvPr/>
          </p:nvSpPr>
          <p:spPr>
            <a:xfrm>
              <a:off x="-1817252" y="4387490"/>
              <a:ext cx="226626" cy="28737"/>
            </a:xfrm>
            <a:custGeom>
              <a:avLst/>
              <a:gdLst/>
              <a:ahLst/>
              <a:cxnLst/>
              <a:rect l="l" t="t" r="r" b="b"/>
              <a:pathLst>
                <a:path w="1317" h="167" extrusionOk="0">
                  <a:moveTo>
                    <a:pt x="34" y="1"/>
                  </a:moveTo>
                  <a:cubicBezTo>
                    <a:pt x="12" y="56"/>
                    <a:pt x="1" y="112"/>
                    <a:pt x="1" y="167"/>
                  </a:cubicBezTo>
                  <a:lnTo>
                    <a:pt x="1317" y="167"/>
                  </a:lnTo>
                  <a:cubicBezTo>
                    <a:pt x="1305" y="112"/>
                    <a:pt x="1294" y="56"/>
                    <a:pt x="12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5"/>
            <p:cNvSpPr/>
            <p:nvPr/>
          </p:nvSpPr>
          <p:spPr>
            <a:xfrm>
              <a:off x="-1562232" y="4355139"/>
              <a:ext cx="167603" cy="143341"/>
            </a:xfrm>
            <a:custGeom>
              <a:avLst/>
              <a:gdLst/>
              <a:ahLst/>
              <a:cxnLst/>
              <a:rect l="l" t="t" r="r" b="b"/>
              <a:pathLst>
                <a:path w="974" h="833" extrusionOk="0">
                  <a:moveTo>
                    <a:pt x="553" y="244"/>
                  </a:moveTo>
                  <a:cubicBezTo>
                    <a:pt x="774" y="244"/>
                    <a:pt x="774" y="576"/>
                    <a:pt x="553" y="576"/>
                  </a:cubicBezTo>
                  <a:cubicBezTo>
                    <a:pt x="332" y="576"/>
                    <a:pt x="332" y="244"/>
                    <a:pt x="553" y="244"/>
                  </a:cubicBezTo>
                  <a:close/>
                  <a:moveTo>
                    <a:pt x="553" y="1"/>
                  </a:moveTo>
                  <a:cubicBezTo>
                    <a:pt x="188" y="1"/>
                    <a:pt x="0" y="443"/>
                    <a:pt x="266" y="709"/>
                  </a:cubicBezTo>
                  <a:cubicBezTo>
                    <a:pt x="348" y="794"/>
                    <a:pt x="451" y="833"/>
                    <a:pt x="553" y="833"/>
                  </a:cubicBezTo>
                  <a:cubicBezTo>
                    <a:pt x="766" y="833"/>
                    <a:pt x="973" y="665"/>
                    <a:pt x="973" y="410"/>
                  </a:cubicBezTo>
                  <a:cubicBezTo>
                    <a:pt x="973" y="189"/>
                    <a:pt x="785" y="1"/>
                    <a:pt x="55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5"/>
            <p:cNvSpPr/>
            <p:nvPr/>
          </p:nvSpPr>
          <p:spPr>
            <a:xfrm>
              <a:off x="-1595959" y="4330532"/>
              <a:ext cx="226110" cy="194103"/>
            </a:xfrm>
            <a:custGeom>
              <a:avLst/>
              <a:gdLst/>
              <a:ahLst/>
              <a:cxnLst/>
              <a:rect l="l" t="t" r="r" b="b"/>
              <a:pathLst>
                <a:path w="1314" h="1128" extrusionOk="0">
                  <a:moveTo>
                    <a:pt x="749" y="130"/>
                  </a:moveTo>
                  <a:cubicBezTo>
                    <a:pt x="962" y="130"/>
                    <a:pt x="1169" y="299"/>
                    <a:pt x="1169" y="553"/>
                  </a:cubicBezTo>
                  <a:cubicBezTo>
                    <a:pt x="1169" y="774"/>
                    <a:pt x="981" y="962"/>
                    <a:pt x="749" y="962"/>
                  </a:cubicBezTo>
                  <a:cubicBezTo>
                    <a:pt x="384" y="962"/>
                    <a:pt x="196" y="520"/>
                    <a:pt x="462" y="255"/>
                  </a:cubicBezTo>
                  <a:cubicBezTo>
                    <a:pt x="544" y="169"/>
                    <a:pt x="647" y="130"/>
                    <a:pt x="749" y="130"/>
                  </a:cubicBezTo>
                  <a:close/>
                  <a:moveTo>
                    <a:pt x="736" y="0"/>
                  </a:moveTo>
                  <a:cubicBezTo>
                    <a:pt x="247" y="0"/>
                    <a:pt x="1" y="601"/>
                    <a:pt x="351" y="962"/>
                  </a:cubicBezTo>
                  <a:cubicBezTo>
                    <a:pt x="465" y="1076"/>
                    <a:pt x="605" y="1127"/>
                    <a:pt x="743" y="1127"/>
                  </a:cubicBezTo>
                  <a:cubicBezTo>
                    <a:pt x="1034" y="1127"/>
                    <a:pt x="1313" y="902"/>
                    <a:pt x="1313" y="564"/>
                  </a:cubicBezTo>
                  <a:cubicBezTo>
                    <a:pt x="1313" y="244"/>
                    <a:pt x="1059" y="0"/>
                    <a:pt x="749" y="0"/>
                  </a:cubicBezTo>
                  <a:cubicBezTo>
                    <a:pt x="745" y="0"/>
                    <a:pt x="740" y="0"/>
                    <a:pt x="7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5"/>
            <p:cNvSpPr/>
            <p:nvPr/>
          </p:nvSpPr>
          <p:spPr>
            <a:xfrm>
              <a:off x="-1505102" y="4396954"/>
              <a:ext cx="68659" cy="57474"/>
            </a:xfrm>
            <a:custGeom>
              <a:avLst/>
              <a:gdLst/>
              <a:ahLst/>
              <a:cxnLst/>
              <a:rect l="l" t="t" r="r" b="b"/>
              <a:pathLst>
                <a:path w="399" h="334" extrusionOk="0">
                  <a:moveTo>
                    <a:pt x="240" y="0"/>
                  </a:moveTo>
                  <a:cubicBezTo>
                    <a:pt x="234" y="0"/>
                    <a:pt x="228" y="1"/>
                    <a:pt x="221" y="1"/>
                  </a:cubicBezTo>
                  <a:cubicBezTo>
                    <a:pt x="78" y="1"/>
                    <a:pt x="0" y="189"/>
                    <a:pt x="111" y="289"/>
                  </a:cubicBezTo>
                  <a:cubicBezTo>
                    <a:pt x="145" y="320"/>
                    <a:pt x="186" y="334"/>
                    <a:pt x="226" y="334"/>
                  </a:cubicBezTo>
                  <a:cubicBezTo>
                    <a:pt x="314" y="334"/>
                    <a:pt x="398" y="266"/>
                    <a:pt x="398" y="167"/>
                  </a:cubicBezTo>
                  <a:cubicBezTo>
                    <a:pt x="398" y="74"/>
                    <a:pt x="330" y="0"/>
                    <a:pt x="2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5"/>
            <p:cNvSpPr/>
            <p:nvPr/>
          </p:nvSpPr>
          <p:spPr>
            <a:xfrm>
              <a:off x="-1438508" y="4330532"/>
              <a:ext cx="135253" cy="194275"/>
            </a:xfrm>
            <a:custGeom>
              <a:avLst/>
              <a:gdLst/>
              <a:ahLst/>
              <a:cxnLst/>
              <a:rect l="l" t="t" r="r" b="b"/>
              <a:pathLst>
                <a:path w="786" h="1129" extrusionOk="0">
                  <a:moveTo>
                    <a:pt x="0" y="0"/>
                  </a:moveTo>
                  <a:cubicBezTo>
                    <a:pt x="741" y="0"/>
                    <a:pt x="741" y="1128"/>
                    <a:pt x="0" y="1128"/>
                  </a:cubicBezTo>
                  <a:lnTo>
                    <a:pt x="33" y="1128"/>
                  </a:lnTo>
                  <a:cubicBezTo>
                    <a:pt x="785" y="1128"/>
                    <a:pt x="785" y="0"/>
                    <a:pt x="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5"/>
            <p:cNvSpPr/>
            <p:nvPr/>
          </p:nvSpPr>
          <p:spPr>
            <a:xfrm>
              <a:off x="-1461395" y="4328639"/>
              <a:ext cx="127682" cy="194275"/>
            </a:xfrm>
            <a:custGeom>
              <a:avLst/>
              <a:gdLst/>
              <a:ahLst/>
              <a:cxnLst/>
              <a:rect l="l" t="t" r="r" b="b"/>
              <a:pathLst>
                <a:path w="742" h="1129" extrusionOk="0">
                  <a:moveTo>
                    <a:pt x="11" y="0"/>
                  </a:moveTo>
                  <a:cubicBezTo>
                    <a:pt x="8" y="0"/>
                    <a:pt x="4" y="0"/>
                    <a:pt x="0" y="0"/>
                  </a:cubicBezTo>
                  <a:lnTo>
                    <a:pt x="22" y="0"/>
                  </a:lnTo>
                  <a:cubicBezTo>
                    <a:pt x="18" y="0"/>
                    <a:pt x="15" y="0"/>
                    <a:pt x="11" y="0"/>
                  </a:cubicBezTo>
                  <a:close/>
                  <a:moveTo>
                    <a:pt x="22" y="0"/>
                  </a:moveTo>
                  <a:cubicBezTo>
                    <a:pt x="741" y="11"/>
                    <a:pt x="734" y="1117"/>
                    <a:pt x="0" y="1128"/>
                  </a:cubicBezTo>
                  <a:lnTo>
                    <a:pt x="133" y="1128"/>
                  </a:lnTo>
                  <a:cubicBezTo>
                    <a:pt x="443" y="1128"/>
                    <a:pt x="697" y="874"/>
                    <a:pt x="697" y="564"/>
                  </a:cubicBezTo>
                  <a:cubicBezTo>
                    <a:pt x="697" y="243"/>
                    <a:pt x="443" y="0"/>
                    <a:pt x="1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5"/>
            <p:cNvSpPr/>
            <p:nvPr/>
          </p:nvSpPr>
          <p:spPr>
            <a:xfrm>
              <a:off x="-1472752" y="4328639"/>
              <a:ext cx="129402" cy="194275"/>
            </a:xfrm>
            <a:custGeom>
              <a:avLst/>
              <a:gdLst/>
              <a:ahLst/>
              <a:cxnLst/>
              <a:rect l="l" t="t" r="r" b="b"/>
              <a:pathLst>
                <a:path w="752" h="1129" extrusionOk="0">
                  <a:moveTo>
                    <a:pt x="11" y="0"/>
                  </a:moveTo>
                  <a:cubicBezTo>
                    <a:pt x="7" y="0"/>
                    <a:pt x="4" y="0"/>
                    <a:pt x="0" y="0"/>
                  </a:cubicBezTo>
                  <a:lnTo>
                    <a:pt x="22" y="0"/>
                  </a:lnTo>
                  <a:cubicBezTo>
                    <a:pt x="18" y="0"/>
                    <a:pt x="15" y="0"/>
                    <a:pt x="11" y="0"/>
                  </a:cubicBezTo>
                  <a:close/>
                  <a:moveTo>
                    <a:pt x="22" y="0"/>
                  </a:moveTo>
                  <a:cubicBezTo>
                    <a:pt x="752" y="11"/>
                    <a:pt x="745" y="1117"/>
                    <a:pt x="0" y="1128"/>
                  </a:cubicBezTo>
                  <a:lnTo>
                    <a:pt x="55" y="1128"/>
                  </a:lnTo>
                  <a:cubicBezTo>
                    <a:pt x="365" y="1128"/>
                    <a:pt x="619" y="874"/>
                    <a:pt x="619" y="564"/>
                  </a:cubicBezTo>
                  <a:cubicBezTo>
                    <a:pt x="619" y="243"/>
                    <a:pt x="365" y="0"/>
                    <a:pt x="5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5"/>
            <p:cNvSpPr/>
            <p:nvPr/>
          </p:nvSpPr>
          <p:spPr>
            <a:xfrm>
              <a:off x="-1543648" y="4355139"/>
              <a:ext cx="80532" cy="141104"/>
            </a:xfrm>
            <a:custGeom>
              <a:avLst/>
              <a:gdLst/>
              <a:ahLst/>
              <a:cxnLst/>
              <a:rect l="l" t="t" r="r" b="b"/>
              <a:pathLst>
                <a:path w="468" h="820" extrusionOk="0">
                  <a:moveTo>
                    <a:pt x="445" y="1"/>
                  </a:moveTo>
                  <a:cubicBezTo>
                    <a:pt x="437" y="2"/>
                    <a:pt x="428" y="4"/>
                    <a:pt x="420" y="6"/>
                  </a:cubicBezTo>
                  <a:lnTo>
                    <a:pt x="420" y="6"/>
                  </a:lnTo>
                  <a:cubicBezTo>
                    <a:pt x="436" y="3"/>
                    <a:pt x="451" y="2"/>
                    <a:pt x="467" y="1"/>
                  </a:cubicBezTo>
                  <a:close/>
                  <a:moveTo>
                    <a:pt x="420" y="6"/>
                  </a:moveTo>
                  <a:cubicBezTo>
                    <a:pt x="223" y="38"/>
                    <a:pt x="80" y="205"/>
                    <a:pt x="80" y="410"/>
                  </a:cubicBezTo>
                  <a:cubicBezTo>
                    <a:pt x="80" y="592"/>
                    <a:pt x="205" y="750"/>
                    <a:pt x="383" y="803"/>
                  </a:cubicBezTo>
                  <a:lnTo>
                    <a:pt x="383" y="803"/>
                  </a:lnTo>
                  <a:cubicBezTo>
                    <a:pt x="1" y="672"/>
                    <a:pt x="13" y="98"/>
                    <a:pt x="420" y="6"/>
                  </a:cubicBezTo>
                  <a:close/>
                  <a:moveTo>
                    <a:pt x="383" y="803"/>
                  </a:moveTo>
                  <a:cubicBezTo>
                    <a:pt x="403" y="809"/>
                    <a:pt x="423" y="815"/>
                    <a:pt x="445" y="819"/>
                  </a:cubicBezTo>
                  <a:lnTo>
                    <a:pt x="467" y="819"/>
                  </a:lnTo>
                  <a:cubicBezTo>
                    <a:pt x="438" y="816"/>
                    <a:pt x="410" y="811"/>
                    <a:pt x="383" y="80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5"/>
            <p:cNvSpPr/>
            <p:nvPr/>
          </p:nvSpPr>
          <p:spPr>
            <a:xfrm>
              <a:off x="-1463287" y="4395234"/>
              <a:ext cx="41987" cy="59023"/>
            </a:xfrm>
            <a:custGeom>
              <a:avLst/>
              <a:gdLst/>
              <a:ahLst/>
              <a:cxnLst/>
              <a:rect l="l" t="t" r="r" b="b"/>
              <a:pathLst>
                <a:path w="244" h="343" extrusionOk="0">
                  <a:moveTo>
                    <a:pt x="23" y="0"/>
                  </a:moveTo>
                  <a:lnTo>
                    <a:pt x="23" y="11"/>
                  </a:lnTo>
                  <a:lnTo>
                    <a:pt x="0" y="11"/>
                  </a:lnTo>
                  <a:cubicBezTo>
                    <a:pt x="199" y="22"/>
                    <a:pt x="199" y="321"/>
                    <a:pt x="0" y="343"/>
                  </a:cubicBezTo>
                  <a:lnTo>
                    <a:pt x="23" y="343"/>
                  </a:lnTo>
                  <a:cubicBezTo>
                    <a:pt x="244" y="343"/>
                    <a:pt x="244" y="0"/>
                    <a:pt x="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5"/>
            <p:cNvSpPr/>
            <p:nvPr/>
          </p:nvSpPr>
          <p:spPr>
            <a:xfrm>
              <a:off x="-1562232" y="4387490"/>
              <a:ext cx="226626" cy="28737"/>
            </a:xfrm>
            <a:custGeom>
              <a:avLst/>
              <a:gdLst/>
              <a:ahLst/>
              <a:cxnLst/>
              <a:rect l="l" t="t" r="r" b="b"/>
              <a:pathLst>
                <a:path w="1317" h="167" extrusionOk="0">
                  <a:moveTo>
                    <a:pt x="45" y="1"/>
                  </a:moveTo>
                  <a:cubicBezTo>
                    <a:pt x="11" y="56"/>
                    <a:pt x="0" y="112"/>
                    <a:pt x="0" y="167"/>
                  </a:cubicBezTo>
                  <a:lnTo>
                    <a:pt x="1316" y="167"/>
                  </a:lnTo>
                  <a:cubicBezTo>
                    <a:pt x="1316" y="112"/>
                    <a:pt x="1294" y="56"/>
                    <a:pt x="12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5"/>
            <p:cNvSpPr/>
            <p:nvPr/>
          </p:nvSpPr>
          <p:spPr>
            <a:xfrm>
              <a:off x="-1320635" y="4387490"/>
              <a:ext cx="181026" cy="59195"/>
            </a:xfrm>
            <a:custGeom>
              <a:avLst/>
              <a:gdLst/>
              <a:ahLst/>
              <a:cxnLst/>
              <a:rect l="l" t="t" r="r" b="b"/>
              <a:pathLst>
                <a:path w="1052" h="344" extrusionOk="0">
                  <a:moveTo>
                    <a:pt x="1" y="1"/>
                  </a:moveTo>
                  <a:lnTo>
                    <a:pt x="1" y="344"/>
                  </a:lnTo>
                  <a:lnTo>
                    <a:pt x="1051" y="344"/>
                  </a:lnTo>
                  <a:lnTo>
                    <a:pt x="105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5"/>
            <p:cNvSpPr/>
            <p:nvPr/>
          </p:nvSpPr>
          <p:spPr>
            <a:xfrm>
              <a:off x="-1838073" y="4284760"/>
              <a:ext cx="749742" cy="102902"/>
            </a:xfrm>
            <a:custGeom>
              <a:avLst/>
              <a:gdLst/>
              <a:ahLst/>
              <a:cxnLst/>
              <a:rect l="l" t="t" r="r" b="b"/>
              <a:pathLst>
                <a:path w="4357" h="598" extrusionOk="0">
                  <a:moveTo>
                    <a:pt x="0" y="1"/>
                  </a:moveTo>
                  <a:lnTo>
                    <a:pt x="0" y="598"/>
                  </a:lnTo>
                  <a:lnTo>
                    <a:pt x="4357" y="598"/>
                  </a:lnTo>
                  <a:lnTo>
                    <a:pt x="43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5"/>
            <p:cNvSpPr/>
            <p:nvPr/>
          </p:nvSpPr>
          <p:spPr>
            <a:xfrm>
              <a:off x="-1139781" y="4387490"/>
              <a:ext cx="192211" cy="59195"/>
            </a:xfrm>
            <a:custGeom>
              <a:avLst/>
              <a:gdLst/>
              <a:ahLst/>
              <a:cxnLst/>
              <a:rect l="l" t="t" r="r" b="b"/>
              <a:pathLst>
                <a:path w="1117" h="344" extrusionOk="0">
                  <a:moveTo>
                    <a:pt x="0" y="1"/>
                  </a:moveTo>
                  <a:lnTo>
                    <a:pt x="0" y="344"/>
                  </a:lnTo>
                  <a:lnTo>
                    <a:pt x="1117" y="344"/>
                  </a:lnTo>
                  <a:lnTo>
                    <a:pt x="11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5"/>
            <p:cNvSpPr/>
            <p:nvPr/>
          </p:nvSpPr>
          <p:spPr>
            <a:xfrm>
              <a:off x="-1088502" y="4284760"/>
              <a:ext cx="192383" cy="102902"/>
            </a:xfrm>
            <a:custGeom>
              <a:avLst/>
              <a:gdLst/>
              <a:ahLst/>
              <a:cxnLst/>
              <a:rect l="l" t="t" r="r" b="b"/>
              <a:pathLst>
                <a:path w="1118" h="598" extrusionOk="0">
                  <a:moveTo>
                    <a:pt x="1" y="1"/>
                  </a:moveTo>
                  <a:lnTo>
                    <a:pt x="1" y="598"/>
                  </a:lnTo>
                  <a:lnTo>
                    <a:pt x="1118" y="598"/>
                  </a:lnTo>
                  <a:lnTo>
                    <a:pt x="11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5"/>
            <p:cNvSpPr/>
            <p:nvPr/>
          </p:nvSpPr>
          <p:spPr>
            <a:xfrm>
              <a:off x="-1838073" y="4284760"/>
              <a:ext cx="941952" cy="30630"/>
            </a:xfrm>
            <a:custGeom>
              <a:avLst/>
              <a:gdLst/>
              <a:ahLst/>
              <a:cxnLst/>
              <a:rect l="l" t="t" r="r" b="b"/>
              <a:pathLst>
                <a:path w="5474" h="178" extrusionOk="0">
                  <a:moveTo>
                    <a:pt x="0" y="1"/>
                  </a:moveTo>
                  <a:lnTo>
                    <a:pt x="0" y="178"/>
                  </a:lnTo>
                  <a:lnTo>
                    <a:pt x="5474" y="178"/>
                  </a:lnTo>
                  <a:lnTo>
                    <a:pt x="54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5"/>
            <p:cNvSpPr/>
            <p:nvPr/>
          </p:nvSpPr>
          <p:spPr>
            <a:xfrm>
              <a:off x="-1139781" y="4387490"/>
              <a:ext cx="192211" cy="28737"/>
            </a:xfrm>
            <a:custGeom>
              <a:avLst/>
              <a:gdLst/>
              <a:ahLst/>
              <a:cxnLst/>
              <a:rect l="l" t="t" r="r" b="b"/>
              <a:pathLst>
                <a:path w="1117" h="167" extrusionOk="0">
                  <a:moveTo>
                    <a:pt x="0" y="1"/>
                  </a:moveTo>
                  <a:lnTo>
                    <a:pt x="0" y="167"/>
                  </a:lnTo>
                  <a:lnTo>
                    <a:pt x="1117" y="167"/>
                  </a:lnTo>
                  <a:lnTo>
                    <a:pt x="11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5"/>
            <p:cNvSpPr/>
            <p:nvPr/>
          </p:nvSpPr>
          <p:spPr>
            <a:xfrm>
              <a:off x="-1320635" y="4446513"/>
              <a:ext cx="158139" cy="28737"/>
            </a:xfrm>
            <a:custGeom>
              <a:avLst/>
              <a:gdLst/>
              <a:ahLst/>
              <a:cxnLst/>
              <a:rect l="l" t="t" r="r" b="b"/>
              <a:pathLst>
                <a:path w="919" h="167" extrusionOk="0">
                  <a:moveTo>
                    <a:pt x="1" y="1"/>
                  </a:moveTo>
                  <a:lnTo>
                    <a:pt x="1" y="167"/>
                  </a:lnTo>
                  <a:lnTo>
                    <a:pt x="918" y="167"/>
                  </a:lnTo>
                  <a:lnTo>
                    <a:pt x="9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5"/>
            <p:cNvSpPr/>
            <p:nvPr/>
          </p:nvSpPr>
          <p:spPr>
            <a:xfrm>
              <a:off x="-749853" y="4284760"/>
              <a:ext cx="466502" cy="102902"/>
            </a:xfrm>
            <a:custGeom>
              <a:avLst/>
              <a:gdLst/>
              <a:ahLst/>
              <a:cxnLst/>
              <a:rect l="l" t="t" r="r" b="b"/>
              <a:pathLst>
                <a:path w="2711" h="598" extrusionOk="0">
                  <a:moveTo>
                    <a:pt x="1" y="1"/>
                  </a:moveTo>
                  <a:lnTo>
                    <a:pt x="1" y="598"/>
                  </a:lnTo>
                  <a:lnTo>
                    <a:pt x="2710" y="598"/>
                  </a:lnTo>
                  <a:lnTo>
                    <a:pt x="27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5"/>
            <p:cNvSpPr/>
            <p:nvPr/>
          </p:nvSpPr>
          <p:spPr>
            <a:xfrm>
              <a:off x="-283521" y="4284760"/>
              <a:ext cx="192211" cy="102902"/>
            </a:xfrm>
            <a:custGeom>
              <a:avLst/>
              <a:gdLst/>
              <a:ahLst/>
              <a:cxnLst/>
              <a:rect l="l" t="t" r="r" b="b"/>
              <a:pathLst>
                <a:path w="1117" h="598" extrusionOk="0">
                  <a:moveTo>
                    <a:pt x="0" y="1"/>
                  </a:moveTo>
                  <a:lnTo>
                    <a:pt x="0" y="598"/>
                  </a:lnTo>
                  <a:lnTo>
                    <a:pt x="1117" y="598"/>
                  </a:lnTo>
                  <a:lnTo>
                    <a:pt x="11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5"/>
            <p:cNvSpPr/>
            <p:nvPr/>
          </p:nvSpPr>
          <p:spPr>
            <a:xfrm>
              <a:off x="-749853" y="4284760"/>
              <a:ext cx="658541" cy="30630"/>
            </a:xfrm>
            <a:custGeom>
              <a:avLst/>
              <a:gdLst/>
              <a:ahLst/>
              <a:cxnLst/>
              <a:rect l="l" t="t" r="r" b="b"/>
              <a:pathLst>
                <a:path w="3827" h="178" extrusionOk="0">
                  <a:moveTo>
                    <a:pt x="1" y="1"/>
                  </a:moveTo>
                  <a:lnTo>
                    <a:pt x="1" y="178"/>
                  </a:lnTo>
                  <a:lnTo>
                    <a:pt x="3827" y="178"/>
                  </a:lnTo>
                  <a:lnTo>
                    <a:pt x="382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5"/>
            <p:cNvSpPr/>
            <p:nvPr/>
          </p:nvSpPr>
          <p:spPr>
            <a:xfrm>
              <a:off x="-989557" y="4315217"/>
              <a:ext cx="239876" cy="28737"/>
            </a:xfrm>
            <a:custGeom>
              <a:avLst/>
              <a:gdLst/>
              <a:ahLst/>
              <a:cxnLst/>
              <a:rect l="l" t="t" r="r" b="b"/>
              <a:pathLst>
                <a:path w="1394" h="167" extrusionOk="0">
                  <a:moveTo>
                    <a:pt x="78" y="1"/>
                  </a:moveTo>
                  <a:cubicBezTo>
                    <a:pt x="34" y="1"/>
                    <a:pt x="1" y="45"/>
                    <a:pt x="1" y="89"/>
                  </a:cubicBezTo>
                  <a:cubicBezTo>
                    <a:pt x="1" y="122"/>
                    <a:pt x="34" y="167"/>
                    <a:pt x="78" y="167"/>
                  </a:cubicBezTo>
                  <a:lnTo>
                    <a:pt x="1394" y="167"/>
                  </a:lnTo>
                  <a:lnTo>
                    <a:pt x="139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5"/>
            <p:cNvSpPr/>
            <p:nvPr/>
          </p:nvSpPr>
          <p:spPr>
            <a:xfrm>
              <a:off x="-190427" y="4315217"/>
              <a:ext cx="253298" cy="28737"/>
            </a:xfrm>
            <a:custGeom>
              <a:avLst/>
              <a:gdLst/>
              <a:ahLst/>
              <a:cxnLst/>
              <a:rect l="l" t="t" r="r" b="b"/>
              <a:pathLst>
                <a:path w="1472" h="167" extrusionOk="0">
                  <a:moveTo>
                    <a:pt x="89" y="1"/>
                  </a:moveTo>
                  <a:cubicBezTo>
                    <a:pt x="45" y="1"/>
                    <a:pt x="1" y="45"/>
                    <a:pt x="1" y="89"/>
                  </a:cubicBezTo>
                  <a:cubicBezTo>
                    <a:pt x="1" y="122"/>
                    <a:pt x="45" y="167"/>
                    <a:pt x="89" y="167"/>
                  </a:cubicBezTo>
                  <a:lnTo>
                    <a:pt x="1472" y="167"/>
                  </a:lnTo>
                  <a:lnTo>
                    <a:pt x="14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5"/>
            <p:cNvSpPr/>
            <p:nvPr/>
          </p:nvSpPr>
          <p:spPr>
            <a:xfrm>
              <a:off x="243553" y="4355139"/>
              <a:ext cx="167603" cy="143341"/>
            </a:xfrm>
            <a:custGeom>
              <a:avLst/>
              <a:gdLst/>
              <a:ahLst/>
              <a:cxnLst/>
              <a:rect l="l" t="t" r="r" b="b"/>
              <a:pathLst>
                <a:path w="974" h="833" extrusionOk="0">
                  <a:moveTo>
                    <a:pt x="564" y="244"/>
                  </a:moveTo>
                  <a:cubicBezTo>
                    <a:pt x="785" y="244"/>
                    <a:pt x="785" y="576"/>
                    <a:pt x="564" y="576"/>
                  </a:cubicBezTo>
                  <a:cubicBezTo>
                    <a:pt x="332" y="576"/>
                    <a:pt x="332" y="244"/>
                    <a:pt x="564" y="244"/>
                  </a:cubicBezTo>
                  <a:close/>
                  <a:moveTo>
                    <a:pt x="564" y="1"/>
                  </a:moveTo>
                  <a:cubicBezTo>
                    <a:pt x="188" y="1"/>
                    <a:pt x="0" y="443"/>
                    <a:pt x="265" y="709"/>
                  </a:cubicBezTo>
                  <a:cubicBezTo>
                    <a:pt x="351" y="794"/>
                    <a:pt x="455" y="833"/>
                    <a:pt x="557" y="833"/>
                  </a:cubicBezTo>
                  <a:cubicBezTo>
                    <a:pt x="771" y="833"/>
                    <a:pt x="973" y="665"/>
                    <a:pt x="973" y="410"/>
                  </a:cubicBezTo>
                  <a:cubicBezTo>
                    <a:pt x="973" y="189"/>
                    <a:pt x="785" y="1"/>
                    <a:pt x="56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5"/>
            <p:cNvSpPr/>
            <p:nvPr/>
          </p:nvSpPr>
          <p:spPr>
            <a:xfrm>
              <a:off x="209310" y="4330532"/>
              <a:ext cx="228347" cy="194103"/>
            </a:xfrm>
            <a:custGeom>
              <a:avLst/>
              <a:gdLst/>
              <a:ahLst/>
              <a:cxnLst/>
              <a:rect l="l" t="t" r="r" b="b"/>
              <a:pathLst>
                <a:path w="1327" h="1128" extrusionOk="0">
                  <a:moveTo>
                    <a:pt x="756" y="130"/>
                  </a:moveTo>
                  <a:cubicBezTo>
                    <a:pt x="970" y="130"/>
                    <a:pt x="1172" y="299"/>
                    <a:pt x="1172" y="553"/>
                  </a:cubicBezTo>
                  <a:cubicBezTo>
                    <a:pt x="1172" y="774"/>
                    <a:pt x="984" y="962"/>
                    <a:pt x="763" y="962"/>
                  </a:cubicBezTo>
                  <a:cubicBezTo>
                    <a:pt x="387" y="962"/>
                    <a:pt x="199" y="520"/>
                    <a:pt x="464" y="255"/>
                  </a:cubicBezTo>
                  <a:cubicBezTo>
                    <a:pt x="550" y="169"/>
                    <a:pt x="654" y="130"/>
                    <a:pt x="756" y="130"/>
                  </a:cubicBezTo>
                  <a:close/>
                  <a:moveTo>
                    <a:pt x="763" y="0"/>
                  </a:moveTo>
                  <a:cubicBezTo>
                    <a:pt x="254" y="0"/>
                    <a:pt x="0" y="597"/>
                    <a:pt x="354" y="962"/>
                  </a:cubicBezTo>
                  <a:cubicBezTo>
                    <a:pt x="471" y="1076"/>
                    <a:pt x="614" y="1127"/>
                    <a:pt x="754" y="1127"/>
                  </a:cubicBezTo>
                  <a:cubicBezTo>
                    <a:pt x="1047" y="1127"/>
                    <a:pt x="1327" y="902"/>
                    <a:pt x="1327" y="564"/>
                  </a:cubicBezTo>
                  <a:cubicBezTo>
                    <a:pt x="1327" y="244"/>
                    <a:pt x="1073" y="0"/>
                    <a:pt x="76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5"/>
            <p:cNvSpPr/>
            <p:nvPr/>
          </p:nvSpPr>
          <p:spPr>
            <a:xfrm>
              <a:off x="300511" y="4397126"/>
              <a:ext cx="68659" cy="57302"/>
            </a:xfrm>
            <a:custGeom>
              <a:avLst/>
              <a:gdLst/>
              <a:ahLst/>
              <a:cxnLst/>
              <a:rect l="l" t="t" r="r" b="b"/>
              <a:pathLst>
                <a:path w="399" h="333" extrusionOk="0">
                  <a:moveTo>
                    <a:pt x="233" y="0"/>
                  </a:moveTo>
                  <a:cubicBezTo>
                    <a:pt x="78" y="0"/>
                    <a:pt x="1" y="177"/>
                    <a:pt x="111" y="288"/>
                  </a:cubicBezTo>
                  <a:cubicBezTo>
                    <a:pt x="146" y="319"/>
                    <a:pt x="187" y="333"/>
                    <a:pt x="227" y="333"/>
                  </a:cubicBezTo>
                  <a:cubicBezTo>
                    <a:pt x="315" y="333"/>
                    <a:pt x="399" y="265"/>
                    <a:pt x="399" y="166"/>
                  </a:cubicBezTo>
                  <a:cubicBezTo>
                    <a:pt x="399" y="67"/>
                    <a:pt x="321" y="0"/>
                    <a:pt x="2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5"/>
            <p:cNvSpPr/>
            <p:nvPr/>
          </p:nvSpPr>
          <p:spPr>
            <a:xfrm>
              <a:off x="367105" y="4330532"/>
              <a:ext cx="135253" cy="194275"/>
            </a:xfrm>
            <a:custGeom>
              <a:avLst/>
              <a:gdLst/>
              <a:ahLst/>
              <a:cxnLst/>
              <a:rect l="l" t="t" r="r" b="b"/>
              <a:pathLst>
                <a:path w="786" h="1129" extrusionOk="0">
                  <a:moveTo>
                    <a:pt x="45" y="0"/>
                  </a:moveTo>
                  <a:cubicBezTo>
                    <a:pt x="41" y="0"/>
                    <a:pt x="38" y="0"/>
                    <a:pt x="34" y="0"/>
                  </a:cubicBezTo>
                  <a:lnTo>
                    <a:pt x="1" y="0"/>
                  </a:lnTo>
                  <a:cubicBezTo>
                    <a:pt x="753" y="0"/>
                    <a:pt x="753" y="1128"/>
                    <a:pt x="1" y="1128"/>
                  </a:cubicBezTo>
                  <a:lnTo>
                    <a:pt x="34" y="1128"/>
                  </a:lnTo>
                  <a:cubicBezTo>
                    <a:pt x="782" y="1117"/>
                    <a:pt x="786" y="0"/>
                    <a:pt x="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5"/>
            <p:cNvSpPr/>
            <p:nvPr/>
          </p:nvSpPr>
          <p:spPr>
            <a:xfrm>
              <a:off x="342498" y="4328467"/>
              <a:ext cx="129402" cy="194448"/>
            </a:xfrm>
            <a:custGeom>
              <a:avLst/>
              <a:gdLst/>
              <a:ahLst/>
              <a:cxnLst/>
              <a:rect l="l" t="t" r="r" b="b"/>
              <a:pathLst>
                <a:path w="752" h="1130" extrusionOk="0">
                  <a:moveTo>
                    <a:pt x="11" y="1"/>
                  </a:moveTo>
                  <a:cubicBezTo>
                    <a:pt x="7" y="1"/>
                    <a:pt x="4" y="1"/>
                    <a:pt x="0" y="1"/>
                  </a:cubicBezTo>
                  <a:lnTo>
                    <a:pt x="22" y="1"/>
                  </a:lnTo>
                  <a:cubicBezTo>
                    <a:pt x="18" y="1"/>
                    <a:pt x="15" y="1"/>
                    <a:pt x="11" y="1"/>
                  </a:cubicBezTo>
                  <a:close/>
                  <a:moveTo>
                    <a:pt x="163" y="1"/>
                  </a:moveTo>
                  <a:cubicBezTo>
                    <a:pt x="157" y="1"/>
                    <a:pt x="150" y="1"/>
                    <a:pt x="144" y="1"/>
                  </a:cubicBezTo>
                  <a:lnTo>
                    <a:pt x="22" y="1"/>
                  </a:lnTo>
                  <a:cubicBezTo>
                    <a:pt x="752" y="12"/>
                    <a:pt x="745" y="1118"/>
                    <a:pt x="0" y="1129"/>
                  </a:cubicBezTo>
                  <a:lnTo>
                    <a:pt x="144" y="1129"/>
                  </a:lnTo>
                  <a:cubicBezTo>
                    <a:pt x="453" y="1129"/>
                    <a:pt x="708" y="875"/>
                    <a:pt x="708" y="565"/>
                  </a:cubicBezTo>
                  <a:cubicBezTo>
                    <a:pt x="708" y="251"/>
                    <a:pt x="464" y="1"/>
                    <a:pt x="1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5"/>
            <p:cNvSpPr/>
            <p:nvPr/>
          </p:nvSpPr>
          <p:spPr>
            <a:xfrm>
              <a:off x="332862" y="4328639"/>
              <a:ext cx="129574" cy="194275"/>
            </a:xfrm>
            <a:custGeom>
              <a:avLst/>
              <a:gdLst/>
              <a:ahLst/>
              <a:cxnLst/>
              <a:rect l="l" t="t" r="r" b="b"/>
              <a:pathLst>
                <a:path w="753" h="1129" extrusionOk="0">
                  <a:moveTo>
                    <a:pt x="12" y="0"/>
                  </a:moveTo>
                  <a:cubicBezTo>
                    <a:pt x="8" y="0"/>
                    <a:pt x="4" y="0"/>
                    <a:pt x="1" y="0"/>
                  </a:cubicBezTo>
                  <a:lnTo>
                    <a:pt x="23" y="0"/>
                  </a:lnTo>
                  <a:cubicBezTo>
                    <a:pt x="19" y="0"/>
                    <a:pt x="15" y="0"/>
                    <a:pt x="12" y="0"/>
                  </a:cubicBezTo>
                  <a:close/>
                  <a:moveTo>
                    <a:pt x="23" y="0"/>
                  </a:moveTo>
                  <a:cubicBezTo>
                    <a:pt x="753" y="11"/>
                    <a:pt x="745" y="1117"/>
                    <a:pt x="1" y="1128"/>
                  </a:cubicBezTo>
                  <a:lnTo>
                    <a:pt x="56" y="1128"/>
                  </a:lnTo>
                  <a:cubicBezTo>
                    <a:pt x="366" y="1128"/>
                    <a:pt x="620" y="874"/>
                    <a:pt x="620" y="564"/>
                  </a:cubicBezTo>
                  <a:cubicBezTo>
                    <a:pt x="620" y="243"/>
                    <a:pt x="366" y="0"/>
                    <a:pt x="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5"/>
            <p:cNvSpPr/>
            <p:nvPr/>
          </p:nvSpPr>
          <p:spPr>
            <a:xfrm>
              <a:off x="262138" y="4355139"/>
              <a:ext cx="80532" cy="141104"/>
            </a:xfrm>
            <a:custGeom>
              <a:avLst/>
              <a:gdLst/>
              <a:ahLst/>
              <a:cxnLst/>
              <a:rect l="l" t="t" r="r" b="b"/>
              <a:pathLst>
                <a:path w="468" h="820" extrusionOk="0">
                  <a:moveTo>
                    <a:pt x="445" y="1"/>
                  </a:moveTo>
                  <a:cubicBezTo>
                    <a:pt x="436" y="2"/>
                    <a:pt x="428" y="4"/>
                    <a:pt x="420" y="6"/>
                  </a:cubicBezTo>
                  <a:lnTo>
                    <a:pt x="420" y="6"/>
                  </a:lnTo>
                  <a:cubicBezTo>
                    <a:pt x="435" y="3"/>
                    <a:pt x="451" y="2"/>
                    <a:pt x="467" y="1"/>
                  </a:cubicBezTo>
                  <a:close/>
                  <a:moveTo>
                    <a:pt x="420" y="6"/>
                  </a:moveTo>
                  <a:cubicBezTo>
                    <a:pt x="223" y="38"/>
                    <a:pt x="80" y="205"/>
                    <a:pt x="80" y="410"/>
                  </a:cubicBezTo>
                  <a:cubicBezTo>
                    <a:pt x="80" y="592"/>
                    <a:pt x="205" y="750"/>
                    <a:pt x="383" y="803"/>
                  </a:cubicBezTo>
                  <a:lnTo>
                    <a:pt x="383" y="803"/>
                  </a:lnTo>
                  <a:cubicBezTo>
                    <a:pt x="0" y="672"/>
                    <a:pt x="13" y="98"/>
                    <a:pt x="420" y="6"/>
                  </a:cubicBezTo>
                  <a:close/>
                  <a:moveTo>
                    <a:pt x="383" y="803"/>
                  </a:moveTo>
                  <a:cubicBezTo>
                    <a:pt x="402" y="809"/>
                    <a:pt x="423" y="815"/>
                    <a:pt x="445" y="819"/>
                  </a:cubicBezTo>
                  <a:lnTo>
                    <a:pt x="467" y="819"/>
                  </a:lnTo>
                  <a:cubicBezTo>
                    <a:pt x="438" y="816"/>
                    <a:pt x="410" y="811"/>
                    <a:pt x="383" y="80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5"/>
            <p:cNvSpPr/>
            <p:nvPr/>
          </p:nvSpPr>
          <p:spPr>
            <a:xfrm>
              <a:off x="344391" y="4395234"/>
              <a:ext cx="41987" cy="59023"/>
            </a:xfrm>
            <a:custGeom>
              <a:avLst/>
              <a:gdLst/>
              <a:ahLst/>
              <a:cxnLst/>
              <a:rect l="l" t="t" r="r" b="b"/>
              <a:pathLst>
                <a:path w="244" h="343" extrusionOk="0">
                  <a:moveTo>
                    <a:pt x="22" y="0"/>
                  </a:moveTo>
                  <a:lnTo>
                    <a:pt x="22" y="11"/>
                  </a:lnTo>
                  <a:lnTo>
                    <a:pt x="0" y="11"/>
                  </a:lnTo>
                  <a:cubicBezTo>
                    <a:pt x="199" y="22"/>
                    <a:pt x="199" y="321"/>
                    <a:pt x="0" y="343"/>
                  </a:cubicBezTo>
                  <a:lnTo>
                    <a:pt x="22" y="343"/>
                  </a:lnTo>
                  <a:cubicBezTo>
                    <a:pt x="243" y="343"/>
                    <a:pt x="243" y="0"/>
                    <a:pt x="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5"/>
            <p:cNvSpPr/>
            <p:nvPr/>
          </p:nvSpPr>
          <p:spPr>
            <a:xfrm>
              <a:off x="243553" y="4387490"/>
              <a:ext cx="226454" cy="28737"/>
            </a:xfrm>
            <a:custGeom>
              <a:avLst/>
              <a:gdLst/>
              <a:ahLst/>
              <a:cxnLst/>
              <a:rect l="l" t="t" r="r" b="b"/>
              <a:pathLst>
                <a:path w="1316" h="167" extrusionOk="0">
                  <a:moveTo>
                    <a:pt x="44" y="1"/>
                  </a:moveTo>
                  <a:cubicBezTo>
                    <a:pt x="22" y="56"/>
                    <a:pt x="0" y="112"/>
                    <a:pt x="0" y="167"/>
                  </a:cubicBezTo>
                  <a:lnTo>
                    <a:pt x="1316" y="167"/>
                  </a:lnTo>
                  <a:cubicBezTo>
                    <a:pt x="1316" y="112"/>
                    <a:pt x="1294" y="56"/>
                    <a:pt x="127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5"/>
            <p:cNvSpPr/>
            <p:nvPr/>
          </p:nvSpPr>
          <p:spPr>
            <a:xfrm>
              <a:off x="498400" y="4355139"/>
              <a:ext cx="167603" cy="143341"/>
            </a:xfrm>
            <a:custGeom>
              <a:avLst/>
              <a:gdLst/>
              <a:ahLst/>
              <a:cxnLst/>
              <a:rect l="l" t="t" r="r" b="b"/>
              <a:pathLst>
                <a:path w="974" h="833" extrusionOk="0">
                  <a:moveTo>
                    <a:pt x="553" y="241"/>
                  </a:moveTo>
                  <a:cubicBezTo>
                    <a:pt x="640" y="241"/>
                    <a:pt x="723" y="306"/>
                    <a:pt x="731" y="410"/>
                  </a:cubicBezTo>
                  <a:cubicBezTo>
                    <a:pt x="731" y="499"/>
                    <a:pt x="653" y="576"/>
                    <a:pt x="554" y="576"/>
                  </a:cubicBezTo>
                  <a:cubicBezTo>
                    <a:pt x="410" y="576"/>
                    <a:pt x="332" y="399"/>
                    <a:pt x="432" y="288"/>
                  </a:cubicBezTo>
                  <a:cubicBezTo>
                    <a:pt x="468" y="256"/>
                    <a:pt x="511" y="241"/>
                    <a:pt x="553" y="241"/>
                  </a:cubicBezTo>
                  <a:close/>
                  <a:moveTo>
                    <a:pt x="554" y="1"/>
                  </a:moveTo>
                  <a:cubicBezTo>
                    <a:pt x="189" y="1"/>
                    <a:pt x="1" y="443"/>
                    <a:pt x="266" y="709"/>
                  </a:cubicBezTo>
                  <a:cubicBezTo>
                    <a:pt x="348" y="794"/>
                    <a:pt x="451" y="833"/>
                    <a:pt x="553" y="833"/>
                  </a:cubicBezTo>
                  <a:cubicBezTo>
                    <a:pt x="766" y="833"/>
                    <a:pt x="974" y="665"/>
                    <a:pt x="974" y="410"/>
                  </a:cubicBezTo>
                  <a:cubicBezTo>
                    <a:pt x="974" y="189"/>
                    <a:pt x="786" y="1"/>
                    <a:pt x="55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5"/>
            <p:cNvSpPr/>
            <p:nvPr/>
          </p:nvSpPr>
          <p:spPr>
            <a:xfrm>
              <a:off x="464673" y="4330532"/>
              <a:ext cx="226110" cy="194103"/>
            </a:xfrm>
            <a:custGeom>
              <a:avLst/>
              <a:gdLst/>
              <a:ahLst/>
              <a:cxnLst/>
              <a:rect l="l" t="t" r="r" b="b"/>
              <a:pathLst>
                <a:path w="1314" h="1128" extrusionOk="0">
                  <a:moveTo>
                    <a:pt x="749" y="130"/>
                  </a:moveTo>
                  <a:cubicBezTo>
                    <a:pt x="962" y="130"/>
                    <a:pt x="1170" y="299"/>
                    <a:pt x="1170" y="553"/>
                  </a:cubicBezTo>
                  <a:cubicBezTo>
                    <a:pt x="1170" y="774"/>
                    <a:pt x="982" y="962"/>
                    <a:pt x="750" y="962"/>
                  </a:cubicBezTo>
                  <a:cubicBezTo>
                    <a:pt x="385" y="962"/>
                    <a:pt x="197" y="520"/>
                    <a:pt x="462" y="255"/>
                  </a:cubicBezTo>
                  <a:cubicBezTo>
                    <a:pt x="544" y="169"/>
                    <a:pt x="647" y="130"/>
                    <a:pt x="749" y="130"/>
                  </a:cubicBezTo>
                  <a:close/>
                  <a:moveTo>
                    <a:pt x="736" y="0"/>
                  </a:moveTo>
                  <a:cubicBezTo>
                    <a:pt x="248" y="0"/>
                    <a:pt x="1" y="601"/>
                    <a:pt x="352" y="962"/>
                  </a:cubicBezTo>
                  <a:cubicBezTo>
                    <a:pt x="466" y="1076"/>
                    <a:pt x="606" y="1127"/>
                    <a:pt x="744" y="1127"/>
                  </a:cubicBezTo>
                  <a:cubicBezTo>
                    <a:pt x="1034" y="1127"/>
                    <a:pt x="1314" y="902"/>
                    <a:pt x="1314" y="564"/>
                  </a:cubicBezTo>
                  <a:cubicBezTo>
                    <a:pt x="1314" y="244"/>
                    <a:pt x="1059" y="0"/>
                    <a:pt x="750" y="0"/>
                  </a:cubicBezTo>
                  <a:cubicBezTo>
                    <a:pt x="745" y="0"/>
                    <a:pt x="741" y="0"/>
                    <a:pt x="73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5"/>
            <p:cNvSpPr/>
            <p:nvPr/>
          </p:nvSpPr>
          <p:spPr>
            <a:xfrm>
              <a:off x="555530" y="4397126"/>
              <a:ext cx="68659" cy="57302"/>
            </a:xfrm>
            <a:custGeom>
              <a:avLst/>
              <a:gdLst/>
              <a:ahLst/>
              <a:cxnLst/>
              <a:rect l="l" t="t" r="r" b="b"/>
              <a:pathLst>
                <a:path w="399" h="333" extrusionOk="0">
                  <a:moveTo>
                    <a:pt x="222" y="0"/>
                  </a:moveTo>
                  <a:cubicBezTo>
                    <a:pt x="78" y="0"/>
                    <a:pt x="0" y="177"/>
                    <a:pt x="111" y="288"/>
                  </a:cubicBezTo>
                  <a:cubicBezTo>
                    <a:pt x="142" y="319"/>
                    <a:pt x="182" y="333"/>
                    <a:pt x="221" y="333"/>
                  </a:cubicBezTo>
                  <a:cubicBezTo>
                    <a:pt x="309" y="333"/>
                    <a:pt x="399" y="265"/>
                    <a:pt x="399" y="166"/>
                  </a:cubicBezTo>
                  <a:cubicBezTo>
                    <a:pt x="388" y="67"/>
                    <a:pt x="321" y="0"/>
                    <a:pt x="2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5"/>
            <p:cNvSpPr/>
            <p:nvPr/>
          </p:nvSpPr>
          <p:spPr>
            <a:xfrm>
              <a:off x="622124" y="4330532"/>
              <a:ext cx="135253" cy="194275"/>
            </a:xfrm>
            <a:custGeom>
              <a:avLst/>
              <a:gdLst/>
              <a:ahLst/>
              <a:cxnLst/>
              <a:rect l="l" t="t" r="r" b="b"/>
              <a:pathLst>
                <a:path w="786" h="1129" extrusionOk="0">
                  <a:moveTo>
                    <a:pt x="1" y="0"/>
                  </a:moveTo>
                  <a:cubicBezTo>
                    <a:pt x="752" y="0"/>
                    <a:pt x="752" y="1128"/>
                    <a:pt x="1" y="1128"/>
                  </a:cubicBezTo>
                  <a:lnTo>
                    <a:pt x="34" y="1128"/>
                  </a:lnTo>
                  <a:cubicBezTo>
                    <a:pt x="786" y="1128"/>
                    <a:pt x="786" y="0"/>
                    <a:pt x="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5"/>
            <p:cNvSpPr/>
            <p:nvPr/>
          </p:nvSpPr>
          <p:spPr>
            <a:xfrm>
              <a:off x="597345" y="4328467"/>
              <a:ext cx="129574" cy="194448"/>
            </a:xfrm>
            <a:custGeom>
              <a:avLst/>
              <a:gdLst/>
              <a:ahLst/>
              <a:cxnLst/>
              <a:rect l="l" t="t" r="r" b="b"/>
              <a:pathLst>
                <a:path w="753" h="1130" extrusionOk="0">
                  <a:moveTo>
                    <a:pt x="12" y="1"/>
                  </a:moveTo>
                  <a:cubicBezTo>
                    <a:pt x="8" y="1"/>
                    <a:pt x="4" y="1"/>
                    <a:pt x="1" y="1"/>
                  </a:cubicBezTo>
                  <a:lnTo>
                    <a:pt x="23" y="1"/>
                  </a:lnTo>
                  <a:cubicBezTo>
                    <a:pt x="19" y="1"/>
                    <a:pt x="15" y="1"/>
                    <a:pt x="12" y="1"/>
                  </a:cubicBezTo>
                  <a:close/>
                  <a:moveTo>
                    <a:pt x="164" y="1"/>
                  </a:moveTo>
                  <a:cubicBezTo>
                    <a:pt x="157" y="1"/>
                    <a:pt x="151" y="1"/>
                    <a:pt x="145" y="1"/>
                  </a:cubicBezTo>
                  <a:lnTo>
                    <a:pt x="23" y="1"/>
                  </a:lnTo>
                  <a:cubicBezTo>
                    <a:pt x="753" y="12"/>
                    <a:pt x="745" y="1118"/>
                    <a:pt x="1" y="1129"/>
                  </a:cubicBezTo>
                  <a:lnTo>
                    <a:pt x="145" y="1129"/>
                  </a:lnTo>
                  <a:cubicBezTo>
                    <a:pt x="454" y="1129"/>
                    <a:pt x="708" y="875"/>
                    <a:pt x="708" y="565"/>
                  </a:cubicBezTo>
                  <a:cubicBezTo>
                    <a:pt x="708" y="251"/>
                    <a:pt x="465" y="1"/>
                    <a:pt x="16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5"/>
            <p:cNvSpPr/>
            <p:nvPr/>
          </p:nvSpPr>
          <p:spPr>
            <a:xfrm>
              <a:off x="587881" y="4328639"/>
              <a:ext cx="129574" cy="194275"/>
            </a:xfrm>
            <a:custGeom>
              <a:avLst/>
              <a:gdLst/>
              <a:ahLst/>
              <a:cxnLst/>
              <a:rect l="l" t="t" r="r" b="b"/>
              <a:pathLst>
                <a:path w="753" h="1129" extrusionOk="0">
                  <a:moveTo>
                    <a:pt x="11" y="0"/>
                  </a:moveTo>
                  <a:cubicBezTo>
                    <a:pt x="8" y="0"/>
                    <a:pt x="4" y="0"/>
                    <a:pt x="0" y="0"/>
                  </a:cubicBezTo>
                  <a:lnTo>
                    <a:pt x="22" y="0"/>
                  </a:lnTo>
                  <a:cubicBezTo>
                    <a:pt x="19" y="0"/>
                    <a:pt x="15" y="0"/>
                    <a:pt x="11" y="0"/>
                  </a:cubicBezTo>
                  <a:close/>
                  <a:moveTo>
                    <a:pt x="22" y="0"/>
                  </a:moveTo>
                  <a:cubicBezTo>
                    <a:pt x="752" y="11"/>
                    <a:pt x="745" y="1117"/>
                    <a:pt x="0" y="1128"/>
                  </a:cubicBezTo>
                  <a:lnTo>
                    <a:pt x="56" y="1128"/>
                  </a:lnTo>
                  <a:cubicBezTo>
                    <a:pt x="365" y="1128"/>
                    <a:pt x="620" y="874"/>
                    <a:pt x="620" y="564"/>
                  </a:cubicBezTo>
                  <a:cubicBezTo>
                    <a:pt x="620" y="243"/>
                    <a:pt x="365" y="0"/>
                    <a:pt x="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5"/>
            <p:cNvSpPr/>
            <p:nvPr/>
          </p:nvSpPr>
          <p:spPr>
            <a:xfrm>
              <a:off x="517673" y="4355139"/>
              <a:ext cx="79844" cy="141104"/>
            </a:xfrm>
            <a:custGeom>
              <a:avLst/>
              <a:gdLst/>
              <a:ahLst/>
              <a:cxnLst/>
              <a:rect l="l" t="t" r="r" b="b"/>
              <a:pathLst>
                <a:path w="464" h="820" extrusionOk="0">
                  <a:moveTo>
                    <a:pt x="442" y="1"/>
                  </a:moveTo>
                  <a:cubicBezTo>
                    <a:pt x="431" y="3"/>
                    <a:pt x="420" y="5"/>
                    <a:pt x="409" y="8"/>
                  </a:cubicBezTo>
                  <a:lnTo>
                    <a:pt x="409" y="8"/>
                  </a:lnTo>
                  <a:cubicBezTo>
                    <a:pt x="427" y="4"/>
                    <a:pt x="445" y="2"/>
                    <a:pt x="464" y="1"/>
                  </a:cubicBezTo>
                  <a:close/>
                  <a:moveTo>
                    <a:pt x="409" y="8"/>
                  </a:moveTo>
                  <a:cubicBezTo>
                    <a:pt x="224" y="43"/>
                    <a:pt x="77" y="208"/>
                    <a:pt x="77" y="410"/>
                  </a:cubicBezTo>
                  <a:cubicBezTo>
                    <a:pt x="77" y="578"/>
                    <a:pt x="190" y="726"/>
                    <a:pt x="344" y="789"/>
                  </a:cubicBezTo>
                  <a:lnTo>
                    <a:pt x="344" y="789"/>
                  </a:lnTo>
                  <a:cubicBezTo>
                    <a:pt x="0" y="636"/>
                    <a:pt x="22" y="102"/>
                    <a:pt x="409" y="8"/>
                  </a:cubicBezTo>
                  <a:close/>
                  <a:moveTo>
                    <a:pt x="344" y="789"/>
                  </a:moveTo>
                  <a:lnTo>
                    <a:pt x="344" y="789"/>
                  </a:lnTo>
                  <a:cubicBezTo>
                    <a:pt x="373" y="802"/>
                    <a:pt x="406" y="812"/>
                    <a:pt x="442" y="819"/>
                  </a:cubicBezTo>
                  <a:lnTo>
                    <a:pt x="464" y="819"/>
                  </a:lnTo>
                  <a:cubicBezTo>
                    <a:pt x="422" y="815"/>
                    <a:pt x="382" y="804"/>
                    <a:pt x="344" y="789"/>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5"/>
            <p:cNvSpPr/>
            <p:nvPr/>
          </p:nvSpPr>
          <p:spPr>
            <a:xfrm>
              <a:off x="597345" y="4395234"/>
              <a:ext cx="42159" cy="59023"/>
            </a:xfrm>
            <a:custGeom>
              <a:avLst/>
              <a:gdLst/>
              <a:ahLst/>
              <a:cxnLst/>
              <a:rect l="l" t="t" r="r" b="b"/>
              <a:pathLst>
                <a:path w="245" h="343" extrusionOk="0">
                  <a:moveTo>
                    <a:pt x="23" y="0"/>
                  </a:moveTo>
                  <a:lnTo>
                    <a:pt x="23" y="11"/>
                  </a:lnTo>
                  <a:lnTo>
                    <a:pt x="1" y="11"/>
                  </a:lnTo>
                  <a:cubicBezTo>
                    <a:pt x="200" y="22"/>
                    <a:pt x="200" y="321"/>
                    <a:pt x="1" y="343"/>
                  </a:cubicBezTo>
                  <a:lnTo>
                    <a:pt x="23" y="343"/>
                  </a:lnTo>
                  <a:cubicBezTo>
                    <a:pt x="244" y="343"/>
                    <a:pt x="244" y="0"/>
                    <a:pt x="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5"/>
            <p:cNvSpPr/>
            <p:nvPr/>
          </p:nvSpPr>
          <p:spPr>
            <a:xfrm>
              <a:off x="498400" y="4387490"/>
              <a:ext cx="226626" cy="28737"/>
            </a:xfrm>
            <a:custGeom>
              <a:avLst/>
              <a:gdLst/>
              <a:ahLst/>
              <a:cxnLst/>
              <a:rect l="l" t="t" r="r" b="b"/>
              <a:pathLst>
                <a:path w="1317" h="167" extrusionOk="0">
                  <a:moveTo>
                    <a:pt x="34" y="1"/>
                  </a:moveTo>
                  <a:cubicBezTo>
                    <a:pt x="12" y="56"/>
                    <a:pt x="1" y="112"/>
                    <a:pt x="1" y="167"/>
                  </a:cubicBezTo>
                  <a:lnTo>
                    <a:pt x="1317" y="167"/>
                  </a:lnTo>
                  <a:cubicBezTo>
                    <a:pt x="1306" y="112"/>
                    <a:pt x="1295" y="56"/>
                    <a:pt x="127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5"/>
            <p:cNvSpPr/>
            <p:nvPr/>
          </p:nvSpPr>
          <p:spPr>
            <a:xfrm>
              <a:off x="81800" y="4355139"/>
              <a:ext cx="167603" cy="143341"/>
            </a:xfrm>
            <a:custGeom>
              <a:avLst/>
              <a:gdLst/>
              <a:ahLst/>
              <a:cxnLst/>
              <a:rect l="l" t="t" r="r" b="b"/>
              <a:pathLst>
                <a:path w="974" h="833" extrusionOk="0">
                  <a:moveTo>
                    <a:pt x="558" y="236"/>
                  </a:moveTo>
                  <a:cubicBezTo>
                    <a:pt x="644" y="236"/>
                    <a:pt x="730" y="306"/>
                    <a:pt x="730" y="410"/>
                  </a:cubicBezTo>
                  <a:cubicBezTo>
                    <a:pt x="730" y="499"/>
                    <a:pt x="653" y="576"/>
                    <a:pt x="553" y="576"/>
                  </a:cubicBezTo>
                  <a:cubicBezTo>
                    <a:pt x="409" y="576"/>
                    <a:pt x="332" y="399"/>
                    <a:pt x="442" y="288"/>
                  </a:cubicBezTo>
                  <a:cubicBezTo>
                    <a:pt x="475" y="253"/>
                    <a:pt x="517" y="236"/>
                    <a:pt x="558" y="236"/>
                  </a:cubicBezTo>
                  <a:close/>
                  <a:moveTo>
                    <a:pt x="553" y="1"/>
                  </a:moveTo>
                  <a:cubicBezTo>
                    <a:pt x="188" y="1"/>
                    <a:pt x="0" y="443"/>
                    <a:pt x="266" y="709"/>
                  </a:cubicBezTo>
                  <a:cubicBezTo>
                    <a:pt x="348" y="794"/>
                    <a:pt x="451" y="833"/>
                    <a:pt x="553" y="833"/>
                  </a:cubicBezTo>
                  <a:cubicBezTo>
                    <a:pt x="766" y="833"/>
                    <a:pt x="973" y="665"/>
                    <a:pt x="973" y="410"/>
                  </a:cubicBezTo>
                  <a:cubicBezTo>
                    <a:pt x="973" y="189"/>
                    <a:pt x="785" y="1"/>
                    <a:pt x="55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5"/>
            <p:cNvSpPr/>
            <p:nvPr/>
          </p:nvSpPr>
          <p:spPr>
            <a:xfrm>
              <a:off x="49449" y="4330360"/>
              <a:ext cx="227831" cy="193759"/>
            </a:xfrm>
            <a:custGeom>
              <a:avLst/>
              <a:gdLst/>
              <a:ahLst/>
              <a:cxnLst/>
              <a:rect l="l" t="t" r="r" b="b"/>
              <a:pathLst>
                <a:path w="1324" h="1126" extrusionOk="0">
                  <a:moveTo>
                    <a:pt x="741" y="131"/>
                  </a:moveTo>
                  <a:cubicBezTo>
                    <a:pt x="954" y="131"/>
                    <a:pt x="1161" y="300"/>
                    <a:pt x="1161" y="554"/>
                  </a:cubicBezTo>
                  <a:cubicBezTo>
                    <a:pt x="1161" y="775"/>
                    <a:pt x="973" y="963"/>
                    <a:pt x="741" y="963"/>
                  </a:cubicBezTo>
                  <a:cubicBezTo>
                    <a:pt x="376" y="963"/>
                    <a:pt x="188" y="521"/>
                    <a:pt x="454" y="256"/>
                  </a:cubicBezTo>
                  <a:cubicBezTo>
                    <a:pt x="536" y="170"/>
                    <a:pt x="639" y="131"/>
                    <a:pt x="741" y="131"/>
                  </a:cubicBezTo>
                  <a:close/>
                  <a:moveTo>
                    <a:pt x="761" y="1"/>
                  </a:moveTo>
                  <a:cubicBezTo>
                    <a:pt x="755" y="1"/>
                    <a:pt x="748" y="1"/>
                    <a:pt x="741" y="1"/>
                  </a:cubicBezTo>
                  <a:cubicBezTo>
                    <a:pt x="243" y="1"/>
                    <a:pt x="0" y="609"/>
                    <a:pt x="365" y="963"/>
                  </a:cubicBezTo>
                  <a:cubicBezTo>
                    <a:pt x="477" y="1075"/>
                    <a:pt x="615" y="1125"/>
                    <a:pt x="751" y="1125"/>
                  </a:cubicBezTo>
                  <a:cubicBezTo>
                    <a:pt x="1042" y="1125"/>
                    <a:pt x="1324" y="894"/>
                    <a:pt x="1316" y="554"/>
                  </a:cubicBezTo>
                  <a:cubicBezTo>
                    <a:pt x="1305" y="240"/>
                    <a:pt x="1062" y="1"/>
                    <a:pt x="7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5"/>
            <p:cNvSpPr/>
            <p:nvPr/>
          </p:nvSpPr>
          <p:spPr>
            <a:xfrm>
              <a:off x="138758" y="4397126"/>
              <a:ext cx="68659" cy="57302"/>
            </a:xfrm>
            <a:custGeom>
              <a:avLst/>
              <a:gdLst/>
              <a:ahLst/>
              <a:cxnLst/>
              <a:rect l="l" t="t" r="r" b="b"/>
              <a:pathLst>
                <a:path w="399" h="333" extrusionOk="0">
                  <a:moveTo>
                    <a:pt x="222" y="0"/>
                  </a:moveTo>
                  <a:cubicBezTo>
                    <a:pt x="78" y="0"/>
                    <a:pt x="1" y="177"/>
                    <a:pt x="111" y="288"/>
                  </a:cubicBezTo>
                  <a:cubicBezTo>
                    <a:pt x="142" y="319"/>
                    <a:pt x="182" y="333"/>
                    <a:pt x="222" y="333"/>
                  </a:cubicBezTo>
                  <a:cubicBezTo>
                    <a:pt x="310" y="333"/>
                    <a:pt x="399" y="265"/>
                    <a:pt x="399" y="166"/>
                  </a:cubicBezTo>
                  <a:cubicBezTo>
                    <a:pt x="399" y="67"/>
                    <a:pt x="322" y="0"/>
                    <a:pt x="2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5"/>
            <p:cNvSpPr/>
            <p:nvPr/>
          </p:nvSpPr>
          <p:spPr>
            <a:xfrm>
              <a:off x="205352" y="4330532"/>
              <a:ext cx="135253" cy="194275"/>
            </a:xfrm>
            <a:custGeom>
              <a:avLst/>
              <a:gdLst/>
              <a:ahLst/>
              <a:cxnLst/>
              <a:rect l="l" t="t" r="r" b="b"/>
              <a:pathLst>
                <a:path w="786" h="1129" extrusionOk="0">
                  <a:moveTo>
                    <a:pt x="1" y="0"/>
                  </a:moveTo>
                  <a:cubicBezTo>
                    <a:pt x="742" y="0"/>
                    <a:pt x="742" y="1128"/>
                    <a:pt x="1" y="1128"/>
                  </a:cubicBezTo>
                  <a:lnTo>
                    <a:pt x="34" y="1128"/>
                  </a:lnTo>
                  <a:cubicBezTo>
                    <a:pt x="786" y="1128"/>
                    <a:pt x="786" y="0"/>
                    <a:pt x="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5"/>
            <p:cNvSpPr/>
            <p:nvPr/>
          </p:nvSpPr>
          <p:spPr>
            <a:xfrm>
              <a:off x="180745" y="4330360"/>
              <a:ext cx="129574" cy="194448"/>
            </a:xfrm>
            <a:custGeom>
              <a:avLst/>
              <a:gdLst/>
              <a:ahLst/>
              <a:cxnLst/>
              <a:rect l="l" t="t" r="r" b="b"/>
              <a:pathLst>
                <a:path w="753" h="1130" extrusionOk="0">
                  <a:moveTo>
                    <a:pt x="163" y="1"/>
                  </a:moveTo>
                  <a:cubicBezTo>
                    <a:pt x="156" y="1"/>
                    <a:pt x="150" y="1"/>
                    <a:pt x="144" y="1"/>
                  </a:cubicBezTo>
                  <a:lnTo>
                    <a:pt x="0" y="1"/>
                  </a:lnTo>
                  <a:cubicBezTo>
                    <a:pt x="752" y="1"/>
                    <a:pt x="752" y="1129"/>
                    <a:pt x="0" y="1129"/>
                  </a:cubicBezTo>
                  <a:lnTo>
                    <a:pt x="144" y="1129"/>
                  </a:lnTo>
                  <a:cubicBezTo>
                    <a:pt x="454" y="1129"/>
                    <a:pt x="708" y="864"/>
                    <a:pt x="708" y="554"/>
                  </a:cubicBezTo>
                  <a:cubicBezTo>
                    <a:pt x="697" y="251"/>
                    <a:pt x="453" y="1"/>
                    <a:pt x="1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5"/>
            <p:cNvSpPr/>
            <p:nvPr/>
          </p:nvSpPr>
          <p:spPr>
            <a:xfrm>
              <a:off x="171108" y="4330532"/>
              <a:ext cx="129574" cy="194275"/>
            </a:xfrm>
            <a:custGeom>
              <a:avLst/>
              <a:gdLst/>
              <a:ahLst/>
              <a:cxnLst/>
              <a:rect l="l" t="t" r="r" b="b"/>
              <a:pathLst>
                <a:path w="753" h="1129" extrusionOk="0">
                  <a:moveTo>
                    <a:pt x="1" y="0"/>
                  </a:moveTo>
                  <a:cubicBezTo>
                    <a:pt x="753" y="0"/>
                    <a:pt x="753" y="1128"/>
                    <a:pt x="1" y="1128"/>
                  </a:cubicBezTo>
                  <a:lnTo>
                    <a:pt x="56" y="1128"/>
                  </a:lnTo>
                  <a:cubicBezTo>
                    <a:pt x="366" y="1117"/>
                    <a:pt x="620" y="863"/>
                    <a:pt x="620" y="553"/>
                  </a:cubicBezTo>
                  <a:cubicBezTo>
                    <a:pt x="609" y="244"/>
                    <a:pt x="366" y="0"/>
                    <a:pt x="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5"/>
            <p:cNvSpPr/>
            <p:nvPr/>
          </p:nvSpPr>
          <p:spPr>
            <a:xfrm>
              <a:off x="100728" y="4355139"/>
              <a:ext cx="80188" cy="141104"/>
            </a:xfrm>
            <a:custGeom>
              <a:avLst/>
              <a:gdLst/>
              <a:ahLst/>
              <a:cxnLst/>
              <a:rect l="l" t="t" r="r" b="b"/>
              <a:pathLst>
                <a:path w="466" h="820" extrusionOk="0">
                  <a:moveTo>
                    <a:pt x="443" y="1"/>
                  </a:moveTo>
                  <a:cubicBezTo>
                    <a:pt x="432" y="3"/>
                    <a:pt x="421" y="5"/>
                    <a:pt x="411" y="8"/>
                  </a:cubicBezTo>
                  <a:lnTo>
                    <a:pt x="411" y="8"/>
                  </a:lnTo>
                  <a:cubicBezTo>
                    <a:pt x="429" y="4"/>
                    <a:pt x="447" y="2"/>
                    <a:pt x="465" y="1"/>
                  </a:cubicBezTo>
                  <a:close/>
                  <a:moveTo>
                    <a:pt x="411" y="8"/>
                  </a:moveTo>
                  <a:cubicBezTo>
                    <a:pt x="225" y="43"/>
                    <a:pt x="78" y="208"/>
                    <a:pt x="78" y="410"/>
                  </a:cubicBezTo>
                  <a:cubicBezTo>
                    <a:pt x="78" y="592"/>
                    <a:pt x="203" y="750"/>
                    <a:pt x="381" y="803"/>
                  </a:cubicBezTo>
                  <a:lnTo>
                    <a:pt x="381" y="803"/>
                  </a:lnTo>
                  <a:cubicBezTo>
                    <a:pt x="1" y="673"/>
                    <a:pt x="11" y="105"/>
                    <a:pt x="411" y="8"/>
                  </a:cubicBezTo>
                  <a:close/>
                  <a:moveTo>
                    <a:pt x="381" y="803"/>
                  </a:moveTo>
                  <a:cubicBezTo>
                    <a:pt x="400" y="809"/>
                    <a:pt x="421" y="815"/>
                    <a:pt x="443" y="819"/>
                  </a:cubicBezTo>
                  <a:lnTo>
                    <a:pt x="465" y="819"/>
                  </a:lnTo>
                  <a:cubicBezTo>
                    <a:pt x="436" y="816"/>
                    <a:pt x="408" y="811"/>
                    <a:pt x="381" y="80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5"/>
            <p:cNvSpPr/>
            <p:nvPr/>
          </p:nvSpPr>
          <p:spPr>
            <a:xfrm>
              <a:off x="180745" y="4395234"/>
              <a:ext cx="41987" cy="59023"/>
            </a:xfrm>
            <a:custGeom>
              <a:avLst/>
              <a:gdLst/>
              <a:ahLst/>
              <a:cxnLst/>
              <a:rect l="l" t="t" r="r" b="b"/>
              <a:pathLst>
                <a:path w="244" h="343" extrusionOk="0">
                  <a:moveTo>
                    <a:pt x="22" y="0"/>
                  </a:moveTo>
                  <a:lnTo>
                    <a:pt x="22" y="11"/>
                  </a:lnTo>
                  <a:lnTo>
                    <a:pt x="0" y="11"/>
                  </a:lnTo>
                  <a:cubicBezTo>
                    <a:pt x="199" y="22"/>
                    <a:pt x="199" y="321"/>
                    <a:pt x="0" y="343"/>
                  </a:cubicBezTo>
                  <a:lnTo>
                    <a:pt x="22" y="343"/>
                  </a:lnTo>
                  <a:cubicBezTo>
                    <a:pt x="243" y="343"/>
                    <a:pt x="243" y="0"/>
                    <a:pt x="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5"/>
            <p:cNvSpPr/>
            <p:nvPr/>
          </p:nvSpPr>
          <p:spPr>
            <a:xfrm>
              <a:off x="81800" y="4387490"/>
              <a:ext cx="226626" cy="28737"/>
            </a:xfrm>
            <a:custGeom>
              <a:avLst/>
              <a:gdLst/>
              <a:ahLst/>
              <a:cxnLst/>
              <a:rect l="l" t="t" r="r" b="b"/>
              <a:pathLst>
                <a:path w="1317" h="167" extrusionOk="0">
                  <a:moveTo>
                    <a:pt x="33" y="1"/>
                  </a:moveTo>
                  <a:cubicBezTo>
                    <a:pt x="11" y="56"/>
                    <a:pt x="0" y="112"/>
                    <a:pt x="0" y="167"/>
                  </a:cubicBezTo>
                  <a:lnTo>
                    <a:pt x="1316" y="167"/>
                  </a:lnTo>
                  <a:cubicBezTo>
                    <a:pt x="1305" y="112"/>
                    <a:pt x="1294" y="56"/>
                    <a:pt x="12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5"/>
            <p:cNvSpPr/>
            <p:nvPr/>
          </p:nvSpPr>
          <p:spPr>
            <a:xfrm>
              <a:off x="336647" y="4355139"/>
              <a:ext cx="167603" cy="143341"/>
            </a:xfrm>
            <a:custGeom>
              <a:avLst/>
              <a:gdLst/>
              <a:ahLst/>
              <a:cxnLst/>
              <a:rect l="l" t="t" r="r" b="b"/>
              <a:pathLst>
                <a:path w="974" h="833" extrusionOk="0">
                  <a:moveTo>
                    <a:pt x="553" y="236"/>
                  </a:moveTo>
                  <a:cubicBezTo>
                    <a:pt x="639" y="236"/>
                    <a:pt x="720" y="306"/>
                    <a:pt x="720" y="410"/>
                  </a:cubicBezTo>
                  <a:cubicBezTo>
                    <a:pt x="720" y="499"/>
                    <a:pt x="653" y="576"/>
                    <a:pt x="554" y="576"/>
                  </a:cubicBezTo>
                  <a:cubicBezTo>
                    <a:pt x="410" y="576"/>
                    <a:pt x="333" y="399"/>
                    <a:pt x="432" y="288"/>
                  </a:cubicBezTo>
                  <a:cubicBezTo>
                    <a:pt x="468" y="253"/>
                    <a:pt x="511" y="236"/>
                    <a:pt x="553" y="236"/>
                  </a:cubicBezTo>
                  <a:close/>
                  <a:moveTo>
                    <a:pt x="554" y="1"/>
                  </a:moveTo>
                  <a:cubicBezTo>
                    <a:pt x="189" y="1"/>
                    <a:pt x="1" y="443"/>
                    <a:pt x="266" y="709"/>
                  </a:cubicBezTo>
                  <a:cubicBezTo>
                    <a:pt x="348" y="794"/>
                    <a:pt x="451" y="833"/>
                    <a:pt x="553" y="833"/>
                  </a:cubicBezTo>
                  <a:cubicBezTo>
                    <a:pt x="766" y="833"/>
                    <a:pt x="974" y="665"/>
                    <a:pt x="974" y="410"/>
                  </a:cubicBezTo>
                  <a:cubicBezTo>
                    <a:pt x="974" y="189"/>
                    <a:pt x="786" y="1"/>
                    <a:pt x="55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5"/>
            <p:cNvSpPr/>
            <p:nvPr/>
          </p:nvSpPr>
          <p:spPr>
            <a:xfrm>
              <a:off x="302404" y="4330532"/>
              <a:ext cx="226626" cy="194103"/>
            </a:xfrm>
            <a:custGeom>
              <a:avLst/>
              <a:gdLst/>
              <a:ahLst/>
              <a:cxnLst/>
              <a:rect l="l" t="t" r="r" b="b"/>
              <a:pathLst>
                <a:path w="1317" h="1128" extrusionOk="0">
                  <a:moveTo>
                    <a:pt x="752" y="130"/>
                  </a:moveTo>
                  <a:cubicBezTo>
                    <a:pt x="965" y="130"/>
                    <a:pt x="1173" y="299"/>
                    <a:pt x="1173" y="553"/>
                  </a:cubicBezTo>
                  <a:cubicBezTo>
                    <a:pt x="1173" y="774"/>
                    <a:pt x="985" y="962"/>
                    <a:pt x="753" y="962"/>
                  </a:cubicBezTo>
                  <a:cubicBezTo>
                    <a:pt x="388" y="962"/>
                    <a:pt x="200" y="520"/>
                    <a:pt x="465" y="255"/>
                  </a:cubicBezTo>
                  <a:cubicBezTo>
                    <a:pt x="547" y="169"/>
                    <a:pt x="650" y="130"/>
                    <a:pt x="752" y="130"/>
                  </a:cubicBezTo>
                  <a:close/>
                  <a:moveTo>
                    <a:pt x="753" y="0"/>
                  </a:moveTo>
                  <a:cubicBezTo>
                    <a:pt x="255" y="0"/>
                    <a:pt x="1" y="597"/>
                    <a:pt x="355" y="962"/>
                  </a:cubicBezTo>
                  <a:cubicBezTo>
                    <a:pt x="469" y="1076"/>
                    <a:pt x="609" y="1127"/>
                    <a:pt x="747" y="1127"/>
                  </a:cubicBezTo>
                  <a:cubicBezTo>
                    <a:pt x="1037" y="1127"/>
                    <a:pt x="1317" y="902"/>
                    <a:pt x="1317" y="564"/>
                  </a:cubicBezTo>
                  <a:cubicBezTo>
                    <a:pt x="1317" y="244"/>
                    <a:pt x="1062" y="0"/>
                    <a:pt x="7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5"/>
            <p:cNvSpPr/>
            <p:nvPr/>
          </p:nvSpPr>
          <p:spPr>
            <a:xfrm>
              <a:off x="393777" y="4397126"/>
              <a:ext cx="66766" cy="57302"/>
            </a:xfrm>
            <a:custGeom>
              <a:avLst/>
              <a:gdLst/>
              <a:ahLst/>
              <a:cxnLst/>
              <a:rect l="l" t="t" r="r" b="b"/>
              <a:pathLst>
                <a:path w="388" h="333" extrusionOk="0">
                  <a:moveTo>
                    <a:pt x="222" y="0"/>
                  </a:moveTo>
                  <a:cubicBezTo>
                    <a:pt x="78" y="0"/>
                    <a:pt x="1" y="177"/>
                    <a:pt x="100" y="288"/>
                  </a:cubicBezTo>
                  <a:cubicBezTo>
                    <a:pt x="135" y="319"/>
                    <a:pt x="175" y="333"/>
                    <a:pt x="215" y="333"/>
                  </a:cubicBezTo>
                  <a:cubicBezTo>
                    <a:pt x="304" y="333"/>
                    <a:pt x="388" y="265"/>
                    <a:pt x="388" y="166"/>
                  </a:cubicBezTo>
                  <a:cubicBezTo>
                    <a:pt x="388" y="67"/>
                    <a:pt x="321" y="0"/>
                    <a:pt x="2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5"/>
            <p:cNvSpPr/>
            <p:nvPr/>
          </p:nvSpPr>
          <p:spPr>
            <a:xfrm>
              <a:off x="460371" y="4330532"/>
              <a:ext cx="135253" cy="194275"/>
            </a:xfrm>
            <a:custGeom>
              <a:avLst/>
              <a:gdLst/>
              <a:ahLst/>
              <a:cxnLst/>
              <a:rect l="l" t="t" r="r" b="b"/>
              <a:pathLst>
                <a:path w="786" h="1129" extrusionOk="0">
                  <a:moveTo>
                    <a:pt x="45" y="0"/>
                  </a:moveTo>
                  <a:cubicBezTo>
                    <a:pt x="41" y="0"/>
                    <a:pt x="37" y="0"/>
                    <a:pt x="34" y="0"/>
                  </a:cubicBezTo>
                  <a:lnTo>
                    <a:pt x="1" y="0"/>
                  </a:lnTo>
                  <a:cubicBezTo>
                    <a:pt x="753" y="0"/>
                    <a:pt x="753" y="1128"/>
                    <a:pt x="1" y="1128"/>
                  </a:cubicBezTo>
                  <a:lnTo>
                    <a:pt x="34" y="1128"/>
                  </a:lnTo>
                  <a:cubicBezTo>
                    <a:pt x="782" y="1117"/>
                    <a:pt x="786" y="0"/>
                    <a:pt x="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5"/>
            <p:cNvSpPr/>
            <p:nvPr/>
          </p:nvSpPr>
          <p:spPr>
            <a:xfrm>
              <a:off x="435592" y="4328639"/>
              <a:ext cx="129574" cy="194275"/>
            </a:xfrm>
            <a:custGeom>
              <a:avLst/>
              <a:gdLst/>
              <a:ahLst/>
              <a:cxnLst/>
              <a:rect l="l" t="t" r="r" b="b"/>
              <a:pathLst>
                <a:path w="753" h="1129" extrusionOk="0">
                  <a:moveTo>
                    <a:pt x="12" y="0"/>
                  </a:moveTo>
                  <a:cubicBezTo>
                    <a:pt x="8" y="0"/>
                    <a:pt x="5" y="0"/>
                    <a:pt x="1" y="0"/>
                  </a:cubicBezTo>
                  <a:lnTo>
                    <a:pt x="23" y="0"/>
                  </a:lnTo>
                  <a:cubicBezTo>
                    <a:pt x="19" y="0"/>
                    <a:pt x="15" y="0"/>
                    <a:pt x="12" y="0"/>
                  </a:cubicBezTo>
                  <a:close/>
                  <a:moveTo>
                    <a:pt x="23" y="0"/>
                  </a:moveTo>
                  <a:cubicBezTo>
                    <a:pt x="753" y="11"/>
                    <a:pt x="745" y="1117"/>
                    <a:pt x="1" y="1128"/>
                  </a:cubicBezTo>
                  <a:lnTo>
                    <a:pt x="145" y="1128"/>
                  </a:lnTo>
                  <a:cubicBezTo>
                    <a:pt x="454" y="1128"/>
                    <a:pt x="709" y="874"/>
                    <a:pt x="709" y="564"/>
                  </a:cubicBezTo>
                  <a:cubicBezTo>
                    <a:pt x="709" y="243"/>
                    <a:pt x="454" y="0"/>
                    <a:pt x="1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5"/>
            <p:cNvSpPr/>
            <p:nvPr/>
          </p:nvSpPr>
          <p:spPr>
            <a:xfrm>
              <a:off x="426128" y="4328639"/>
              <a:ext cx="129574" cy="194275"/>
            </a:xfrm>
            <a:custGeom>
              <a:avLst/>
              <a:gdLst/>
              <a:ahLst/>
              <a:cxnLst/>
              <a:rect l="l" t="t" r="r" b="b"/>
              <a:pathLst>
                <a:path w="753" h="1129" extrusionOk="0">
                  <a:moveTo>
                    <a:pt x="12" y="0"/>
                  </a:moveTo>
                  <a:cubicBezTo>
                    <a:pt x="8" y="0"/>
                    <a:pt x="4" y="0"/>
                    <a:pt x="1" y="0"/>
                  </a:cubicBezTo>
                  <a:lnTo>
                    <a:pt x="22" y="0"/>
                  </a:lnTo>
                  <a:cubicBezTo>
                    <a:pt x="19" y="0"/>
                    <a:pt x="15" y="0"/>
                    <a:pt x="12" y="0"/>
                  </a:cubicBezTo>
                  <a:close/>
                  <a:moveTo>
                    <a:pt x="22" y="0"/>
                  </a:moveTo>
                  <a:cubicBezTo>
                    <a:pt x="752" y="11"/>
                    <a:pt x="745" y="1117"/>
                    <a:pt x="1" y="1128"/>
                  </a:cubicBezTo>
                  <a:lnTo>
                    <a:pt x="56" y="1128"/>
                  </a:lnTo>
                  <a:cubicBezTo>
                    <a:pt x="365" y="1128"/>
                    <a:pt x="620" y="874"/>
                    <a:pt x="620" y="564"/>
                  </a:cubicBezTo>
                  <a:cubicBezTo>
                    <a:pt x="620" y="243"/>
                    <a:pt x="365" y="0"/>
                    <a:pt x="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5"/>
            <p:cNvSpPr/>
            <p:nvPr/>
          </p:nvSpPr>
          <p:spPr>
            <a:xfrm>
              <a:off x="355748" y="4355139"/>
              <a:ext cx="80016" cy="141104"/>
            </a:xfrm>
            <a:custGeom>
              <a:avLst/>
              <a:gdLst/>
              <a:ahLst/>
              <a:cxnLst/>
              <a:rect l="l" t="t" r="r" b="b"/>
              <a:pathLst>
                <a:path w="465" h="820" extrusionOk="0">
                  <a:moveTo>
                    <a:pt x="443" y="1"/>
                  </a:moveTo>
                  <a:cubicBezTo>
                    <a:pt x="432" y="3"/>
                    <a:pt x="421" y="5"/>
                    <a:pt x="411" y="8"/>
                  </a:cubicBezTo>
                  <a:lnTo>
                    <a:pt x="411" y="8"/>
                  </a:lnTo>
                  <a:cubicBezTo>
                    <a:pt x="428" y="4"/>
                    <a:pt x="446" y="2"/>
                    <a:pt x="465" y="1"/>
                  </a:cubicBezTo>
                  <a:close/>
                  <a:moveTo>
                    <a:pt x="411" y="8"/>
                  </a:moveTo>
                  <a:cubicBezTo>
                    <a:pt x="225" y="43"/>
                    <a:pt x="78" y="208"/>
                    <a:pt x="78" y="410"/>
                  </a:cubicBezTo>
                  <a:cubicBezTo>
                    <a:pt x="78" y="592"/>
                    <a:pt x="203" y="750"/>
                    <a:pt x="380" y="803"/>
                  </a:cubicBezTo>
                  <a:lnTo>
                    <a:pt x="380" y="803"/>
                  </a:lnTo>
                  <a:cubicBezTo>
                    <a:pt x="0" y="673"/>
                    <a:pt x="10" y="105"/>
                    <a:pt x="411" y="8"/>
                  </a:cubicBezTo>
                  <a:close/>
                  <a:moveTo>
                    <a:pt x="380" y="803"/>
                  </a:moveTo>
                  <a:cubicBezTo>
                    <a:pt x="400" y="809"/>
                    <a:pt x="421" y="815"/>
                    <a:pt x="443" y="819"/>
                  </a:cubicBezTo>
                  <a:lnTo>
                    <a:pt x="465" y="819"/>
                  </a:lnTo>
                  <a:cubicBezTo>
                    <a:pt x="436" y="816"/>
                    <a:pt x="407" y="811"/>
                    <a:pt x="380" y="80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5"/>
            <p:cNvSpPr/>
            <p:nvPr/>
          </p:nvSpPr>
          <p:spPr>
            <a:xfrm>
              <a:off x="435592" y="4395234"/>
              <a:ext cx="42159" cy="59023"/>
            </a:xfrm>
            <a:custGeom>
              <a:avLst/>
              <a:gdLst/>
              <a:ahLst/>
              <a:cxnLst/>
              <a:rect l="l" t="t" r="r" b="b"/>
              <a:pathLst>
                <a:path w="245" h="343" extrusionOk="0">
                  <a:moveTo>
                    <a:pt x="23" y="0"/>
                  </a:moveTo>
                  <a:lnTo>
                    <a:pt x="23" y="11"/>
                  </a:lnTo>
                  <a:lnTo>
                    <a:pt x="1" y="11"/>
                  </a:lnTo>
                  <a:cubicBezTo>
                    <a:pt x="200" y="22"/>
                    <a:pt x="200" y="321"/>
                    <a:pt x="1" y="343"/>
                  </a:cubicBezTo>
                  <a:lnTo>
                    <a:pt x="23" y="343"/>
                  </a:lnTo>
                  <a:cubicBezTo>
                    <a:pt x="244" y="343"/>
                    <a:pt x="244" y="0"/>
                    <a:pt x="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5"/>
            <p:cNvSpPr/>
            <p:nvPr/>
          </p:nvSpPr>
          <p:spPr>
            <a:xfrm>
              <a:off x="334754" y="4387490"/>
              <a:ext cx="228519" cy="28737"/>
            </a:xfrm>
            <a:custGeom>
              <a:avLst/>
              <a:gdLst/>
              <a:ahLst/>
              <a:cxnLst/>
              <a:rect l="l" t="t" r="r" b="b"/>
              <a:pathLst>
                <a:path w="1328" h="167" extrusionOk="0">
                  <a:moveTo>
                    <a:pt x="45" y="1"/>
                  </a:moveTo>
                  <a:cubicBezTo>
                    <a:pt x="23" y="56"/>
                    <a:pt x="12" y="112"/>
                    <a:pt x="1" y="167"/>
                  </a:cubicBezTo>
                  <a:lnTo>
                    <a:pt x="1328" y="167"/>
                  </a:lnTo>
                  <a:cubicBezTo>
                    <a:pt x="1317" y="112"/>
                    <a:pt x="1306" y="56"/>
                    <a:pt x="12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5"/>
            <p:cNvSpPr/>
            <p:nvPr/>
          </p:nvSpPr>
          <p:spPr>
            <a:xfrm>
              <a:off x="578417" y="4387490"/>
              <a:ext cx="85695" cy="59195"/>
            </a:xfrm>
            <a:custGeom>
              <a:avLst/>
              <a:gdLst/>
              <a:ahLst/>
              <a:cxnLst/>
              <a:rect l="l" t="t" r="r" b="b"/>
              <a:pathLst>
                <a:path w="498" h="344" extrusionOk="0">
                  <a:moveTo>
                    <a:pt x="0" y="1"/>
                  </a:moveTo>
                  <a:lnTo>
                    <a:pt x="0" y="344"/>
                  </a:lnTo>
                  <a:lnTo>
                    <a:pt x="498" y="344"/>
                  </a:lnTo>
                  <a:lnTo>
                    <a:pt x="49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5"/>
            <p:cNvSpPr/>
            <p:nvPr/>
          </p:nvSpPr>
          <p:spPr>
            <a:xfrm>
              <a:off x="60806" y="4284760"/>
              <a:ext cx="652862" cy="102902"/>
            </a:xfrm>
            <a:custGeom>
              <a:avLst/>
              <a:gdLst/>
              <a:ahLst/>
              <a:cxnLst/>
              <a:rect l="l" t="t" r="r" b="b"/>
              <a:pathLst>
                <a:path w="3794" h="598" extrusionOk="0">
                  <a:moveTo>
                    <a:pt x="1" y="1"/>
                  </a:moveTo>
                  <a:lnTo>
                    <a:pt x="1" y="598"/>
                  </a:lnTo>
                  <a:lnTo>
                    <a:pt x="3793" y="598"/>
                  </a:lnTo>
                  <a:lnTo>
                    <a:pt x="379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5"/>
            <p:cNvSpPr/>
            <p:nvPr/>
          </p:nvSpPr>
          <p:spPr>
            <a:xfrm>
              <a:off x="663939" y="4387490"/>
              <a:ext cx="190490" cy="59195"/>
            </a:xfrm>
            <a:custGeom>
              <a:avLst/>
              <a:gdLst/>
              <a:ahLst/>
              <a:cxnLst/>
              <a:rect l="l" t="t" r="r" b="b"/>
              <a:pathLst>
                <a:path w="1107" h="344" extrusionOk="0">
                  <a:moveTo>
                    <a:pt x="1" y="1"/>
                  </a:moveTo>
                  <a:lnTo>
                    <a:pt x="1" y="344"/>
                  </a:lnTo>
                  <a:lnTo>
                    <a:pt x="1107" y="344"/>
                  </a:lnTo>
                  <a:lnTo>
                    <a:pt x="110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5"/>
            <p:cNvSpPr/>
            <p:nvPr/>
          </p:nvSpPr>
          <p:spPr>
            <a:xfrm>
              <a:off x="578417" y="4446513"/>
              <a:ext cx="62980" cy="49730"/>
            </a:xfrm>
            <a:custGeom>
              <a:avLst/>
              <a:gdLst/>
              <a:ahLst/>
              <a:cxnLst/>
              <a:rect l="l" t="t" r="r" b="b"/>
              <a:pathLst>
                <a:path w="366" h="289" extrusionOk="0">
                  <a:moveTo>
                    <a:pt x="0" y="1"/>
                  </a:moveTo>
                  <a:lnTo>
                    <a:pt x="0" y="288"/>
                  </a:lnTo>
                  <a:lnTo>
                    <a:pt x="365" y="288"/>
                  </a:lnTo>
                  <a:lnTo>
                    <a:pt x="36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5"/>
            <p:cNvSpPr/>
            <p:nvPr/>
          </p:nvSpPr>
          <p:spPr>
            <a:xfrm>
              <a:off x="713498" y="4284760"/>
              <a:ext cx="192383" cy="102902"/>
            </a:xfrm>
            <a:custGeom>
              <a:avLst/>
              <a:gdLst/>
              <a:ahLst/>
              <a:cxnLst/>
              <a:rect l="l" t="t" r="r" b="b"/>
              <a:pathLst>
                <a:path w="1118" h="598" extrusionOk="0">
                  <a:moveTo>
                    <a:pt x="0" y="1"/>
                  </a:moveTo>
                  <a:lnTo>
                    <a:pt x="0" y="598"/>
                  </a:lnTo>
                  <a:lnTo>
                    <a:pt x="1117" y="598"/>
                  </a:lnTo>
                  <a:lnTo>
                    <a:pt x="11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5"/>
            <p:cNvSpPr/>
            <p:nvPr/>
          </p:nvSpPr>
          <p:spPr>
            <a:xfrm>
              <a:off x="60806" y="4284760"/>
              <a:ext cx="845073" cy="30630"/>
            </a:xfrm>
            <a:custGeom>
              <a:avLst/>
              <a:gdLst/>
              <a:ahLst/>
              <a:cxnLst/>
              <a:rect l="l" t="t" r="r" b="b"/>
              <a:pathLst>
                <a:path w="4911" h="178" extrusionOk="0">
                  <a:moveTo>
                    <a:pt x="1" y="1"/>
                  </a:moveTo>
                  <a:lnTo>
                    <a:pt x="1" y="178"/>
                  </a:lnTo>
                  <a:lnTo>
                    <a:pt x="4910" y="178"/>
                  </a:lnTo>
                  <a:lnTo>
                    <a:pt x="49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5"/>
            <p:cNvSpPr/>
            <p:nvPr/>
          </p:nvSpPr>
          <p:spPr>
            <a:xfrm>
              <a:off x="663939" y="4387490"/>
              <a:ext cx="190490" cy="28737"/>
            </a:xfrm>
            <a:custGeom>
              <a:avLst/>
              <a:gdLst/>
              <a:ahLst/>
              <a:cxnLst/>
              <a:rect l="l" t="t" r="r" b="b"/>
              <a:pathLst>
                <a:path w="1107" h="167" extrusionOk="0">
                  <a:moveTo>
                    <a:pt x="1" y="1"/>
                  </a:moveTo>
                  <a:lnTo>
                    <a:pt x="1" y="167"/>
                  </a:lnTo>
                  <a:lnTo>
                    <a:pt x="1107" y="167"/>
                  </a:lnTo>
                  <a:lnTo>
                    <a:pt x="110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5"/>
            <p:cNvSpPr/>
            <p:nvPr/>
          </p:nvSpPr>
          <p:spPr>
            <a:xfrm>
              <a:off x="578417" y="4446513"/>
              <a:ext cx="62980" cy="28737"/>
            </a:xfrm>
            <a:custGeom>
              <a:avLst/>
              <a:gdLst/>
              <a:ahLst/>
              <a:cxnLst/>
              <a:rect l="l" t="t" r="r" b="b"/>
              <a:pathLst>
                <a:path w="366" h="167" extrusionOk="0">
                  <a:moveTo>
                    <a:pt x="0" y="1"/>
                  </a:moveTo>
                  <a:lnTo>
                    <a:pt x="0" y="167"/>
                  </a:lnTo>
                  <a:lnTo>
                    <a:pt x="365" y="167"/>
                  </a:lnTo>
                  <a:lnTo>
                    <a:pt x="36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5"/>
            <p:cNvSpPr/>
            <p:nvPr/>
          </p:nvSpPr>
          <p:spPr>
            <a:xfrm>
              <a:off x="722962" y="4338104"/>
              <a:ext cx="97224" cy="41987"/>
            </a:xfrm>
            <a:custGeom>
              <a:avLst/>
              <a:gdLst/>
              <a:ahLst/>
              <a:cxnLst/>
              <a:rect l="l" t="t" r="r" b="b"/>
              <a:pathLst>
                <a:path w="565" h="244" extrusionOk="0">
                  <a:moveTo>
                    <a:pt x="133" y="0"/>
                  </a:moveTo>
                  <a:cubicBezTo>
                    <a:pt x="56" y="0"/>
                    <a:pt x="1" y="56"/>
                    <a:pt x="1" y="122"/>
                  </a:cubicBezTo>
                  <a:cubicBezTo>
                    <a:pt x="1" y="188"/>
                    <a:pt x="56" y="244"/>
                    <a:pt x="133" y="244"/>
                  </a:cubicBezTo>
                  <a:lnTo>
                    <a:pt x="443" y="244"/>
                  </a:lnTo>
                  <a:cubicBezTo>
                    <a:pt x="509" y="244"/>
                    <a:pt x="564" y="188"/>
                    <a:pt x="564" y="122"/>
                  </a:cubicBezTo>
                  <a:cubicBezTo>
                    <a:pt x="564" y="56"/>
                    <a:pt x="509" y="0"/>
                    <a:pt x="4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5"/>
            <p:cNvSpPr/>
            <p:nvPr/>
          </p:nvSpPr>
          <p:spPr>
            <a:xfrm>
              <a:off x="783878" y="4305753"/>
              <a:ext cx="45773" cy="106688"/>
            </a:xfrm>
            <a:custGeom>
              <a:avLst/>
              <a:gdLst/>
              <a:ahLst/>
              <a:cxnLst/>
              <a:rect l="l" t="t" r="r" b="b"/>
              <a:pathLst>
                <a:path w="266" h="620" extrusionOk="0">
                  <a:moveTo>
                    <a:pt x="133" y="0"/>
                  </a:moveTo>
                  <a:cubicBezTo>
                    <a:pt x="56" y="0"/>
                    <a:pt x="0" y="67"/>
                    <a:pt x="0" y="133"/>
                  </a:cubicBezTo>
                  <a:lnTo>
                    <a:pt x="0" y="476"/>
                  </a:lnTo>
                  <a:cubicBezTo>
                    <a:pt x="0" y="553"/>
                    <a:pt x="56" y="620"/>
                    <a:pt x="133" y="620"/>
                  </a:cubicBezTo>
                  <a:cubicBezTo>
                    <a:pt x="210" y="620"/>
                    <a:pt x="266" y="553"/>
                    <a:pt x="266" y="476"/>
                  </a:cubicBezTo>
                  <a:lnTo>
                    <a:pt x="266" y="133"/>
                  </a:lnTo>
                  <a:cubicBezTo>
                    <a:pt x="266" y="67"/>
                    <a:pt x="210" y="0"/>
                    <a:pt x="1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5"/>
            <p:cNvSpPr/>
            <p:nvPr/>
          </p:nvSpPr>
          <p:spPr>
            <a:xfrm>
              <a:off x="797128" y="4307646"/>
              <a:ext cx="32523" cy="104795"/>
            </a:xfrm>
            <a:custGeom>
              <a:avLst/>
              <a:gdLst/>
              <a:ahLst/>
              <a:cxnLst/>
              <a:rect l="l" t="t" r="r" b="b"/>
              <a:pathLst>
                <a:path w="189" h="609" extrusionOk="0">
                  <a:moveTo>
                    <a:pt x="100" y="1"/>
                  </a:moveTo>
                  <a:cubicBezTo>
                    <a:pt x="45" y="1"/>
                    <a:pt x="1" y="45"/>
                    <a:pt x="1" y="100"/>
                  </a:cubicBezTo>
                  <a:lnTo>
                    <a:pt x="1" y="509"/>
                  </a:lnTo>
                  <a:cubicBezTo>
                    <a:pt x="1" y="564"/>
                    <a:pt x="45" y="609"/>
                    <a:pt x="100" y="609"/>
                  </a:cubicBezTo>
                  <a:cubicBezTo>
                    <a:pt x="145" y="609"/>
                    <a:pt x="189" y="564"/>
                    <a:pt x="189" y="509"/>
                  </a:cubicBezTo>
                  <a:lnTo>
                    <a:pt x="189" y="100"/>
                  </a:lnTo>
                  <a:cubicBezTo>
                    <a:pt x="189" y="45"/>
                    <a:pt x="145" y="1"/>
                    <a:pt x="1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5"/>
            <p:cNvSpPr/>
            <p:nvPr/>
          </p:nvSpPr>
          <p:spPr>
            <a:xfrm>
              <a:off x="879037" y="4338104"/>
              <a:ext cx="97224" cy="41987"/>
            </a:xfrm>
            <a:custGeom>
              <a:avLst/>
              <a:gdLst/>
              <a:ahLst/>
              <a:cxnLst/>
              <a:rect l="l" t="t" r="r" b="b"/>
              <a:pathLst>
                <a:path w="565" h="244" extrusionOk="0">
                  <a:moveTo>
                    <a:pt x="122" y="0"/>
                  </a:moveTo>
                  <a:cubicBezTo>
                    <a:pt x="56" y="0"/>
                    <a:pt x="0" y="56"/>
                    <a:pt x="0" y="122"/>
                  </a:cubicBezTo>
                  <a:cubicBezTo>
                    <a:pt x="0" y="188"/>
                    <a:pt x="56" y="244"/>
                    <a:pt x="122" y="244"/>
                  </a:cubicBezTo>
                  <a:lnTo>
                    <a:pt x="443" y="244"/>
                  </a:lnTo>
                  <a:cubicBezTo>
                    <a:pt x="509" y="244"/>
                    <a:pt x="564" y="188"/>
                    <a:pt x="564" y="122"/>
                  </a:cubicBezTo>
                  <a:cubicBezTo>
                    <a:pt x="564" y="56"/>
                    <a:pt x="509" y="0"/>
                    <a:pt x="4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5"/>
            <p:cNvSpPr/>
            <p:nvPr/>
          </p:nvSpPr>
          <p:spPr>
            <a:xfrm>
              <a:off x="939952" y="4305753"/>
              <a:ext cx="45773" cy="106688"/>
            </a:xfrm>
            <a:custGeom>
              <a:avLst/>
              <a:gdLst/>
              <a:ahLst/>
              <a:cxnLst/>
              <a:rect l="l" t="t" r="r" b="b"/>
              <a:pathLst>
                <a:path w="266" h="620" extrusionOk="0">
                  <a:moveTo>
                    <a:pt x="133" y="0"/>
                  </a:moveTo>
                  <a:cubicBezTo>
                    <a:pt x="55" y="0"/>
                    <a:pt x="0" y="67"/>
                    <a:pt x="0" y="133"/>
                  </a:cubicBezTo>
                  <a:lnTo>
                    <a:pt x="0" y="476"/>
                  </a:lnTo>
                  <a:cubicBezTo>
                    <a:pt x="0" y="553"/>
                    <a:pt x="55" y="620"/>
                    <a:pt x="133" y="620"/>
                  </a:cubicBezTo>
                  <a:cubicBezTo>
                    <a:pt x="210" y="620"/>
                    <a:pt x="266" y="553"/>
                    <a:pt x="266" y="476"/>
                  </a:cubicBezTo>
                  <a:lnTo>
                    <a:pt x="266" y="133"/>
                  </a:lnTo>
                  <a:cubicBezTo>
                    <a:pt x="266" y="67"/>
                    <a:pt x="210" y="0"/>
                    <a:pt x="1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5"/>
            <p:cNvSpPr/>
            <p:nvPr/>
          </p:nvSpPr>
          <p:spPr>
            <a:xfrm>
              <a:off x="953202" y="4307646"/>
              <a:ext cx="32523" cy="104795"/>
            </a:xfrm>
            <a:custGeom>
              <a:avLst/>
              <a:gdLst/>
              <a:ahLst/>
              <a:cxnLst/>
              <a:rect l="l" t="t" r="r" b="b"/>
              <a:pathLst>
                <a:path w="189" h="609" extrusionOk="0">
                  <a:moveTo>
                    <a:pt x="100" y="1"/>
                  </a:moveTo>
                  <a:cubicBezTo>
                    <a:pt x="45" y="1"/>
                    <a:pt x="1" y="45"/>
                    <a:pt x="1" y="100"/>
                  </a:cubicBezTo>
                  <a:lnTo>
                    <a:pt x="1" y="509"/>
                  </a:lnTo>
                  <a:cubicBezTo>
                    <a:pt x="1" y="564"/>
                    <a:pt x="45" y="609"/>
                    <a:pt x="100" y="609"/>
                  </a:cubicBezTo>
                  <a:cubicBezTo>
                    <a:pt x="144" y="609"/>
                    <a:pt x="189" y="564"/>
                    <a:pt x="189" y="509"/>
                  </a:cubicBezTo>
                  <a:lnTo>
                    <a:pt x="189" y="100"/>
                  </a:lnTo>
                  <a:cubicBezTo>
                    <a:pt x="189" y="45"/>
                    <a:pt x="144" y="1"/>
                    <a:pt x="1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5"/>
            <p:cNvSpPr/>
            <p:nvPr/>
          </p:nvSpPr>
          <p:spPr>
            <a:xfrm>
              <a:off x="-1860959" y="4338104"/>
              <a:ext cx="23058" cy="41987"/>
            </a:xfrm>
            <a:custGeom>
              <a:avLst/>
              <a:gdLst/>
              <a:ahLst/>
              <a:cxnLst/>
              <a:rect l="l" t="t" r="r" b="b"/>
              <a:pathLst>
                <a:path w="134" h="244" extrusionOk="0">
                  <a:moveTo>
                    <a:pt x="0" y="0"/>
                  </a:moveTo>
                  <a:lnTo>
                    <a:pt x="0" y="244"/>
                  </a:lnTo>
                  <a:lnTo>
                    <a:pt x="133" y="244"/>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5"/>
            <p:cNvSpPr/>
            <p:nvPr/>
          </p:nvSpPr>
          <p:spPr>
            <a:xfrm>
              <a:off x="-1450037" y="3500945"/>
              <a:ext cx="17380" cy="709820"/>
            </a:xfrm>
            <a:custGeom>
              <a:avLst/>
              <a:gdLst/>
              <a:ahLst/>
              <a:cxnLst/>
              <a:rect l="l" t="t" r="r" b="b"/>
              <a:pathLst>
                <a:path w="101" h="4125" extrusionOk="0">
                  <a:moveTo>
                    <a:pt x="1" y="0"/>
                  </a:moveTo>
                  <a:lnTo>
                    <a:pt x="1" y="4125"/>
                  </a:lnTo>
                  <a:lnTo>
                    <a:pt x="100" y="4125"/>
                  </a:lnTo>
                  <a:lnTo>
                    <a:pt x="100" y="0"/>
                  </a:lnTo>
                  <a:close/>
                </a:path>
              </a:pathLst>
            </a:custGeom>
            <a:solidFill>
              <a:srgbClr val="AE34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5"/>
            <p:cNvSpPr/>
            <p:nvPr/>
          </p:nvSpPr>
          <p:spPr>
            <a:xfrm>
              <a:off x="-1031372" y="3500945"/>
              <a:ext cx="17208" cy="709820"/>
            </a:xfrm>
            <a:custGeom>
              <a:avLst/>
              <a:gdLst/>
              <a:ahLst/>
              <a:cxnLst/>
              <a:rect l="l" t="t" r="r" b="b"/>
              <a:pathLst>
                <a:path w="100" h="4125" extrusionOk="0">
                  <a:moveTo>
                    <a:pt x="0" y="0"/>
                  </a:moveTo>
                  <a:lnTo>
                    <a:pt x="0" y="4125"/>
                  </a:lnTo>
                  <a:lnTo>
                    <a:pt x="100" y="4125"/>
                  </a:lnTo>
                  <a:lnTo>
                    <a:pt x="100" y="0"/>
                  </a:lnTo>
                  <a:close/>
                </a:path>
              </a:pathLst>
            </a:custGeom>
            <a:solidFill>
              <a:srgbClr val="AE34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5"/>
            <p:cNvSpPr/>
            <p:nvPr/>
          </p:nvSpPr>
          <p:spPr>
            <a:xfrm>
              <a:off x="-614599" y="3500945"/>
              <a:ext cx="17208" cy="709820"/>
            </a:xfrm>
            <a:custGeom>
              <a:avLst/>
              <a:gdLst/>
              <a:ahLst/>
              <a:cxnLst/>
              <a:rect l="l" t="t" r="r" b="b"/>
              <a:pathLst>
                <a:path w="100" h="4125" extrusionOk="0">
                  <a:moveTo>
                    <a:pt x="0" y="0"/>
                  </a:moveTo>
                  <a:lnTo>
                    <a:pt x="0" y="4125"/>
                  </a:lnTo>
                  <a:lnTo>
                    <a:pt x="100" y="4125"/>
                  </a:lnTo>
                  <a:lnTo>
                    <a:pt x="100" y="0"/>
                  </a:lnTo>
                  <a:close/>
                </a:path>
              </a:pathLst>
            </a:custGeom>
            <a:solidFill>
              <a:srgbClr val="AE34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5"/>
            <p:cNvSpPr/>
            <p:nvPr/>
          </p:nvSpPr>
          <p:spPr>
            <a:xfrm>
              <a:off x="-196106" y="3500945"/>
              <a:ext cx="19273" cy="709820"/>
            </a:xfrm>
            <a:custGeom>
              <a:avLst/>
              <a:gdLst/>
              <a:ahLst/>
              <a:cxnLst/>
              <a:rect l="l" t="t" r="r" b="b"/>
              <a:pathLst>
                <a:path w="112" h="4125" extrusionOk="0">
                  <a:moveTo>
                    <a:pt x="1" y="0"/>
                  </a:moveTo>
                  <a:lnTo>
                    <a:pt x="1" y="4125"/>
                  </a:lnTo>
                  <a:lnTo>
                    <a:pt x="111" y="4125"/>
                  </a:lnTo>
                  <a:lnTo>
                    <a:pt x="111" y="0"/>
                  </a:lnTo>
                  <a:close/>
                </a:path>
              </a:pathLst>
            </a:custGeom>
            <a:solidFill>
              <a:srgbClr val="AE34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5"/>
            <p:cNvSpPr/>
            <p:nvPr/>
          </p:nvSpPr>
          <p:spPr>
            <a:xfrm>
              <a:off x="222560" y="3500945"/>
              <a:ext cx="17208" cy="709820"/>
            </a:xfrm>
            <a:custGeom>
              <a:avLst/>
              <a:gdLst/>
              <a:ahLst/>
              <a:cxnLst/>
              <a:rect l="l" t="t" r="r" b="b"/>
              <a:pathLst>
                <a:path w="100" h="4125" extrusionOk="0">
                  <a:moveTo>
                    <a:pt x="0" y="0"/>
                  </a:moveTo>
                  <a:lnTo>
                    <a:pt x="0" y="4125"/>
                  </a:lnTo>
                  <a:lnTo>
                    <a:pt x="100" y="4125"/>
                  </a:lnTo>
                  <a:lnTo>
                    <a:pt x="100" y="0"/>
                  </a:lnTo>
                  <a:close/>
                </a:path>
              </a:pathLst>
            </a:custGeom>
            <a:solidFill>
              <a:srgbClr val="AE34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5"/>
            <p:cNvSpPr/>
            <p:nvPr/>
          </p:nvSpPr>
          <p:spPr>
            <a:xfrm>
              <a:off x="-1874382" y="3428500"/>
              <a:ext cx="2530916" cy="74510"/>
            </a:xfrm>
            <a:custGeom>
              <a:avLst/>
              <a:gdLst/>
              <a:ahLst/>
              <a:cxnLst/>
              <a:rect l="l" t="t" r="r" b="b"/>
              <a:pathLst>
                <a:path w="14708" h="433" extrusionOk="0">
                  <a:moveTo>
                    <a:pt x="1" y="1"/>
                  </a:moveTo>
                  <a:lnTo>
                    <a:pt x="1" y="432"/>
                  </a:lnTo>
                  <a:lnTo>
                    <a:pt x="14708" y="432"/>
                  </a:lnTo>
                  <a:lnTo>
                    <a:pt x="1470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5"/>
            <p:cNvSpPr/>
            <p:nvPr/>
          </p:nvSpPr>
          <p:spPr>
            <a:xfrm>
              <a:off x="-1824823" y="3502838"/>
              <a:ext cx="2772513" cy="47665"/>
            </a:xfrm>
            <a:custGeom>
              <a:avLst/>
              <a:gdLst/>
              <a:ahLst/>
              <a:cxnLst/>
              <a:rect l="l" t="t" r="r" b="b"/>
              <a:pathLst>
                <a:path w="16112" h="277" extrusionOk="0">
                  <a:moveTo>
                    <a:pt x="0" y="0"/>
                  </a:moveTo>
                  <a:lnTo>
                    <a:pt x="0" y="277"/>
                  </a:lnTo>
                  <a:lnTo>
                    <a:pt x="16111" y="277"/>
                  </a:lnTo>
                  <a:lnTo>
                    <a:pt x="161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5"/>
            <p:cNvSpPr/>
            <p:nvPr/>
          </p:nvSpPr>
          <p:spPr>
            <a:xfrm>
              <a:off x="-1741193" y="3550331"/>
              <a:ext cx="192383" cy="432087"/>
            </a:xfrm>
            <a:custGeom>
              <a:avLst/>
              <a:gdLst/>
              <a:ahLst/>
              <a:cxnLst/>
              <a:rect l="l" t="t" r="r" b="b"/>
              <a:pathLst>
                <a:path w="1118" h="2511" extrusionOk="0">
                  <a:moveTo>
                    <a:pt x="764" y="1"/>
                  </a:moveTo>
                  <a:lnTo>
                    <a:pt x="1" y="2256"/>
                  </a:lnTo>
                  <a:lnTo>
                    <a:pt x="266" y="2511"/>
                  </a:lnTo>
                  <a:lnTo>
                    <a:pt x="11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5"/>
            <p:cNvSpPr/>
            <p:nvPr/>
          </p:nvSpPr>
          <p:spPr>
            <a:xfrm>
              <a:off x="-1781115" y="3502838"/>
              <a:ext cx="312321" cy="778307"/>
            </a:xfrm>
            <a:custGeom>
              <a:avLst/>
              <a:gdLst/>
              <a:ahLst/>
              <a:cxnLst/>
              <a:rect l="l" t="t" r="r" b="b"/>
              <a:pathLst>
                <a:path w="1815" h="4523" extrusionOk="0">
                  <a:moveTo>
                    <a:pt x="1482" y="0"/>
                  </a:moveTo>
                  <a:lnTo>
                    <a:pt x="1" y="4423"/>
                  </a:lnTo>
                  <a:lnTo>
                    <a:pt x="299" y="4523"/>
                  </a:lnTo>
                  <a:lnTo>
                    <a:pt x="181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5"/>
            <p:cNvSpPr/>
            <p:nvPr/>
          </p:nvSpPr>
          <p:spPr>
            <a:xfrm>
              <a:off x="-1807787" y="3502838"/>
              <a:ext cx="314214" cy="778307"/>
            </a:xfrm>
            <a:custGeom>
              <a:avLst/>
              <a:gdLst/>
              <a:ahLst/>
              <a:cxnLst/>
              <a:rect l="l" t="t" r="r" b="b"/>
              <a:pathLst>
                <a:path w="1826" h="4523" extrusionOk="0">
                  <a:moveTo>
                    <a:pt x="1494" y="0"/>
                  </a:moveTo>
                  <a:lnTo>
                    <a:pt x="1" y="4423"/>
                  </a:lnTo>
                  <a:lnTo>
                    <a:pt x="300" y="4523"/>
                  </a:lnTo>
                  <a:lnTo>
                    <a:pt x="182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5"/>
            <p:cNvSpPr/>
            <p:nvPr/>
          </p:nvSpPr>
          <p:spPr>
            <a:xfrm>
              <a:off x="273839" y="3502838"/>
              <a:ext cx="314214" cy="778307"/>
            </a:xfrm>
            <a:custGeom>
              <a:avLst/>
              <a:gdLst/>
              <a:ahLst/>
              <a:cxnLst/>
              <a:rect l="l" t="t" r="r" b="b"/>
              <a:pathLst>
                <a:path w="1826" h="4523" extrusionOk="0">
                  <a:moveTo>
                    <a:pt x="1" y="0"/>
                  </a:moveTo>
                  <a:lnTo>
                    <a:pt x="1516" y="4523"/>
                  </a:lnTo>
                  <a:lnTo>
                    <a:pt x="1825" y="4423"/>
                  </a:lnTo>
                  <a:lnTo>
                    <a:pt x="333" y="0"/>
                  </a:lnTo>
                  <a:close/>
                </a:path>
              </a:pathLst>
            </a:custGeom>
            <a:solidFill>
              <a:srgbClr val="FFB1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5"/>
            <p:cNvSpPr/>
            <p:nvPr/>
          </p:nvSpPr>
          <p:spPr>
            <a:xfrm>
              <a:off x="247339" y="3502838"/>
              <a:ext cx="314041" cy="778307"/>
            </a:xfrm>
            <a:custGeom>
              <a:avLst/>
              <a:gdLst/>
              <a:ahLst/>
              <a:cxnLst/>
              <a:rect l="l" t="t" r="r" b="b"/>
              <a:pathLst>
                <a:path w="1825" h="4523" extrusionOk="0">
                  <a:moveTo>
                    <a:pt x="0" y="0"/>
                  </a:moveTo>
                  <a:lnTo>
                    <a:pt x="1526" y="4523"/>
                  </a:lnTo>
                  <a:lnTo>
                    <a:pt x="1825" y="4423"/>
                  </a:lnTo>
                  <a:lnTo>
                    <a:pt x="34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5"/>
            <p:cNvSpPr/>
            <p:nvPr/>
          </p:nvSpPr>
          <p:spPr>
            <a:xfrm>
              <a:off x="-1874382" y="4210594"/>
              <a:ext cx="2530916" cy="74337"/>
            </a:xfrm>
            <a:custGeom>
              <a:avLst/>
              <a:gdLst/>
              <a:ahLst/>
              <a:cxnLst/>
              <a:rect l="l" t="t" r="r" b="b"/>
              <a:pathLst>
                <a:path w="14708" h="432" extrusionOk="0">
                  <a:moveTo>
                    <a:pt x="1" y="1"/>
                  </a:moveTo>
                  <a:lnTo>
                    <a:pt x="1" y="432"/>
                  </a:lnTo>
                  <a:lnTo>
                    <a:pt x="14708" y="432"/>
                  </a:lnTo>
                  <a:lnTo>
                    <a:pt x="14708" y="1"/>
                  </a:lnTo>
                  <a:close/>
                </a:path>
              </a:pathLst>
            </a:custGeom>
            <a:solidFill>
              <a:srgbClr val="FF8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35"/>
        <p:cNvGrpSpPr/>
        <p:nvPr/>
      </p:nvGrpSpPr>
      <p:grpSpPr>
        <a:xfrm>
          <a:off x="0" y="0"/>
          <a:ext cx="0" cy="0"/>
          <a:chOff x="0" y="0"/>
          <a:chExt cx="0" cy="0"/>
        </a:xfrm>
      </p:grpSpPr>
      <p:sp>
        <p:nvSpPr>
          <p:cNvPr id="236" name="Google Shape;236;p9"/>
          <p:cNvSpPr txBox="1">
            <a:spLocks noGrp="1"/>
          </p:cNvSpPr>
          <p:nvPr>
            <p:ph type="subTitle" idx="1"/>
          </p:nvPr>
        </p:nvSpPr>
        <p:spPr>
          <a:xfrm>
            <a:off x="1015450" y="1732525"/>
            <a:ext cx="3321300" cy="2289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37" name="Google Shape;237;p9"/>
          <p:cNvSpPr txBox="1">
            <a:spLocks noGrp="1"/>
          </p:cNvSpPr>
          <p:nvPr>
            <p:ph type="title"/>
          </p:nvPr>
        </p:nvSpPr>
        <p:spPr>
          <a:xfrm>
            <a:off x="720000" y="334125"/>
            <a:ext cx="7704000" cy="683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38" name="Google Shape;238;p9"/>
          <p:cNvSpPr txBox="1">
            <a:spLocks noGrp="1"/>
          </p:cNvSpPr>
          <p:nvPr>
            <p:ph type="subTitle" idx="2"/>
          </p:nvPr>
        </p:nvSpPr>
        <p:spPr>
          <a:xfrm>
            <a:off x="4807397" y="1732525"/>
            <a:ext cx="3321300" cy="2289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39" name="Google Shape;239;p9"/>
          <p:cNvSpPr/>
          <p:nvPr/>
        </p:nvSpPr>
        <p:spPr>
          <a:xfrm flipH="1">
            <a:off x="7687903" y="4022432"/>
            <a:ext cx="1852422" cy="513550"/>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9"/>
          <p:cNvSpPr/>
          <p:nvPr/>
        </p:nvSpPr>
        <p:spPr>
          <a:xfrm flipH="1">
            <a:off x="-323781" y="3225450"/>
            <a:ext cx="962031" cy="351249"/>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270"/>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BLANK_1_1_1_1_2">
    <p:spTree>
      <p:nvGrpSpPr>
        <p:cNvPr id="1" name="Shape 271"/>
        <p:cNvGrpSpPr/>
        <p:nvPr/>
      </p:nvGrpSpPr>
      <p:grpSpPr>
        <a:xfrm>
          <a:off x="0" y="0"/>
          <a:ext cx="0" cy="0"/>
          <a:chOff x="0" y="0"/>
          <a:chExt cx="0" cy="0"/>
        </a:xfrm>
      </p:grpSpPr>
      <p:sp>
        <p:nvSpPr>
          <p:cNvPr id="272" name="Google Shape;272;p13"/>
          <p:cNvSpPr txBox="1">
            <a:spLocks noGrp="1"/>
          </p:cNvSpPr>
          <p:nvPr>
            <p:ph type="subTitle" idx="1"/>
          </p:nvPr>
        </p:nvSpPr>
        <p:spPr>
          <a:xfrm>
            <a:off x="2243988" y="1839113"/>
            <a:ext cx="2197500" cy="531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3" name="Google Shape;273;p13"/>
          <p:cNvSpPr txBox="1">
            <a:spLocks noGrp="1"/>
          </p:cNvSpPr>
          <p:nvPr>
            <p:ph type="subTitle" idx="2"/>
          </p:nvPr>
        </p:nvSpPr>
        <p:spPr>
          <a:xfrm>
            <a:off x="5586317" y="1839113"/>
            <a:ext cx="2197500" cy="531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4" name="Google Shape;274;p13"/>
          <p:cNvSpPr txBox="1">
            <a:spLocks noGrp="1"/>
          </p:cNvSpPr>
          <p:nvPr>
            <p:ph type="subTitle" idx="3"/>
          </p:nvPr>
        </p:nvSpPr>
        <p:spPr>
          <a:xfrm>
            <a:off x="2243988" y="3464212"/>
            <a:ext cx="2197500" cy="531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5" name="Google Shape;275;p13"/>
          <p:cNvSpPr txBox="1">
            <a:spLocks noGrp="1"/>
          </p:cNvSpPr>
          <p:nvPr>
            <p:ph type="subTitle" idx="4"/>
          </p:nvPr>
        </p:nvSpPr>
        <p:spPr>
          <a:xfrm>
            <a:off x="5586317" y="3464215"/>
            <a:ext cx="2197500" cy="531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6" name="Google Shape;276;p13"/>
          <p:cNvSpPr txBox="1">
            <a:spLocks noGrp="1"/>
          </p:cNvSpPr>
          <p:nvPr>
            <p:ph type="title"/>
          </p:nvPr>
        </p:nvSpPr>
        <p:spPr>
          <a:xfrm>
            <a:off x="720000" y="334125"/>
            <a:ext cx="7704000" cy="683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77" name="Google Shape;277;p13"/>
          <p:cNvSpPr txBox="1">
            <a:spLocks noGrp="1"/>
          </p:cNvSpPr>
          <p:nvPr>
            <p:ph type="title" idx="5" hasCustomPrompt="1"/>
          </p:nvPr>
        </p:nvSpPr>
        <p:spPr>
          <a:xfrm>
            <a:off x="1360187" y="1582162"/>
            <a:ext cx="733500" cy="733500"/>
          </a:xfrm>
          <a:prstGeom prst="rect">
            <a:avLst/>
          </a:prstGeom>
          <a:solidFill>
            <a:schemeClr val="accent4"/>
          </a:solid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78" name="Google Shape;278;p13"/>
          <p:cNvSpPr txBox="1">
            <a:spLocks noGrp="1"/>
          </p:cNvSpPr>
          <p:nvPr>
            <p:ph type="title" idx="6" hasCustomPrompt="1"/>
          </p:nvPr>
        </p:nvSpPr>
        <p:spPr>
          <a:xfrm>
            <a:off x="1360185" y="3207385"/>
            <a:ext cx="731400" cy="731400"/>
          </a:xfrm>
          <a:prstGeom prst="rect">
            <a:avLst/>
          </a:prstGeom>
          <a:solidFill>
            <a:schemeClr val="accent4"/>
          </a:solid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79" name="Google Shape;279;p13"/>
          <p:cNvSpPr txBox="1">
            <a:spLocks noGrp="1"/>
          </p:cNvSpPr>
          <p:nvPr>
            <p:ph type="title" idx="7" hasCustomPrompt="1"/>
          </p:nvPr>
        </p:nvSpPr>
        <p:spPr>
          <a:xfrm>
            <a:off x="4703663" y="1583205"/>
            <a:ext cx="731400" cy="731400"/>
          </a:xfrm>
          <a:prstGeom prst="rect">
            <a:avLst/>
          </a:prstGeom>
          <a:solidFill>
            <a:schemeClr val="accent4"/>
          </a:solid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0" name="Google Shape;280;p13"/>
          <p:cNvSpPr txBox="1">
            <a:spLocks noGrp="1"/>
          </p:cNvSpPr>
          <p:nvPr>
            <p:ph type="title" idx="8" hasCustomPrompt="1"/>
          </p:nvPr>
        </p:nvSpPr>
        <p:spPr>
          <a:xfrm>
            <a:off x="4702513" y="3207387"/>
            <a:ext cx="731400" cy="731400"/>
          </a:xfrm>
          <a:prstGeom prst="rect">
            <a:avLst/>
          </a:prstGeom>
          <a:solidFill>
            <a:schemeClr val="accent4"/>
          </a:solid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1" name="Google Shape;281;p13"/>
          <p:cNvSpPr txBox="1">
            <a:spLocks noGrp="1"/>
          </p:cNvSpPr>
          <p:nvPr>
            <p:ph type="subTitle" idx="9"/>
          </p:nvPr>
        </p:nvSpPr>
        <p:spPr>
          <a:xfrm>
            <a:off x="2243888" y="1540212"/>
            <a:ext cx="2197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3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82" name="Google Shape;282;p13"/>
          <p:cNvSpPr txBox="1">
            <a:spLocks noGrp="1"/>
          </p:cNvSpPr>
          <p:nvPr>
            <p:ph type="subTitle" idx="13"/>
          </p:nvPr>
        </p:nvSpPr>
        <p:spPr>
          <a:xfrm>
            <a:off x="2243888" y="3165443"/>
            <a:ext cx="2197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3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83" name="Google Shape;283;p13"/>
          <p:cNvSpPr txBox="1">
            <a:spLocks noGrp="1"/>
          </p:cNvSpPr>
          <p:nvPr>
            <p:ph type="subTitle" idx="14"/>
          </p:nvPr>
        </p:nvSpPr>
        <p:spPr>
          <a:xfrm>
            <a:off x="5586313" y="1540212"/>
            <a:ext cx="2197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3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84" name="Google Shape;284;p13"/>
          <p:cNvSpPr txBox="1">
            <a:spLocks noGrp="1"/>
          </p:cNvSpPr>
          <p:nvPr>
            <p:ph type="subTitle" idx="15"/>
          </p:nvPr>
        </p:nvSpPr>
        <p:spPr>
          <a:xfrm>
            <a:off x="5586313" y="3165443"/>
            <a:ext cx="2197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3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85" name="Google Shape;285;p13"/>
          <p:cNvSpPr/>
          <p:nvPr/>
        </p:nvSpPr>
        <p:spPr>
          <a:xfrm flipH="1">
            <a:off x="-620870" y="3225438"/>
            <a:ext cx="1181745" cy="327626"/>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5EBFD1">
              <a:alpha val="20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3"/>
          <p:cNvSpPr/>
          <p:nvPr/>
        </p:nvSpPr>
        <p:spPr>
          <a:xfrm>
            <a:off x="6500" y="4518500"/>
            <a:ext cx="9144000" cy="624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7" name="Google Shape;287;p13"/>
          <p:cNvGrpSpPr/>
          <p:nvPr/>
        </p:nvGrpSpPr>
        <p:grpSpPr>
          <a:xfrm>
            <a:off x="8073499" y="2772373"/>
            <a:ext cx="841660" cy="1783927"/>
            <a:chOff x="152700" y="2332825"/>
            <a:chExt cx="1036527" cy="2197225"/>
          </a:xfrm>
        </p:grpSpPr>
        <p:sp>
          <p:nvSpPr>
            <p:cNvPr id="288" name="Google Shape;288;p13"/>
            <p:cNvSpPr/>
            <p:nvPr/>
          </p:nvSpPr>
          <p:spPr>
            <a:xfrm>
              <a:off x="677722" y="2976053"/>
              <a:ext cx="111607" cy="1369765"/>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3"/>
            <p:cNvSpPr/>
            <p:nvPr/>
          </p:nvSpPr>
          <p:spPr>
            <a:xfrm>
              <a:off x="733368" y="2976053"/>
              <a:ext cx="55961" cy="1369765"/>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3"/>
            <p:cNvSpPr/>
            <p:nvPr/>
          </p:nvSpPr>
          <p:spPr>
            <a:xfrm>
              <a:off x="677722" y="3198322"/>
              <a:ext cx="111607" cy="76081"/>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3"/>
            <p:cNvSpPr/>
            <p:nvPr/>
          </p:nvSpPr>
          <p:spPr>
            <a:xfrm>
              <a:off x="344160" y="4348965"/>
              <a:ext cx="782504" cy="181084"/>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3"/>
            <p:cNvSpPr/>
            <p:nvPr/>
          </p:nvSpPr>
          <p:spPr>
            <a:xfrm>
              <a:off x="173764" y="2332825"/>
              <a:ext cx="1015464" cy="87052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3"/>
            <p:cNvSpPr/>
            <p:nvPr/>
          </p:nvSpPr>
          <p:spPr>
            <a:xfrm>
              <a:off x="197971" y="2367407"/>
              <a:ext cx="935610" cy="801361"/>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3"/>
            <p:cNvSpPr/>
            <p:nvPr/>
          </p:nvSpPr>
          <p:spPr>
            <a:xfrm>
              <a:off x="152700" y="2332825"/>
              <a:ext cx="1015464" cy="871154"/>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3"/>
            <p:cNvSpPr/>
            <p:nvPr/>
          </p:nvSpPr>
          <p:spPr>
            <a:xfrm>
              <a:off x="413639" y="2656011"/>
              <a:ext cx="142731" cy="212523"/>
            </a:xfrm>
            <a:custGeom>
              <a:avLst/>
              <a:gdLst/>
              <a:ahLst/>
              <a:cxnLst/>
              <a:rect l="l" t="t" r="r" b="b"/>
              <a:pathLst>
                <a:path w="454" h="676" extrusionOk="0">
                  <a:moveTo>
                    <a:pt x="243" y="1"/>
                  </a:moveTo>
                  <a:cubicBezTo>
                    <a:pt x="210" y="1"/>
                    <a:pt x="177" y="12"/>
                    <a:pt x="144" y="12"/>
                  </a:cubicBezTo>
                  <a:cubicBezTo>
                    <a:pt x="122" y="23"/>
                    <a:pt x="100" y="34"/>
                    <a:pt x="78" y="56"/>
                  </a:cubicBezTo>
                  <a:cubicBezTo>
                    <a:pt x="56" y="78"/>
                    <a:pt x="44" y="100"/>
                    <a:pt x="33" y="122"/>
                  </a:cubicBezTo>
                  <a:cubicBezTo>
                    <a:pt x="22" y="145"/>
                    <a:pt x="11" y="178"/>
                    <a:pt x="11" y="200"/>
                  </a:cubicBezTo>
                  <a:cubicBezTo>
                    <a:pt x="11" y="233"/>
                    <a:pt x="22" y="255"/>
                    <a:pt x="22" y="277"/>
                  </a:cubicBezTo>
                  <a:cubicBezTo>
                    <a:pt x="33" y="288"/>
                    <a:pt x="44" y="310"/>
                    <a:pt x="56" y="321"/>
                  </a:cubicBezTo>
                  <a:cubicBezTo>
                    <a:pt x="67" y="344"/>
                    <a:pt x="89" y="355"/>
                    <a:pt x="100" y="366"/>
                  </a:cubicBezTo>
                  <a:cubicBezTo>
                    <a:pt x="122" y="377"/>
                    <a:pt x="144" y="388"/>
                    <a:pt x="166" y="388"/>
                  </a:cubicBezTo>
                  <a:lnTo>
                    <a:pt x="210" y="410"/>
                  </a:lnTo>
                  <a:lnTo>
                    <a:pt x="232" y="421"/>
                  </a:lnTo>
                  <a:lnTo>
                    <a:pt x="255" y="432"/>
                  </a:lnTo>
                  <a:cubicBezTo>
                    <a:pt x="266" y="432"/>
                    <a:pt x="277" y="443"/>
                    <a:pt x="277" y="443"/>
                  </a:cubicBezTo>
                  <a:cubicBezTo>
                    <a:pt x="277" y="454"/>
                    <a:pt x="277" y="465"/>
                    <a:pt x="277" y="476"/>
                  </a:cubicBezTo>
                  <a:cubicBezTo>
                    <a:pt x="277" y="487"/>
                    <a:pt x="277" y="509"/>
                    <a:pt x="255" y="520"/>
                  </a:cubicBezTo>
                  <a:cubicBezTo>
                    <a:pt x="232" y="532"/>
                    <a:pt x="210" y="532"/>
                    <a:pt x="177" y="532"/>
                  </a:cubicBezTo>
                  <a:cubicBezTo>
                    <a:pt x="133" y="532"/>
                    <a:pt x="78" y="520"/>
                    <a:pt x="33" y="498"/>
                  </a:cubicBezTo>
                  <a:cubicBezTo>
                    <a:pt x="22" y="520"/>
                    <a:pt x="11" y="543"/>
                    <a:pt x="11" y="576"/>
                  </a:cubicBezTo>
                  <a:cubicBezTo>
                    <a:pt x="11" y="598"/>
                    <a:pt x="0" y="620"/>
                    <a:pt x="0" y="642"/>
                  </a:cubicBezTo>
                  <a:cubicBezTo>
                    <a:pt x="33" y="653"/>
                    <a:pt x="67" y="664"/>
                    <a:pt x="100" y="664"/>
                  </a:cubicBezTo>
                  <a:cubicBezTo>
                    <a:pt x="122" y="675"/>
                    <a:pt x="155" y="675"/>
                    <a:pt x="199" y="675"/>
                  </a:cubicBezTo>
                  <a:cubicBezTo>
                    <a:pt x="232" y="675"/>
                    <a:pt x="266" y="675"/>
                    <a:pt x="299" y="664"/>
                  </a:cubicBezTo>
                  <a:cubicBezTo>
                    <a:pt x="332" y="653"/>
                    <a:pt x="365" y="642"/>
                    <a:pt x="387" y="620"/>
                  </a:cubicBezTo>
                  <a:cubicBezTo>
                    <a:pt x="409" y="598"/>
                    <a:pt x="420" y="576"/>
                    <a:pt x="431" y="554"/>
                  </a:cubicBezTo>
                  <a:cubicBezTo>
                    <a:pt x="443" y="520"/>
                    <a:pt x="454" y="498"/>
                    <a:pt x="454" y="465"/>
                  </a:cubicBezTo>
                  <a:cubicBezTo>
                    <a:pt x="454" y="443"/>
                    <a:pt x="443" y="410"/>
                    <a:pt x="443" y="388"/>
                  </a:cubicBezTo>
                  <a:cubicBezTo>
                    <a:pt x="431" y="366"/>
                    <a:pt x="420" y="355"/>
                    <a:pt x="409" y="332"/>
                  </a:cubicBezTo>
                  <a:cubicBezTo>
                    <a:pt x="387" y="321"/>
                    <a:pt x="376" y="310"/>
                    <a:pt x="354" y="299"/>
                  </a:cubicBezTo>
                  <a:cubicBezTo>
                    <a:pt x="332" y="288"/>
                    <a:pt x="310" y="277"/>
                    <a:pt x="288" y="266"/>
                  </a:cubicBezTo>
                  <a:lnTo>
                    <a:pt x="243" y="244"/>
                  </a:lnTo>
                  <a:cubicBezTo>
                    <a:pt x="232" y="244"/>
                    <a:pt x="210" y="233"/>
                    <a:pt x="199" y="233"/>
                  </a:cubicBezTo>
                  <a:cubicBezTo>
                    <a:pt x="188" y="222"/>
                    <a:pt x="188" y="200"/>
                    <a:pt x="188" y="189"/>
                  </a:cubicBezTo>
                  <a:cubicBezTo>
                    <a:pt x="177" y="178"/>
                    <a:pt x="177" y="167"/>
                    <a:pt x="188" y="167"/>
                  </a:cubicBezTo>
                  <a:cubicBezTo>
                    <a:pt x="188" y="156"/>
                    <a:pt x="199" y="145"/>
                    <a:pt x="199" y="145"/>
                  </a:cubicBezTo>
                  <a:cubicBezTo>
                    <a:pt x="210" y="145"/>
                    <a:pt x="221" y="133"/>
                    <a:pt x="221" y="133"/>
                  </a:cubicBezTo>
                  <a:lnTo>
                    <a:pt x="255" y="133"/>
                  </a:lnTo>
                  <a:cubicBezTo>
                    <a:pt x="277" y="133"/>
                    <a:pt x="310" y="145"/>
                    <a:pt x="332" y="145"/>
                  </a:cubicBezTo>
                  <a:lnTo>
                    <a:pt x="387" y="167"/>
                  </a:lnTo>
                  <a:cubicBezTo>
                    <a:pt x="398" y="145"/>
                    <a:pt x="409" y="122"/>
                    <a:pt x="409" y="100"/>
                  </a:cubicBezTo>
                  <a:cubicBezTo>
                    <a:pt x="420" y="78"/>
                    <a:pt x="420" y="56"/>
                    <a:pt x="420" y="45"/>
                  </a:cubicBezTo>
                  <a:cubicBezTo>
                    <a:pt x="398" y="23"/>
                    <a:pt x="365" y="23"/>
                    <a:pt x="332" y="12"/>
                  </a:cubicBezTo>
                  <a:cubicBezTo>
                    <a:pt x="299" y="12"/>
                    <a:pt x="277" y="1"/>
                    <a:pt x="24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3"/>
            <p:cNvSpPr/>
            <p:nvPr/>
          </p:nvSpPr>
          <p:spPr>
            <a:xfrm>
              <a:off x="562971" y="2659469"/>
              <a:ext cx="149962" cy="209064"/>
            </a:xfrm>
            <a:custGeom>
              <a:avLst/>
              <a:gdLst/>
              <a:ahLst/>
              <a:cxnLst/>
              <a:rect l="l" t="t" r="r" b="b"/>
              <a:pathLst>
                <a:path w="477" h="665" extrusionOk="0">
                  <a:moveTo>
                    <a:pt x="12" y="1"/>
                  </a:moveTo>
                  <a:cubicBezTo>
                    <a:pt x="12" y="23"/>
                    <a:pt x="1" y="45"/>
                    <a:pt x="1" y="78"/>
                  </a:cubicBezTo>
                  <a:cubicBezTo>
                    <a:pt x="1" y="100"/>
                    <a:pt x="12" y="122"/>
                    <a:pt x="12" y="145"/>
                  </a:cubicBezTo>
                  <a:lnTo>
                    <a:pt x="167" y="145"/>
                  </a:lnTo>
                  <a:lnTo>
                    <a:pt x="167" y="653"/>
                  </a:lnTo>
                  <a:cubicBezTo>
                    <a:pt x="200" y="653"/>
                    <a:pt x="222" y="664"/>
                    <a:pt x="255" y="664"/>
                  </a:cubicBezTo>
                  <a:cubicBezTo>
                    <a:pt x="277" y="664"/>
                    <a:pt x="310" y="653"/>
                    <a:pt x="332" y="653"/>
                  </a:cubicBezTo>
                  <a:lnTo>
                    <a:pt x="332" y="145"/>
                  </a:lnTo>
                  <a:lnTo>
                    <a:pt x="476" y="145"/>
                  </a:lnTo>
                  <a:cubicBezTo>
                    <a:pt x="476" y="122"/>
                    <a:pt x="476" y="100"/>
                    <a:pt x="476" y="78"/>
                  </a:cubicBezTo>
                  <a:cubicBezTo>
                    <a:pt x="476" y="67"/>
                    <a:pt x="476" y="45"/>
                    <a:pt x="476" y="45"/>
                  </a:cubicBezTo>
                  <a:lnTo>
                    <a:pt x="47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13"/>
            <p:cNvSpPr/>
            <p:nvPr/>
          </p:nvSpPr>
          <p:spPr>
            <a:xfrm>
              <a:off x="722993" y="2655068"/>
              <a:ext cx="181086" cy="214409"/>
            </a:xfrm>
            <a:custGeom>
              <a:avLst/>
              <a:gdLst/>
              <a:ahLst/>
              <a:cxnLst/>
              <a:rect l="l" t="t" r="r" b="b"/>
              <a:pathLst>
                <a:path w="576" h="682" extrusionOk="0">
                  <a:moveTo>
                    <a:pt x="288" y="148"/>
                  </a:moveTo>
                  <a:cubicBezTo>
                    <a:pt x="365" y="148"/>
                    <a:pt x="398" y="203"/>
                    <a:pt x="398" y="347"/>
                  </a:cubicBezTo>
                  <a:cubicBezTo>
                    <a:pt x="398" y="479"/>
                    <a:pt x="365" y="546"/>
                    <a:pt x="288" y="546"/>
                  </a:cubicBezTo>
                  <a:cubicBezTo>
                    <a:pt x="244" y="546"/>
                    <a:pt x="210" y="523"/>
                    <a:pt x="199" y="490"/>
                  </a:cubicBezTo>
                  <a:cubicBezTo>
                    <a:pt x="177" y="446"/>
                    <a:pt x="166" y="391"/>
                    <a:pt x="166" y="347"/>
                  </a:cubicBezTo>
                  <a:cubicBezTo>
                    <a:pt x="166" y="214"/>
                    <a:pt x="210" y="148"/>
                    <a:pt x="288" y="148"/>
                  </a:cubicBezTo>
                  <a:close/>
                  <a:moveTo>
                    <a:pt x="286" y="1"/>
                  </a:moveTo>
                  <a:cubicBezTo>
                    <a:pt x="244" y="1"/>
                    <a:pt x="199" y="9"/>
                    <a:pt x="155" y="26"/>
                  </a:cubicBezTo>
                  <a:cubicBezTo>
                    <a:pt x="122" y="48"/>
                    <a:pt x="89" y="70"/>
                    <a:pt x="67" y="103"/>
                  </a:cubicBezTo>
                  <a:cubicBezTo>
                    <a:pt x="45" y="125"/>
                    <a:pt x="22" y="170"/>
                    <a:pt x="11" y="203"/>
                  </a:cubicBezTo>
                  <a:cubicBezTo>
                    <a:pt x="0" y="247"/>
                    <a:pt x="0" y="302"/>
                    <a:pt x="0" y="347"/>
                  </a:cubicBezTo>
                  <a:cubicBezTo>
                    <a:pt x="0" y="391"/>
                    <a:pt x="0" y="435"/>
                    <a:pt x="11" y="479"/>
                  </a:cubicBezTo>
                  <a:cubicBezTo>
                    <a:pt x="22" y="523"/>
                    <a:pt x="45" y="557"/>
                    <a:pt x="67" y="590"/>
                  </a:cubicBezTo>
                  <a:cubicBezTo>
                    <a:pt x="89" y="623"/>
                    <a:pt x="122" y="645"/>
                    <a:pt x="155" y="656"/>
                  </a:cubicBezTo>
                  <a:cubicBezTo>
                    <a:pt x="199" y="673"/>
                    <a:pt x="244" y="681"/>
                    <a:pt x="286" y="681"/>
                  </a:cubicBezTo>
                  <a:cubicBezTo>
                    <a:pt x="329" y="681"/>
                    <a:pt x="371" y="673"/>
                    <a:pt x="409" y="656"/>
                  </a:cubicBezTo>
                  <a:cubicBezTo>
                    <a:pt x="454" y="645"/>
                    <a:pt x="476" y="623"/>
                    <a:pt x="498" y="590"/>
                  </a:cubicBezTo>
                  <a:cubicBezTo>
                    <a:pt x="531" y="557"/>
                    <a:pt x="542" y="523"/>
                    <a:pt x="553" y="479"/>
                  </a:cubicBezTo>
                  <a:cubicBezTo>
                    <a:pt x="564" y="435"/>
                    <a:pt x="575" y="391"/>
                    <a:pt x="575" y="347"/>
                  </a:cubicBezTo>
                  <a:cubicBezTo>
                    <a:pt x="575" y="302"/>
                    <a:pt x="564" y="247"/>
                    <a:pt x="553" y="203"/>
                  </a:cubicBezTo>
                  <a:cubicBezTo>
                    <a:pt x="542" y="170"/>
                    <a:pt x="531" y="125"/>
                    <a:pt x="498" y="103"/>
                  </a:cubicBezTo>
                  <a:cubicBezTo>
                    <a:pt x="476" y="70"/>
                    <a:pt x="454" y="48"/>
                    <a:pt x="409" y="26"/>
                  </a:cubicBezTo>
                  <a:cubicBezTo>
                    <a:pt x="371" y="9"/>
                    <a:pt x="329" y="1"/>
                    <a:pt x="28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13"/>
            <p:cNvSpPr/>
            <p:nvPr/>
          </p:nvSpPr>
          <p:spPr>
            <a:xfrm>
              <a:off x="931430" y="2659469"/>
              <a:ext cx="143045" cy="212523"/>
            </a:xfrm>
            <a:custGeom>
              <a:avLst/>
              <a:gdLst/>
              <a:ahLst/>
              <a:cxnLst/>
              <a:rect l="l" t="t" r="r" b="b"/>
              <a:pathLst>
                <a:path w="455" h="676" extrusionOk="0">
                  <a:moveTo>
                    <a:pt x="233" y="134"/>
                  </a:moveTo>
                  <a:cubicBezTo>
                    <a:pt x="244" y="134"/>
                    <a:pt x="255" y="145"/>
                    <a:pt x="266" y="145"/>
                  </a:cubicBezTo>
                  <a:cubicBezTo>
                    <a:pt x="277" y="156"/>
                    <a:pt x="277" y="167"/>
                    <a:pt x="288" y="178"/>
                  </a:cubicBezTo>
                  <a:cubicBezTo>
                    <a:pt x="288" y="189"/>
                    <a:pt x="288" y="211"/>
                    <a:pt x="288" y="222"/>
                  </a:cubicBezTo>
                  <a:cubicBezTo>
                    <a:pt x="288" y="271"/>
                    <a:pt x="253" y="312"/>
                    <a:pt x="214" y="312"/>
                  </a:cubicBezTo>
                  <a:cubicBezTo>
                    <a:pt x="209" y="312"/>
                    <a:pt x="204" y="312"/>
                    <a:pt x="200" y="310"/>
                  </a:cubicBezTo>
                  <a:lnTo>
                    <a:pt x="156" y="310"/>
                  </a:lnTo>
                  <a:lnTo>
                    <a:pt x="167" y="134"/>
                  </a:lnTo>
                  <a:close/>
                  <a:moveTo>
                    <a:pt x="67" y="1"/>
                  </a:moveTo>
                  <a:lnTo>
                    <a:pt x="1" y="12"/>
                  </a:lnTo>
                  <a:lnTo>
                    <a:pt x="1" y="664"/>
                  </a:lnTo>
                  <a:cubicBezTo>
                    <a:pt x="23" y="664"/>
                    <a:pt x="45" y="675"/>
                    <a:pt x="78" y="675"/>
                  </a:cubicBezTo>
                  <a:lnTo>
                    <a:pt x="111" y="675"/>
                  </a:lnTo>
                  <a:cubicBezTo>
                    <a:pt x="122" y="675"/>
                    <a:pt x="145" y="664"/>
                    <a:pt x="156" y="664"/>
                  </a:cubicBezTo>
                  <a:lnTo>
                    <a:pt x="156" y="454"/>
                  </a:lnTo>
                  <a:lnTo>
                    <a:pt x="211" y="454"/>
                  </a:lnTo>
                  <a:cubicBezTo>
                    <a:pt x="244" y="454"/>
                    <a:pt x="266" y="454"/>
                    <a:pt x="299" y="443"/>
                  </a:cubicBezTo>
                  <a:cubicBezTo>
                    <a:pt x="321" y="432"/>
                    <a:pt x="355" y="421"/>
                    <a:pt x="377" y="410"/>
                  </a:cubicBezTo>
                  <a:cubicBezTo>
                    <a:pt x="399" y="388"/>
                    <a:pt x="410" y="366"/>
                    <a:pt x="421" y="344"/>
                  </a:cubicBezTo>
                  <a:cubicBezTo>
                    <a:pt x="454" y="266"/>
                    <a:pt x="454" y="189"/>
                    <a:pt x="421" y="111"/>
                  </a:cubicBezTo>
                  <a:cubicBezTo>
                    <a:pt x="410" y="89"/>
                    <a:pt x="388" y="56"/>
                    <a:pt x="355" y="45"/>
                  </a:cubicBezTo>
                  <a:cubicBezTo>
                    <a:pt x="333" y="23"/>
                    <a:pt x="299" y="12"/>
                    <a:pt x="266" y="12"/>
                  </a:cubicBezTo>
                  <a:cubicBezTo>
                    <a:pt x="233" y="1"/>
                    <a:pt x="211" y="1"/>
                    <a:pt x="17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305"/>
        <p:cNvGrpSpPr/>
        <p:nvPr/>
      </p:nvGrpSpPr>
      <p:grpSpPr>
        <a:xfrm>
          <a:off x="0" y="0"/>
          <a:ext cx="0" cy="0"/>
          <a:chOff x="0" y="0"/>
          <a:chExt cx="0" cy="0"/>
        </a:xfrm>
      </p:grpSpPr>
      <p:sp>
        <p:nvSpPr>
          <p:cNvPr id="306" name="Google Shape;306;p16"/>
          <p:cNvSpPr txBox="1">
            <a:spLocks noGrp="1"/>
          </p:cNvSpPr>
          <p:nvPr>
            <p:ph type="subTitle" idx="1"/>
          </p:nvPr>
        </p:nvSpPr>
        <p:spPr>
          <a:xfrm>
            <a:off x="1167950" y="2153363"/>
            <a:ext cx="2336400" cy="77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7" name="Google Shape;307;p16"/>
          <p:cNvSpPr txBox="1">
            <a:spLocks noGrp="1"/>
          </p:cNvSpPr>
          <p:nvPr>
            <p:ph type="subTitle" idx="2"/>
          </p:nvPr>
        </p:nvSpPr>
        <p:spPr>
          <a:xfrm>
            <a:off x="3403800" y="3441589"/>
            <a:ext cx="2336400" cy="77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8" name="Google Shape;308;p16"/>
          <p:cNvSpPr txBox="1">
            <a:spLocks noGrp="1"/>
          </p:cNvSpPr>
          <p:nvPr>
            <p:ph type="subTitle" idx="3"/>
          </p:nvPr>
        </p:nvSpPr>
        <p:spPr>
          <a:xfrm>
            <a:off x="5639650" y="2153363"/>
            <a:ext cx="2336400" cy="77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9" name="Google Shape;309;p16"/>
          <p:cNvSpPr txBox="1">
            <a:spLocks noGrp="1"/>
          </p:cNvSpPr>
          <p:nvPr>
            <p:ph type="title"/>
          </p:nvPr>
        </p:nvSpPr>
        <p:spPr>
          <a:xfrm>
            <a:off x="720000" y="334125"/>
            <a:ext cx="7704000" cy="683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310" name="Google Shape;310;p16"/>
          <p:cNvSpPr txBox="1">
            <a:spLocks noGrp="1"/>
          </p:cNvSpPr>
          <p:nvPr>
            <p:ph type="subTitle" idx="4"/>
          </p:nvPr>
        </p:nvSpPr>
        <p:spPr>
          <a:xfrm>
            <a:off x="1167950" y="1807038"/>
            <a:ext cx="2336400" cy="44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11" name="Google Shape;311;p16"/>
          <p:cNvSpPr txBox="1">
            <a:spLocks noGrp="1"/>
          </p:cNvSpPr>
          <p:nvPr>
            <p:ph type="subTitle" idx="5"/>
          </p:nvPr>
        </p:nvSpPr>
        <p:spPr>
          <a:xfrm>
            <a:off x="5639650" y="1807038"/>
            <a:ext cx="2336400" cy="44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12" name="Google Shape;312;p16"/>
          <p:cNvSpPr txBox="1">
            <a:spLocks noGrp="1"/>
          </p:cNvSpPr>
          <p:nvPr>
            <p:ph type="subTitle" idx="6"/>
          </p:nvPr>
        </p:nvSpPr>
        <p:spPr>
          <a:xfrm>
            <a:off x="3403800" y="3096188"/>
            <a:ext cx="2336400" cy="44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13" name="Google Shape;313;p16"/>
          <p:cNvSpPr/>
          <p:nvPr/>
        </p:nvSpPr>
        <p:spPr>
          <a:xfrm flipH="1">
            <a:off x="-336579" y="3958083"/>
            <a:ext cx="2021405" cy="560426"/>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16"/>
          <p:cNvSpPr/>
          <p:nvPr/>
        </p:nvSpPr>
        <p:spPr>
          <a:xfrm>
            <a:off x="6500" y="4518500"/>
            <a:ext cx="9144000" cy="624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366"/>
        <p:cNvGrpSpPr/>
        <p:nvPr/>
      </p:nvGrpSpPr>
      <p:grpSpPr>
        <a:xfrm>
          <a:off x="0" y="0"/>
          <a:ext cx="0" cy="0"/>
          <a:chOff x="0" y="0"/>
          <a:chExt cx="0" cy="0"/>
        </a:xfrm>
      </p:grpSpPr>
      <p:sp>
        <p:nvSpPr>
          <p:cNvPr id="367" name="Google Shape;367;p19"/>
          <p:cNvSpPr txBox="1">
            <a:spLocks noGrp="1"/>
          </p:cNvSpPr>
          <p:nvPr>
            <p:ph type="title"/>
          </p:nvPr>
        </p:nvSpPr>
        <p:spPr>
          <a:xfrm>
            <a:off x="2722225" y="540000"/>
            <a:ext cx="3699600" cy="8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5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68" name="Google Shape;368;p19"/>
          <p:cNvSpPr txBox="1">
            <a:spLocks noGrp="1"/>
          </p:cNvSpPr>
          <p:nvPr>
            <p:ph type="subTitle" idx="1"/>
          </p:nvPr>
        </p:nvSpPr>
        <p:spPr>
          <a:xfrm>
            <a:off x="2583450" y="1416000"/>
            <a:ext cx="3977100" cy="123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69" name="Google Shape;369;p19"/>
          <p:cNvSpPr txBox="1"/>
          <p:nvPr/>
        </p:nvSpPr>
        <p:spPr>
          <a:xfrm>
            <a:off x="2850875" y="3090850"/>
            <a:ext cx="3442200" cy="6420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000" b="1">
                <a:solidFill>
                  <a:schemeClr val="dk1"/>
                </a:solidFill>
                <a:latin typeface="Arimo"/>
                <a:ea typeface="Arimo"/>
                <a:cs typeface="Arimo"/>
                <a:sym typeface="Arimo"/>
              </a:rPr>
              <a:t>CREDITS:</a:t>
            </a:r>
            <a:r>
              <a:rPr lang="en" sz="1000">
                <a:solidFill>
                  <a:schemeClr val="dk1"/>
                </a:solidFill>
                <a:latin typeface="Arimo"/>
                <a:ea typeface="Arimo"/>
                <a:cs typeface="Arimo"/>
                <a:sym typeface="Arimo"/>
              </a:rPr>
              <a:t> This presentation template was created by </a:t>
            </a:r>
            <a:r>
              <a:rPr lang="en" sz="1000" b="1" u="sng">
                <a:solidFill>
                  <a:schemeClr val="hlink"/>
                </a:solidFill>
                <a:latin typeface="Arimo"/>
                <a:ea typeface="Arimo"/>
                <a:cs typeface="Arimo"/>
                <a:sym typeface="Arimo"/>
                <a:hlinkClick r:id="rId2"/>
              </a:rPr>
              <a:t>Slidesgo</a:t>
            </a:r>
            <a:r>
              <a:rPr lang="en" sz="1000">
                <a:solidFill>
                  <a:schemeClr val="dk1"/>
                </a:solidFill>
                <a:latin typeface="Arimo"/>
                <a:ea typeface="Arimo"/>
                <a:cs typeface="Arimo"/>
                <a:sym typeface="Arimo"/>
              </a:rPr>
              <a:t>, and includes icons by </a:t>
            </a:r>
            <a:r>
              <a:rPr lang="en" sz="1000" b="1" u="sng">
                <a:solidFill>
                  <a:schemeClr val="dk1"/>
                </a:solidFill>
                <a:latin typeface="Arimo"/>
                <a:ea typeface="Arimo"/>
                <a:cs typeface="Arimo"/>
                <a:sym typeface="Arimo"/>
                <a:hlinkClick r:id="rId3">
                  <a:extLst>
                    <a:ext uri="{A12FA001-AC4F-418D-AE19-62706E023703}">
                      <ahyp:hlinkClr xmlns:ahyp="http://schemas.microsoft.com/office/drawing/2018/hyperlinkcolor" val="tx"/>
                    </a:ext>
                  </a:extLst>
                </a:hlinkClick>
              </a:rPr>
              <a:t>Flaticon</a:t>
            </a:r>
            <a:r>
              <a:rPr lang="en" sz="1000">
                <a:solidFill>
                  <a:schemeClr val="dk1"/>
                </a:solidFill>
                <a:latin typeface="Arimo"/>
                <a:ea typeface="Arimo"/>
                <a:cs typeface="Arimo"/>
                <a:sym typeface="Arimo"/>
              </a:rPr>
              <a:t>, and infographics &amp; images by </a:t>
            </a:r>
            <a:r>
              <a:rPr lang="en" sz="1000" b="1" u="sng">
                <a:solidFill>
                  <a:schemeClr val="dk1"/>
                </a:solidFill>
                <a:latin typeface="Arimo"/>
                <a:ea typeface="Arimo"/>
                <a:cs typeface="Arimo"/>
                <a:sym typeface="Arimo"/>
                <a:hlinkClick r:id="rId4">
                  <a:extLst>
                    <a:ext uri="{A12FA001-AC4F-418D-AE19-62706E023703}">
                      <ahyp:hlinkClr xmlns:ahyp="http://schemas.microsoft.com/office/drawing/2018/hyperlinkcolor" val="tx"/>
                    </a:ext>
                  </a:extLst>
                </a:hlinkClick>
              </a:rPr>
              <a:t>Freepik</a:t>
            </a:r>
            <a:r>
              <a:rPr lang="en" sz="1000" u="sng">
                <a:solidFill>
                  <a:schemeClr val="dk1"/>
                </a:solidFill>
                <a:latin typeface="Arimo"/>
                <a:ea typeface="Arimo"/>
                <a:cs typeface="Arimo"/>
                <a:sym typeface="Arimo"/>
              </a:rPr>
              <a:t> </a:t>
            </a:r>
            <a:endParaRPr sz="1000" b="1" u="sng">
              <a:solidFill>
                <a:schemeClr val="dk1"/>
              </a:solidFill>
              <a:latin typeface="Arimo"/>
              <a:ea typeface="Arimo"/>
              <a:cs typeface="Arimo"/>
              <a:sym typeface="Arimo"/>
            </a:endParaRPr>
          </a:p>
        </p:txBody>
      </p:sp>
      <p:grpSp>
        <p:nvGrpSpPr>
          <p:cNvPr id="370" name="Google Shape;370;p19"/>
          <p:cNvGrpSpPr/>
          <p:nvPr/>
        </p:nvGrpSpPr>
        <p:grpSpPr>
          <a:xfrm flipH="1">
            <a:off x="62389" y="3727066"/>
            <a:ext cx="9081601" cy="1276268"/>
            <a:chOff x="1048172" y="1218625"/>
            <a:chExt cx="10223575" cy="1436753"/>
          </a:xfrm>
        </p:grpSpPr>
        <p:sp>
          <p:nvSpPr>
            <p:cNvPr id="371" name="Google Shape;371;p19"/>
            <p:cNvSpPr/>
            <p:nvPr/>
          </p:nvSpPr>
          <p:spPr>
            <a:xfrm>
              <a:off x="2640100" y="1248060"/>
              <a:ext cx="814326" cy="1052496"/>
            </a:xfrm>
            <a:custGeom>
              <a:avLst/>
              <a:gdLst/>
              <a:ahLst/>
              <a:cxnLst/>
              <a:rect l="l" t="t" r="r" b="b"/>
              <a:pathLst>
                <a:path w="7940" h="10262" extrusionOk="0">
                  <a:moveTo>
                    <a:pt x="7929" y="3285"/>
                  </a:moveTo>
                  <a:lnTo>
                    <a:pt x="7608" y="3285"/>
                  </a:lnTo>
                  <a:lnTo>
                    <a:pt x="7608" y="2610"/>
                  </a:lnTo>
                  <a:lnTo>
                    <a:pt x="7210" y="2610"/>
                  </a:lnTo>
                  <a:lnTo>
                    <a:pt x="7210" y="1759"/>
                  </a:lnTo>
                  <a:lnTo>
                    <a:pt x="6137" y="1759"/>
                  </a:lnTo>
                  <a:lnTo>
                    <a:pt x="6137" y="2610"/>
                  </a:lnTo>
                  <a:lnTo>
                    <a:pt x="5739" y="2610"/>
                  </a:lnTo>
                  <a:lnTo>
                    <a:pt x="5739" y="3285"/>
                  </a:lnTo>
                  <a:lnTo>
                    <a:pt x="5175" y="3285"/>
                  </a:lnTo>
                  <a:lnTo>
                    <a:pt x="5175" y="4147"/>
                  </a:lnTo>
                  <a:cubicBezTo>
                    <a:pt x="4490" y="4169"/>
                    <a:pt x="3992" y="4213"/>
                    <a:pt x="3992" y="4280"/>
                  </a:cubicBezTo>
                  <a:lnTo>
                    <a:pt x="3992" y="4501"/>
                  </a:lnTo>
                  <a:lnTo>
                    <a:pt x="3992" y="4501"/>
                  </a:lnTo>
                  <a:lnTo>
                    <a:pt x="3992" y="4645"/>
                  </a:lnTo>
                  <a:lnTo>
                    <a:pt x="3992" y="4645"/>
                  </a:lnTo>
                  <a:lnTo>
                    <a:pt x="3992" y="4921"/>
                  </a:lnTo>
                  <a:lnTo>
                    <a:pt x="3992" y="4921"/>
                  </a:lnTo>
                  <a:lnTo>
                    <a:pt x="3992" y="5054"/>
                  </a:lnTo>
                  <a:lnTo>
                    <a:pt x="3992" y="5065"/>
                  </a:lnTo>
                  <a:lnTo>
                    <a:pt x="3992" y="5341"/>
                  </a:lnTo>
                  <a:lnTo>
                    <a:pt x="3992" y="5341"/>
                  </a:lnTo>
                  <a:lnTo>
                    <a:pt x="3992" y="5485"/>
                  </a:lnTo>
                  <a:lnTo>
                    <a:pt x="3992" y="5485"/>
                  </a:lnTo>
                  <a:lnTo>
                    <a:pt x="3992" y="5761"/>
                  </a:lnTo>
                  <a:lnTo>
                    <a:pt x="3992" y="5761"/>
                  </a:lnTo>
                  <a:lnTo>
                    <a:pt x="3992" y="5905"/>
                  </a:lnTo>
                  <a:lnTo>
                    <a:pt x="3992" y="5905"/>
                  </a:lnTo>
                  <a:lnTo>
                    <a:pt x="3992" y="6182"/>
                  </a:lnTo>
                  <a:lnTo>
                    <a:pt x="3992" y="6182"/>
                  </a:lnTo>
                  <a:lnTo>
                    <a:pt x="3992" y="6336"/>
                  </a:lnTo>
                  <a:lnTo>
                    <a:pt x="3992" y="6613"/>
                  </a:lnTo>
                  <a:lnTo>
                    <a:pt x="3992" y="6746"/>
                  </a:lnTo>
                  <a:lnTo>
                    <a:pt x="3992" y="6746"/>
                  </a:lnTo>
                  <a:lnTo>
                    <a:pt x="3992" y="7022"/>
                  </a:lnTo>
                  <a:lnTo>
                    <a:pt x="3992" y="7022"/>
                  </a:lnTo>
                  <a:lnTo>
                    <a:pt x="3992" y="7166"/>
                  </a:lnTo>
                  <a:lnTo>
                    <a:pt x="3992" y="7166"/>
                  </a:lnTo>
                  <a:lnTo>
                    <a:pt x="3992" y="7442"/>
                  </a:lnTo>
                  <a:lnTo>
                    <a:pt x="3992" y="7442"/>
                  </a:lnTo>
                  <a:lnTo>
                    <a:pt x="3992" y="7597"/>
                  </a:lnTo>
                  <a:lnTo>
                    <a:pt x="3992" y="7597"/>
                  </a:lnTo>
                  <a:lnTo>
                    <a:pt x="3992" y="7807"/>
                  </a:lnTo>
                  <a:lnTo>
                    <a:pt x="3561" y="7807"/>
                  </a:lnTo>
                  <a:lnTo>
                    <a:pt x="3561" y="3185"/>
                  </a:lnTo>
                  <a:lnTo>
                    <a:pt x="2986" y="3185"/>
                  </a:lnTo>
                  <a:lnTo>
                    <a:pt x="2986" y="863"/>
                  </a:lnTo>
                  <a:lnTo>
                    <a:pt x="2455" y="863"/>
                  </a:lnTo>
                  <a:lnTo>
                    <a:pt x="2455" y="0"/>
                  </a:lnTo>
                  <a:lnTo>
                    <a:pt x="1615" y="0"/>
                  </a:lnTo>
                  <a:lnTo>
                    <a:pt x="1615" y="863"/>
                  </a:lnTo>
                  <a:lnTo>
                    <a:pt x="1084" y="863"/>
                  </a:lnTo>
                  <a:lnTo>
                    <a:pt x="1084" y="3185"/>
                  </a:lnTo>
                  <a:lnTo>
                    <a:pt x="509" y="3185"/>
                  </a:lnTo>
                  <a:lnTo>
                    <a:pt x="509" y="3296"/>
                  </a:lnTo>
                  <a:lnTo>
                    <a:pt x="354" y="3296"/>
                  </a:lnTo>
                  <a:lnTo>
                    <a:pt x="354" y="3439"/>
                  </a:lnTo>
                  <a:lnTo>
                    <a:pt x="509" y="3439"/>
                  </a:lnTo>
                  <a:lnTo>
                    <a:pt x="509" y="3649"/>
                  </a:lnTo>
                  <a:lnTo>
                    <a:pt x="354" y="3649"/>
                  </a:lnTo>
                  <a:lnTo>
                    <a:pt x="354" y="3793"/>
                  </a:lnTo>
                  <a:lnTo>
                    <a:pt x="509" y="3793"/>
                  </a:lnTo>
                  <a:lnTo>
                    <a:pt x="509" y="4014"/>
                  </a:lnTo>
                  <a:lnTo>
                    <a:pt x="354" y="4014"/>
                  </a:lnTo>
                  <a:lnTo>
                    <a:pt x="354" y="4147"/>
                  </a:lnTo>
                  <a:lnTo>
                    <a:pt x="509" y="4147"/>
                  </a:lnTo>
                  <a:lnTo>
                    <a:pt x="509" y="4368"/>
                  </a:lnTo>
                  <a:lnTo>
                    <a:pt x="354" y="4368"/>
                  </a:lnTo>
                  <a:lnTo>
                    <a:pt x="354" y="4501"/>
                  </a:lnTo>
                  <a:lnTo>
                    <a:pt x="509" y="4501"/>
                  </a:lnTo>
                  <a:lnTo>
                    <a:pt x="509" y="4711"/>
                  </a:lnTo>
                  <a:lnTo>
                    <a:pt x="354" y="4711"/>
                  </a:lnTo>
                  <a:lnTo>
                    <a:pt x="354" y="4855"/>
                  </a:lnTo>
                  <a:lnTo>
                    <a:pt x="509" y="4855"/>
                  </a:lnTo>
                  <a:lnTo>
                    <a:pt x="509" y="5065"/>
                  </a:lnTo>
                  <a:lnTo>
                    <a:pt x="354" y="5065"/>
                  </a:lnTo>
                  <a:lnTo>
                    <a:pt x="354" y="5198"/>
                  </a:lnTo>
                  <a:lnTo>
                    <a:pt x="509" y="5198"/>
                  </a:lnTo>
                  <a:lnTo>
                    <a:pt x="509" y="5419"/>
                  </a:lnTo>
                  <a:lnTo>
                    <a:pt x="354" y="5419"/>
                  </a:lnTo>
                  <a:lnTo>
                    <a:pt x="354" y="5562"/>
                  </a:lnTo>
                  <a:lnTo>
                    <a:pt x="509" y="5562"/>
                  </a:lnTo>
                  <a:lnTo>
                    <a:pt x="509" y="5795"/>
                  </a:lnTo>
                  <a:lnTo>
                    <a:pt x="354" y="5795"/>
                  </a:lnTo>
                  <a:lnTo>
                    <a:pt x="354" y="5938"/>
                  </a:lnTo>
                  <a:lnTo>
                    <a:pt x="509" y="5938"/>
                  </a:lnTo>
                  <a:lnTo>
                    <a:pt x="509" y="6148"/>
                  </a:lnTo>
                  <a:lnTo>
                    <a:pt x="354" y="6148"/>
                  </a:lnTo>
                  <a:lnTo>
                    <a:pt x="354" y="6281"/>
                  </a:lnTo>
                  <a:lnTo>
                    <a:pt x="509" y="6281"/>
                  </a:lnTo>
                  <a:lnTo>
                    <a:pt x="509" y="6502"/>
                  </a:lnTo>
                  <a:lnTo>
                    <a:pt x="354" y="6502"/>
                  </a:lnTo>
                  <a:lnTo>
                    <a:pt x="354" y="6635"/>
                  </a:lnTo>
                  <a:lnTo>
                    <a:pt x="509" y="6635"/>
                  </a:lnTo>
                  <a:lnTo>
                    <a:pt x="509" y="6845"/>
                  </a:lnTo>
                  <a:lnTo>
                    <a:pt x="354" y="6845"/>
                  </a:lnTo>
                  <a:lnTo>
                    <a:pt x="354" y="6989"/>
                  </a:lnTo>
                  <a:lnTo>
                    <a:pt x="509" y="6989"/>
                  </a:lnTo>
                  <a:lnTo>
                    <a:pt x="509" y="7199"/>
                  </a:lnTo>
                  <a:lnTo>
                    <a:pt x="354" y="7199"/>
                  </a:lnTo>
                  <a:lnTo>
                    <a:pt x="354" y="7343"/>
                  </a:lnTo>
                  <a:lnTo>
                    <a:pt x="509" y="7343"/>
                  </a:lnTo>
                  <a:lnTo>
                    <a:pt x="509" y="7409"/>
                  </a:lnTo>
                  <a:lnTo>
                    <a:pt x="0" y="7409"/>
                  </a:lnTo>
                  <a:lnTo>
                    <a:pt x="0" y="10262"/>
                  </a:lnTo>
                  <a:lnTo>
                    <a:pt x="7940" y="10262"/>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19"/>
            <p:cNvSpPr/>
            <p:nvPr/>
          </p:nvSpPr>
          <p:spPr>
            <a:xfrm>
              <a:off x="9061672" y="1366006"/>
              <a:ext cx="942526" cy="1075265"/>
            </a:xfrm>
            <a:custGeom>
              <a:avLst/>
              <a:gdLst/>
              <a:ahLst/>
              <a:cxnLst/>
              <a:rect l="l" t="t" r="r" b="b"/>
              <a:pathLst>
                <a:path w="9190" h="10484" extrusionOk="0">
                  <a:moveTo>
                    <a:pt x="0" y="10118"/>
                  </a:moveTo>
                  <a:lnTo>
                    <a:pt x="0" y="9289"/>
                  </a:lnTo>
                  <a:cubicBezTo>
                    <a:pt x="0" y="9156"/>
                    <a:pt x="78" y="9046"/>
                    <a:pt x="177" y="9046"/>
                  </a:cubicBezTo>
                  <a:cubicBezTo>
                    <a:pt x="277" y="9046"/>
                    <a:pt x="354" y="8935"/>
                    <a:pt x="354" y="8802"/>
                  </a:cubicBezTo>
                  <a:lnTo>
                    <a:pt x="354" y="8614"/>
                  </a:lnTo>
                  <a:cubicBezTo>
                    <a:pt x="354" y="8482"/>
                    <a:pt x="431" y="8371"/>
                    <a:pt x="531" y="8371"/>
                  </a:cubicBezTo>
                  <a:lnTo>
                    <a:pt x="852" y="8371"/>
                  </a:lnTo>
                  <a:lnTo>
                    <a:pt x="852" y="8227"/>
                  </a:lnTo>
                  <a:lnTo>
                    <a:pt x="1062" y="8227"/>
                  </a:lnTo>
                  <a:cubicBezTo>
                    <a:pt x="1084" y="8205"/>
                    <a:pt x="1117" y="8194"/>
                    <a:pt x="1139" y="8194"/>
                  </a:cubicBezTo>
                  <a:lnTo>
                    <a:pt x="1139" y="8084"/>
                  </a:lnTo>
                  <a:lnTo>
                    <a:pt x="1017" y="8084"/>
                  </a:lnTo>
                  <a:lnTo>
                    <a:pt x="1017" y="7697"/>
                  </a:lnTo>
                  <a:lnTo>
                    <a:pt x="1139" y="7697"/>
                  </a:lnTo>
                  <a:lnTo>
                    <a:pt x="1139" y="7553"/>
                  </a:lnTo>
                  <a:lnTo>
                    <a:pt x="852" y="7553"/>
                  </a:lnTo>
                  <a:lnTo>
                    <a:pt x="852" y="7365"/>
                  </a:lnTo>
                  <a:lnTo>
                    <a:pt x="1139" y="7365"/>
                  </a:lnTo>
                  <a:lnTo>
                    <a:pt x="1139" y="7221"/>
                  </a:lnTo>
                  <a:lnTo>
                    <a:pt x="1017" y="7221"/>
                  </a:lnTo>
                  <a:lnTo>
                    <a:pt x="1017" y="6823"/>
                  </a:lnTo>
                  <a:lnTo>
                    <a:pt x="1139" y="6823"/>
                  </a:lnTo>
                  <a:lnTo>
                    <a:pt x="1139" y="6690"/>
                  </a:lnTo>
                  <a:lnTo>
                    <a:pt x="852" y="6690"/>
                  </a:lnTo>
                  <a:lnTo>
                    <a:pt x="852" y="6491"/>
                  </a:lnTo>
                  <a:lnTo>
                    <a:pt x="1139" y="6491"/>
                  </a:lnTo>
                  <a:lnTo>
                    <a:pt x="1139" y="6359"/>
                  </a:lnTo>
                  <a:lnTo>
                    <a:pt x="1017" y="6359"/>
                  </a:lnTo>
                  <a:lnTo>
                    <a:pt x="1017" y="5960"/>
                  </a:lnTo>
                  <a:lnTo>
                    <a:pt x="1139" y="5960"/>
                  </a:lnTo>
                  <a:lnTo>
                    <a:pt x="1139" y="5828"/>
                  </a:lnTo>
                  <a:lnTo>
                    <a:pt x="852" y="5828"/>
                  </a:lnTo>
                  <a:lnTo>
                    <a:pt x="852" y="5629"/>
                  </a:lnTo>
                  <a:lnTo>
                    <a:pt x="1139" y="5629"/>
                  </a:lnTo>
                  <a:lnTo>
                    <a:pt x="1139" y="5485"/>
                  </a:lnTo>
                  <a:lnTo>
                    <a:pt x="1017" y="5485"/>
                  </a:lnTo>
                  <a:lnTo>
                    <a:pt x="1017" y="5098"/>
                  </a:lnTo>
                  <a:lnTo>
                    <a:pt x="1139" y="5098"/>
                  </a:lnTo>
                  <a:lnTo>
                    <a:pt x="1139" y="4954"/>
                  </a:lnTo>
                  <a:lnTo>
                    <a:pt x="852" y="4954"/>
                  </a:lnTo>
                  <a:lnTo>
                    <a:pt x="852" y="4755"/>
                  </a:lnTo>
                  <a:lnTo>
                    <a:pt x="1139" y="4755"/>
                  </a:lnTo>
                  <a:lnTo>
                    <a:pt x="1139" y="4623"/>
                  </a:lnTo>
                  <a:lnTo>
                    <a:pt x="1017" y="4623"/>
                  </a:lnTo>
                  <a:lnTo>
                    <a:pt x="1017" y="4236"/>
                  </a:lnTo>
                  <a:lnTo>
                    <a:pt x="1139" y="4236"/>
                  </a:lnTo>
                  <a:lnTo>
                    <a:pt x="1139" y="4092"/>
                  </a:lnTo>
                  <a:lnTo>
                    <a:pt x="852" y="4092"/>
                  </a:lnTo>
                  <a:lnTo>
                    <a:pt x="852" y="3893"/>
                  </a:lnTo>
                  <a:lnTo>
                    <a:pt x="1139" y="3893"/>
                  </a:lnTo>
                  <a:lnTo>
                    <a:pt x="1139" y="3362"/>
                  </a:lnTo>
                  <a:lnTo>
                    <a:pt x="1692" y="3362"/>
                  </a:lnTo>
                  <a:lnTo>
                    <a:pt x="1692" y="2654"/>
                  </a:lnTo>
                  <a:lnTo>
                    <a:pt x="2090" y="2654"/>
                  </a:lnTo>
                  <a:lnTo>
                    <a:pt x="2090" y="1792"/>
                  </a:lnTo>
                  <a:lnTo>
                    <a:pt x="3152" y="1792"/>
                  </a:lnTo>
                  <a:lnTo>
                    <a:pt x="3152" y="2654"/>
                  </a:lnTo>
                  <a:lnTo>
                    <a:pt x="3539" y="2654"/>
                  </a:lnTo>
                  <a:lnTo>
                    <a:pt x="3539" y="3362"/>
                  </a:lnTo>
                  <a:lnTo>
                    <a:pt x="4092" y="3362"/>
                  </a:lnTo>
                  <a:lnTo>
                    <a:pt x="4092" y="4236"/>
                  </a:lnTo>
                  <a:cubicBezTo>
                    <a:pt x="4766" y="4258"/>
                    <a:pt x="5253" y="4302"/>
                    <a:pt x="5253" y="4368"/>
                  </a:cubicBezTo>
                  <a:lnTo>
                    <a:pt x="5253" y="4589"/>
                  </a:lnTo>
                  <a:lnTo>
                    <a:pt x="5253" y="4589"/>
                  </a:lnTo>
                  <a:lnTo>
                    <a:pt x="5253" y="4744"/>
                  </a:lnTo>
                  <a:lnTo>
                    <a:pt x="5253" y="4744"/>
                  </a:lnTo>
                  <a:lnTo>
                    <a:pt x="5253" y="5021"/>
                  </a:lnTo>
                  <a:lnTo>
                    <a:pt x="5253" y="5021"/>
                  </a:lnTo>
                  <a:lnTo>
                    <a:pt x="5253" y="5175"/>
                  </a:lnTo>
                  <a:lnTo>
                    <a:pt x="5253" y="5175"/>
                  </a:lnTo>
                  <a:lnTo>
                    <a:pt x="5253" y="5452"/>
                  </a:lnTo>
                  <a:lnTo>
                    <a:pt x="5253" y="5452"/>
                  </a:lnTo>
                  <a:lnTo>
                    <a:pt x="5253" y="5596"/>
                  </a:lnTo>
                  <a:lnTo>
                    <a:pt x="5253" y="5596"/>
                  </a:lnTo>
                  <a:lnTo>
                    <a:pt x="5253" y="5872"/>
                  </a:lnTo>
                  <a:lnTo>
                    <a:pt x="5253" y="5872"/>
                  </a:lnTo>
                  <a:lnTo>
                    <a:pt x="5253" y="6027"/>
                  </a:lnTo>
                  <a:lnTo>
                    <a:pt x="5253" y="6038"/>
                  </a:lnTo>
                  <a:lnTo>
                    <a:pt x="5253" y="6314"/>
                  </a:lnTo>
                  <a:lnTo>
                    <a:pt x="5253" y="6458"/>
                  </a:lnTo>
                  <a:lnTo>
                    <a:pt x="5253" y="6458"/>
                  </a:lnTo>
                  <a:lnTo>
                    <a:pt x="5253" y="6735"/>
                  </a:lnTo>
                  <a:lnTo>
                    <a:pt x="5253" y="6735"/>
                  </a:lnTo>
                  <a:lnTo>
                    <a:pt x="5253" y="6889"/>
                  </a:lnTo>
                  <a:lnTo>
                    <a:pt x="5253" y="6889"/>
                  </a:lnTo>
                  <a:lnTo>
                    <a:pt x="5253" y="7166"/>
                  </a:lnTo>
                  <a:lnTo>
                    <a:pt x="5253" y="7166"/>
                  </a:lnTo>
                  <a:lnTo>
                    <a:pt x="5253" y="7309"/>
                  </a:lnTo>
                  <a:lnTo>
                    <a:pt x="5253" y="7321"/>
                  </a:lnTo>
                  <a:lnTo>
                    <a:pt x="5253" y="7597"/>
                  </a:lnTo>
                  <a:lnTo>
                    <a:pt x="5253" y="7597"/>
                  </a:lnTo>
                  <a:lnTo>
                    <a:pt x="5253" y="7741"/>
                  </a:lnTo>
                  <a:lnTo>
                    <a:pt x="5253" y="7741"/>
                  </a:lnTo>
                  <a:lnTo>
                    <a:pt x="5253" y="7962"/>
                  </a:lnTo>
                  <a:lnTo>
                    <a:pt x="5684" y="7962"/>
                  </a:lnTo>
                  <a:lnTo>
                    <a:pt x="5684" y="3251"/>
                  </a:lnTo>
                  <a:lnTo>
                    <a:pt x="6248" y="3251"/>
                  </a:lnTo>
                  <a:lnTo>
                    <a:pt x="6248" y="874"/>
                  </a:lnTo>
                  <a:lnTo>
                    <a:pt x="6767" y="874"/>
                  </a:lnTo>
                  <a:lnTo>
                    <a:pt x="6767" y="0"/>
                  </a:lnTo>
                  <a:lnTo>
                    <a:pt x="7597" y="0"/>
                  </a:lnTo>
                  <a:lnTo>
                    <a:pt x="7597" y="874"/>
                  </a:lnTo>
                  <a:lnTo>
                    <a:pt x="8128" y="874"/>
                  </a:lnTo>
                  <a:lnTo>
                    <a:pt x="8128" y="3251"/>
                  </a:lnTo>
                  <a:lnTo>
                    <a:pt x="8691" y="3251"/>
                  </a:lnTo>
                  <a:lnTo>
                    <a:pt x="8691" y="3373"/>
                  </a:lnTo>
                  <a:lnTo>
                    <a:pt x="8835" y="3373"/>
                  </a:lnTo>
                  <a:lnTo>
                    <a:pt x="8835" y="3517"/>
                  </a:lnTo>
                  <a:lnTo>
                    <a:pt x="8691" y="3517"/>
                  </a:lnTo>
                  <a:lnTo>
                    <a:pt x="8691" y="3727"/>
                  </a:lnTo>
                  <a:lnTo>
                    <a:pt x="8835" y="3727"/>
                  </a:lnTo>
                  <a:lnTo>
                    <a:pt x="8835" y="3882"/>
                  </a:lnTo>
                  <a:lnTo>
                    <a:pt x="8691" y="3882"/>
                  </a:lnTo>
                  <a:lnTo>
                    <a:pt x="8691" y="4092"/>
                  </a:lnTo>
                  <a:lnTo>
                    <a:pt x="8835" y="4092"/>
                  </a:lnTo>
                  <a:lnTo>
                    <a:pt x="8835" y="4247"/>
                  </a:lnTo>
                  <a:lnTo>
                    <a:pt x="8691" y="4247"/>
                  </a:lnTo>
                  <a:lnTo>
                    <a:pt x="8691" y="4457"/>
                  </a:lnTo>
                  <a:lnTo>
                    <a:pt x="8835" y="4457"/>
                  </a:lnTo>
                  <a:lnTo>
                    <a:pt x="8835" y="4611"/>
                  </a:lnTo>
                  <a:lnTo>
                    <a:pt x="8691" y="4611"/>
                  </a:lnTo>
                  <a:lnTo>
                    <a:pt x="8691" y="4822"/>
                  </a:lnTo>
                  <a:lnTo>
                    <a:pt x="8835" y="4822"/>
                  </a:lnTo>
                  <a:lnTo>
                    <a:pt x="8835" y="4976"/>
                  </a:lnTo>
                  <a:lnTo>
                    <a:pt x="8691" y="4976"/>
                  </a:lnTo>
                  <a:lnTo>
                    <a:pt x="8691" y="5186"/>
                  </a:lnTo>
                  <a:lnTo>
                    <a:pt x="8835" y="5186"/>
                  </a:lnTo>
                  <a:lnTo>
                    <a:pt x="8835" y="5341"/>
                  </a:lnTo>
                  <a:lnTo>
                    <a:pt x="8691" y="5341"/>
                  </a:lnTo>
                  <a:lnTo>
                    <a:pt x="8691" y="5551"/>
                  </a:lnTo>
                  <a:lnTo>
                    <a:pt x="8835" y="5551"/>
                  </a:lnTo>
                  <a:lnTo>
                    <a:pt x="8835" y="5706"/>
                  </a:lnTo>
                  <a:lnTo>
                    <a:pt x="8691" y="5706"/>
                  </a:lnTo>
                  <a:lnTo>
                    <a:pt x="8691" y="5916"/>
                  </a:lnTo>
                  <a:lnTo>
                    <a:pt x="8835" y="5916"/>
                  </a:lnTo>
                  <a:lnTo>
                    <a:pt x="8835" y="6060"/>
                  </a:lnTo>
                  <a:lnTo>
                    <a:pt x="8691" y="6060"/>
                  </a:lnTo>
                  <a:lnTo>
                    <a:pt x="8691" y="6281"/>
                  </a:lnTo>
                  <a:lnTo>
                    <a:pt x="8835" y="6281"/>
                  </a:lnTo>
                  <a:lnTo>
                    <a:pt x="8835" y="6425"/>
                  </a:lnTo>
                  <a:lnTo>
                    <a:pt x="8691" y="6425"/>
                  </a:lnTo>
                  <a:lnTo>
                    <a:pt x="8691" y="6646"/>
                  </a:lnTo>
                  <a:lnTo>
                    <a:pt x="8835" y="6646"/>
                  </a:lnTo>
                  <a:lnTo>
                    <a:pt x="8835" y="6801"/>
                  </a:lnTo>
                  <a:lnTo>
                    <a:pt x="8691" y="6801"/>
                  </a:lnTo>
                  <a:lnTo>
                    <a:pt x="8691" y="7011"/>
                  </a:lnTo>
                  <a:lnTo>
                    <a:pt x="8835" y="7011"/>
                  </a:lnTo>
                  <a:lnTo>
                    <a:pt x="8835" y="7166"/>
                  </a:lnTo>
                  <a:lnTo>
                    <a:pt x="8691" y="7166"/>
                  </a:lnTo>
                  <a:lnTo>
                    <a:pt x="8691" y="7376"/>
                  </a:lnTo>
                  <a:lnTo>
                    <a:pt x="8835" y="7376"/>
                  </a:lnTo>
                  <a:lnTo>
                    <a:pt x="8835" y="7531"/>
                  </a:lnTo>
                  <a:lnTo>
                    <a:pt x="8691" y="7531"/>
                  </a:lnTo>
                  <a:lnTo>
                    <a:pt x="8691" y="7608"/>
                  </a:lnTo>
                  <a:lnTo>
                    <a:pt x="9189" y="7608"/>
                  </a:lnTo>
                  <a:lnTo>
                    <a:pt x="9189" y="10483"/>
                  </a:lnTo>
                  <a:lnTo>
                    <a:pt x="266" y="10483"/>
                  </a:lnTo>
                  <a:cubicBezTo>
                    <a:pt x="122" y="10483"/>
                    <a:pt x="0" y="10317"/>
                    <a:pt x="0" y="1011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19"/>
            <p:cNvSpPr/>
            <p:nvPr/>
          </p:nvSpPr>
          <p:spPr>
            <a:xfrm>
              <a:off x="8079088" y="1218625"/>
              <a:ext cx="958423" cy="1237314"/>
            </a:xfrm>
            <a:custGeom>
              <a:avLst/>
              <a:gdLst/>
              <a:ahLst/>
              <a:cxnLst/>
              <a:rect l="l" t="t" r="r" b="b"/>
              <a:pathLst>
                <a:path w="9345" h="12064" extrusionOk="0">
                  <a:moveTo>
                    <a:pt x="9333" y="3870"/>
                  </a:moveTo>
                  <a:lnTo>
                    <a:pt x="8957" y="3870"/>
                  </a:lnTo>
                  <a:lnTo>
                    <a:pt x="8957" y="3063"/>
                  </a:lnTo>
                  <a:lnTo>
                    <a:pt x="8482" y="3063"/>
                  </a:lnTo>
                  <a:lnTo>
                    <a:pt x="8482" y="2079"/>
                  </a:lnTo>
                  <a:lnTo>
                    <a:pt x="7232" y="2079"/>
                  </a:lnTo>
                  <a:lnTo>
                    <a:pt x="7232" y="3063"/>
                  </a:lnTo>
                  <a:lnTo>
                    <a:pt x="6757" y="3063"/>
                  </a:lnTo>
                  <a:lnTo>
                    <a:pt x="6757" y="3870"/>
                  </a:lnTo>
                  <a:lnTo>
                    <a:pt x="6093" y="3870"/>
                  </a:lnTo>
                  <a:lnTo>
                    <a:pt x="6093" y="4876"/>
                  </a:lnTo>
                  <a:cubicBezTo>
                    <a:pt x="5286" y="4898"/>
                    <a:pt x="4711" y="4954"/>
                    <a:pt x="4711" y="5031"/>
                  </a:cubicBezTo>
                  <a:lnTo>
                    <a:pt x="4711" y="5285"/>
                  </a:lnTo>
                  <a:lnTo>
                    <a:pt x="4711" y="5274"/>
                  </a:lnTo>
                  <a:lnTo>
                    <a:pt x="4711" y="5451"/>
                  </a:lnTo>
                  <a:lnTo>
                    <a:pt x="4711" y="5462"/>
                  </a:lnTo>
                  <a:lnTo>
                    <a:pt x="4711" y="5783"/>
                  </a:lnTo>
                  <a:lnTo>
                    <a:pt x="4711" y="5783"/>
                  </a:lnTo>
                  <a:lnTo>
                    <a:pt x="4711" y="5949"/>
                  </a:lnTo>
                  <a:lnTo>
                    <a:pt x="4711" y="5949"/>
                  </a:lnTo>
                  <a:lnTo>
                    <a:pt x="4711" y="6270"/>
                  </a:lnTo>
                  <a:lnTo>
                    <a:pt x="4711" y="6270"/>
                  </a:lnTo>
                  <a:lnTo>
                    <a:pt x="4711" y="6447"/>
                  </a:lnTo>
                  <a:lnTo>
                    <a:pt x="4711" y="6458"/>
                  </a:lnTo>
                  <a:lnTo>
                    <a:pt x="4711" y="6778"/>
                  </a:lnTo>
                  <a:cubicBezTo>
                    <a:pt x="4711" y="6767"/>
                    <a:pt x="4711" y="6767"/>
                    <a:pt x="4711" y="6767"/>
                  </a:cubicBezTo>
                  <a:lnTo>
                    <a:pt x="4711" y="6944"/>
                  </a:lnTo>
                  <a:cubicBezTo>
                    <a:pt x="4711" y="6944"/>
                    <a:pt x="4711" y="6944"/>
                    <a:pt x="4711" y="6944"/>
                  </a:cubicBezTo>
                  <a:lnTo>
                    <a:pt x="4711" y="7265"/>
                  </a:lnTo>
                  <a:lnTo>
                    <a:pt x="4711" y="7265"/>
                  </a:lnTo>
                  <a:lnTo>
                    <a:pt x="4711" y="7442"/>
                  </a:lnTo>
                  <a:cubicBezTo>
                    <a:pt x="4711" y="7442"/>
                    <a:pt x="4711" y="7442"/>
                    <a:pt x="4711" y="7442"/>
                  </a:cubicBezTo>
                  <a:lnTo>
                    <a:pt x="4711" y="7773"/>
                  </a:lnTo>
                  <a:lnTo>
                    <a:pt x="4711" y="7773"/>
                  </a:lnTo>
                  <a:lnTo>
                    <a:pt x="4711" y="7939"/>
                  </a:lnTo>
                  <a:lnTo>
                    <a:pt x="4711" y="7939"/>
                  </a:lnTo>
                  <a:lnTo>
                    <a:pt x="4711" y="8260"/>
                  </a:lnTo>
                  <a:lnTo>
                    <a:pt x="4711" y="8260"/>
                  </a:lnTo>
                  <a:lnTo>
                    <a:pt x="4711" y="8437"/>
                  </a:lnTo>
                  <a:lnTo>
                    <a:pt x="4711" y="8758"/>
                  </a:lnTo>
                  <a:lnTo>
                    <a:pt x="4711" y="8923"/>
                  </a:lnTo>
                  <a:lnTo>
                    <a:pt x="4711" y="8934"/>
                  </a:lnTo>
                  <a:lnTo>
                    <a:pt x="4711" y="9189"/>
                  </a:lnTo>
                  <a:lnTo>
                    <a:pt x="4192" y="9189"/>
                  </a:lnTo>
                  <a:lnTo>
                    <a:pt x="4192" y="3749"/>
                  </a:lnTo>
                  <a:lnTo>
                    <a:pt x="3517" y="3749"/>
                  </a:lnTo>
                  <a:lnTo>
                    <a:pt x="3517" y="1006"/>
                  </a:lnTo>
                  <a:lnTo>
                    <a:pt x="2898" y="1006"/>
                  </a:lnTo>
                  <a:lnTo>
                    <a:pt x="2898" y="0"/>
                  </a:lnTo>
                  <a:lnTo>
                    <a:pt x="1903" y="0"/>
                  </a:lnTo>
                  <a:lnTo>
                    <a:pt x="1903" y="1006"/>
                  </a:lnTo>
                  <a:lnTo>
                    <a:pt x="1283" y="1006"/>
                  </a:lnTo>
                  <a:lnTo>
                    <a:pt x="1283" y="3749"/>
                  </a:lnTo>
                  <a:lnTo>
                    <a:pt x="609" y="3749"/>
                  </a:lnTo>
                  <a:lnTo>
                    <a:pt x="609" y="3881"/>
                  </a:lnTo>
                  <a:lnTo>
                    <a:pt x="432" y="3881"/>
                  </a:lnTo>
                  <a:lnTo>
                    <a:pt x="432" y="4058"/>
                  </a:lnTo>
                  <a:lnTo>
                    <a:pt x="609" y="4058"/>
                  </a:lnTo>
                  <a:lnTo>
                    <a:pt x="609" y="4301"/>
                  </a:lnTo>
                  <a:lnTo>
                    <a:pt x="432" y="4301"/>
                  </a:lnTo>
                  <a:lnTo>
                    <a:pt x="432" y="4467"/>
                  </a:lnTo>
                  <a:lnTo>
                    <a:pt x="609" y="4467"/>
                  </a:lnTo>
                  <a:lnTo>
                    <a:pt x="609" y="4722"/>
                  </a:lnTo>
                  <a:lnTo>
                    <a:pt x="432" y="4722"/>
                  </a:lnTo>
                  <a:lnTo>
                    <a:pt x="432" y="4887"/>
                  </a:lnTo>
                  <a:lnTo>
                    <a:pt x="609" y="4887"/>
                  </a:lnTo>
                  <a:lnTo>
                    <a:pt x="609" y="5142"/>
                  </a:lnTo>
                  <a:lnTo>
                    <a:pt x="432" y="5142"/>
                  </a:lnTo>
                  <a:lnTo>
                    <a:pt x="432" y="5308"/>
                  </a:lnTo>
                  <a:lnTo>
                    <a:pt x="609" y="5308"/>
                  </a:lnTo>
                  <a:lnTo>
                    <a:pt x="609" y="5562"/>
                  </a:lnTo>
                  <a:lnTo>
                    <a:pt x="432" y="5562"/>
                  </a:lnTo>
                  <a:lnTo>
                    <a:pt x="432" y="5728"/>
                  </a:lnTo>
                  <a:lnTo>
                    <a:pt x="609" y="5728"/>
                  </a:lnTo>
                  <a:lnTo>
                    <a:pt x="609" y="5982"/>
                  </a:lnTo>
                  <a:lnTo>
                    <a:pt x="432" y="5982"/>
                  </a:lnTo>
                  <a:lnTo>
                    <a:pt x="432" y="6148"/>
                  </a:lnTo>
                  <a:lnTo>
                    <a:pt x="609" y="6148"/>
                  </a:lnTo>
                  <a:lnTo>
                    <a:pt x="609" y="6402"/>
                  </a:lnTo>
                  <a:lnTo>
                    <a:pt x="432" y="6402"/>
                  </a:lnTo>
                  <a:lnTo>
                    <a:pt x="432" y="6568"/>
                  </a:lnTo>
                  <a:lnTo>
                    <a:pt x="609" y="6568"/>
                  </a:lnTo>
                  <a:lnTo>
                    <a:pt x="609" y="6822"/>
                  </a:lnTo>
                  <a:lnTo>
                    <a:pt x="432" y="6822"/>
                  </a:lnTo>
                  <a:lnTo>
                    <a:pt x="432" y="6988"/>
                  </a:lnTo>
                  <a:lnTo>
                    <a:pt x="609" y="6988"/>
                  </a:lnTo>
                  <a:lnTo>
                    <a:pt x="609" y="7243"/>
                  </a:lnTo>
                  <a:lnTo>
                    <a:pt x="432" y="7243"/>
                  </a:lnTo>
                  <a:lnTo>
                    <a:pt x="432" y="7409"/>
                  </a:lnTo>
                  <a:lnTo>
                    <a:pt x="609" y="7409"/>
                  </a:lnTo>
                  <a:lnTo>
                    <a:pt x="609" y="7652"/>
                  </a:lnTo>
                  <a:lnTo>
                    <a:pt x="432" y="7652"/>
                  </a:lnTo>
                  <a:lnTo>
                    <a:pt x="432" y="7829"/>
                  </a:lnTo>
                  <a:lnTo>
                    <a:pt x="609" y="7829"/>
                  </a:lnTo>
                  <a:lnTo>
                    <a:pt x="609" y="8072"/>
                  </a:lnTo>
                  <a:lnTo>
                    <a:pt x="432" y="8072"/>
                  </a:lnTo>
                  <a:lnTo>
                    <a:pt x="432" y="8238"/>
                  </a:lnTo>
                  <a:lnTo>
                    <a:pt x="609" y="8238"/>
                  </a:lnTo>
                  <a:lnTo>
                    <a:pt x="609" y="8492"/>
                  </a:lnTo>
                  <a:lnTo>
                    <a:pt x="432" y="8492"/>
                  </a:lnTo>
                  <a:lnTo>
                    <a:pt x="432" y="8658"/>
                  </a:lnTo>
                  <a:lnTo>
                    <a:pt x="609" y="8658"/>
                  </a:lnTo>
                  <a:lnTo>
                    <a:pt x="609" y="8746"/>
                  </a:lnTo>
                  <a:lnTo>
                    <a:pt x="1" y="8746"/>
                  </a:lnTo>
                  <a:lnTo>
                    <a:pt x="1" y="12064"/>
                  </a:lnTo>
                  <a:lnTo>
                    <a:pt x="9344" y="12064"/>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9"/>
            <p:cNvSpPr/>
            <p:nvPr/>
          </p:nvSpPr>
          <p:spPr>
            <a:xfrm>
              <a:off x="1048172" y="1218625"/>
              <a:ext cx="958423" cy="1237314"/>
            </a:xfrm>
            <a:custGeom>
              <a:avLst/>
              <a:gdLst/>
              <a:ahLst/>
              <a:cxnLst/>
              <a:rect l="l" t="t" r="r" b="b"/>
              <a:pathLst>
                <a:path w="9345" h="12064" extrusionOk="0">
                  <a:moveTo>
                    <a:pt x="9344" y="3870"/>
                  </a:moveTo>
                  <a:lnTo>
                    <a:pt x="8968" y="3870"/>
                  </a:lnTo>
                  <a:lnTo>
                    <a:pt x="8968" y="3063"/>
                  </a:lnTo>
                  <a:lnTo>
                    <a:pt x="8493" y="3063"/>
                  </a:lnTo>
                  <a:lnTo>
                    <a:pt x="8493" y="2079"/>
                  </a:lnTo>
                  <a:lnTo>
                    <a:pt x="7243" y="2079"/>
                  </a:lnTo>
                  <a:lnTo>
                    <a:pt x="7243" y="3063"/>
                  </a:lnTo>
                  <a:lnTo>
                    <a:pt x="6768" y="3063"/>
                  </a:lnTo>
                  <a:lnTo>
                    <a:pt x="6768" y="3870"/>
                  </a:lnTo>
                  <a:lnTo>
                    <a:pt x="6104" y="3870"/>
                  </a:lnTo>
                  <a:lnTo>
                    <a:pt x="6104" y="4876"/>
                  </a:lnTo>
                  <a:cubicBezTo>
                    <a:pt x="5297" y="4898"/>
                    <a:pt x="4722" y="4954"/>
                    <a:pt x="4722" y="5031"/>
                  </a:cubicBezTo>
                  <a:lnTo>
                    <a:pt x="4722" y="5285"/>
                  </a:lnTo>
                  <a:lnTo>
                    <a:pt x="4722" y="5274"/>
                  </a:lnTo>
                  <a:lnTo>
                    <a:pt x="4722" y="5451"/>
                  </a:lnTo>
                  <a:cubicBezTo>
                    <a:pt x="4722" y="5451"/>
                    <a:pt x="4722" y="5451"/>
                    <a:pt x="4722" y="5462"/>
                  </a:cubicBezTo>
                  <a:lnTo>
                    <a:pt x="4722" y="5783"/>
                  </a:lnTo>
                  <a:lnTo>
                    <a:pt x="4722" y="5949"/>
                  </a:lnTo>
                  <a:lnTo>
                    <a:pt x="4722" y="5949"/>
                  </a:lnTo>
                  <a:lnTo>
                    <a:pt x="4722" y="6270"/>
                  </a:lnTo>
                  <a:lnTo>
                    <a:pt x="4722" y="6270"/>
                  </a:lnTo>
                  <a:lnTo>
                    <a:pt x="4722" y="6447"/>
                  </a:lnTo>
                  <a:cubicBezTo>
                    <a:pt x="4722" y="6447"/>
                    <a:pt x="4722" y="6447"/>
                    <a:pt x="4722" y="6458"/>
                  </a:cubicBezTo>
                  <a:lnTo>
                    <a:pt x="4722" y="6778"/>
                  </a:lnTo>
                  <a:cubicBezTo>
                    <a:pt x="4722" y="6767"/>
                    <a:pt x="4722" y="6767"/>
                    <a:pt x="4722" y="6767"/>
                  </a:cubicBezTo>
                  <a:lnTo>
                    <a:pt x="4722" y="6944"/>
                  </a:lnTo>
                  <a:cubicBezTo>
                    <a:pt x="4722" y="6944"/>
                    <a:pt x="4722" y="6944"/>
                    <a:pt x="4722" y="6944"/>
                  </a:cubicBezTo>
                  <a:lnTo>
                    <a:pt x="4722" y="7265"/>
                  </a:lnTo>
                  <a:lnTo>
                    <a:pt x="4722" y="7265"/>
                  </a:lnTo>
                  <a:lnTo>
                    <a:pt x="4722" y="7442"/>
                  </a:lnTo>
                  <a:cubicBezTo>
                    <a:pt x="4722" y="7442"/>
                    <a:pt x="4722" y="7442"/>
                    <a:pt x="4722" y="7442"/>
                  </a:cubicBezTo>
                  <a:lnTo>
                    <a:pt x="4722" y="7773"/>
                  </a:lnTo>
                  <a:lnTo>
                    <a:pt x="4722" y="7773"/>
                  </a:lnTo>
                  <a:lnTo>
                    <a:pt x="4722" y="7939"/>
                  </a:lnTo>
                  <a:lnTo>
                    <a:pt x="4722" y="7939"/>
                  </a:lnTo>
                  <a:lnTo>
                    <a:pt x="4722" y="8260"/>
                  </a:lnTo>
                  <a:lnTo>
                    <a:pt x="4722" y="8437"/>
                  </a:lnTo>
                  <a:lnTo>
                    <a:pt x="4722" y="8758"/>
                  </a:lnTo>
                  <a:lnTo>
                    <a:pt x="4722" y="8923"/>
                  </a:lnTo>
                  <a:cubicBezTo>
                    <a:pt x="4722" y="8934"/>
                    <a:pt x="4722" y="8934"/>
                    <a:pt x="4722" y="8934"/>
                  </a:cubicBezTo>
                  <a:lnTo>
                    <a:pt x="4722" y="9189"/>
                  </a:lnTo>
                  <a:lnTo>
                    <a:pt x="4191" y="9189"/>
                  </a:lnTo>
                  <a:lnTo>
                    <a:pt x="4191" y="3749"/>
                  </a:lnTo>
                  <a:lnTo>
                    <a:pt x="3517" y="3749"/>
                  </a:lnTo>
                  <a:lnTo>
                    <a:pt x="3517" y="1006"/>
                  </a:lnTo>
                  <a:lnTo>
                    <a:pt x="2898" y="1006"/>
                  </a:lnTo>
                  <a:lnTo>
                    <a:pt x="2898" y="0"/>
                  </a:lnTo>
                  <a:lnTo>
                    <a:pt x="1902" y="0"/>
                  </a:lnTo>
                  <a:lnTo>
                    <a:pt x="1902" y="1006"/>
                  </a:lnTo>
                  <a:lnTo>
                    <a:pt x="1272" y="1006"/>
                  </a:lnTo>
                  <a:lnTo>
                    <a:pt x="1272" y="3749"/>
                  </a:lnTo>
                  <a:lnTo>
                    <a:pt x="598" y="3749"/>
                  </a:lnTo>
                  <a:lnTo>
                    <a:pt x="598" y="3881"/>
                  </a:lnTo>
                  <a:lnTo>
                    <a:pt x="421" y="3881"/>
                  </a:lnTo>
                  <a:lnTo>
                    <a:pt x="421" y="4058"/>
                  </a:lnTo>
                  <a:lnTo>
                    <a:pt x="598" y="4058"/>
                  </a:lnTo>
                  <a:lnTo>
                    <a:pt x="598" y="4301"/>
                  </a:lnTo>
                  <a:lnTo>
                    <a:pt x="421" y="4301"/>
                  </a:lnTo>
                  <a:lnTo>
                    <a:pt x="421" y="4467"/>
                  </a:lnTo>
                  <a:lnTo>
                    <a:pt x="598" y="4467"/>
                  </a:lnTo>
                  <a:lnTo>
                    <a:pt x="598" y="4722"/>
                  </a:lnTo>
                  <a:lnTo>
                    <a:pt x="421" y="4722"/>
                  </a:lnTo>
                  <a:lnTo>
                    <a:pt x="421" y="4887"/>
                  </a:lnTo>
                  <a:lnTo>
                    <a:pt x="598" y="4887"/>
                  </a:lnTo>
                  <a:lnTo>
                    <a:pt x="598" y="5142"/>
                  </a:lnTo>
                  <a:lnTo>
                    <a:pt x="421" y="5142"/>
                  </a:lnTo>
                  <a:lnTo>
                    <a:pt x="421" y="5308"/>
                  </a:lnTo>
                  <a:lnTo>
                    <a:pt x="598" y="5308"/>
                  </a:lnTo>
                  <a:lnTo>
                    <a:pt x="598" y="5562"/>
                  </a:lnTo>
                  <a:lnTo>
                    <a:pt x="421" y="5562"/>
                  </a:lnTo>
                  <a:lnTo>
                    <a:pt x="421" y="5728"/>
                  </a:lnTo>
                  <a:lnTo>
                    <a:pt x="598" y="5728"/>
                  </a:lnTo>
                  <a:lnTo>
                    <a:pt x="598" y="5982"/>
                  </a:lnTo>
                  <a:lnTo>
                    <a:pt x="421" y="5982"/>
                  </a:lnTo>
                  <a:lnTo>
                    <a:pt x="421" y="6148"/>
                  </a:lnTo>
                  <a:lnTo>
                    <a:pt x="598" y="6148"/>
                  </a:lnTo>
                  <a:lnTo>
                    <a:pt x="598" y="6402"/>
                  </a:lnTo>
                  <a:lnTo>
                    <a:pt x="421" y="6402"/>
                  </a:lnTo>
                  <a:lnTo>
                    <a:pt x="421" y="6568"/>
                  </a:lnTo>
                  <a:lnTo>
                    <a:pt x="598" y="6568"/>
                  </a:lnTo>
                  <a:lnTo>
                    <a:pt x="598" y="6822"/>
                  </a:lnTo>
                  <a:lnTo>
                    <a:pt x="421" y="6822"/>
                  </a:lnTo>
                  <a:lnTo>
                    <a:pt x="421" y="6988"/>
                  </a:lnTo>
                  <a:lnTo>
                    <a:pt x="598" y="6988"/>
                  </a:lnTo>
                  <a:lnTo>
                    <a:pt x="598" y="7243"/>
                  </a:lnTo>
                  <a:lnTo>
                    <a:pt x="421" y="7243"/>
                  </a:lnTo>
                  <a:lnTo>
                    <a:pt x="421" y="7409"/>
                  </a:lnTo>
                  <a:lnTo>
                    <a:pt x="598" y="7409"/>
                  </a:lnTo>
                  <a:lnTo>
                    <a:pt x="598" y="7652"/>
                  </a:lnTo>
                  <a:lnTo>
                    <a:pt x="421" y="7652"/>
                  </a:lnTo>
                  <a:lnTo>
                    <a:pt x="421" y="7829"/>
                  </a:lnTo>
                  <a:lnTo>
                    <a:pt x="598" y="7829"/>
                  </a:lnTo>
                  <a:lnTo>
                    <a:pt x="598" y="8072"/>
                  </a:lnTo>
                  <a:lnTo>
                    <a:pt x="421" y="8072"/>
                  </a:lnTo>
                  <a:lnTo>
                    <a:pt x="421" y="8238"/>
                  </a:lnTo>
                  <a:lnTo>
                    <a:pt x="598" y="8238"/>
                  </a:lnTo>
                  <a:lnTo>
                    <a:pt x="598" y="8492"/>
                  </a:lnTo>
                  <a:lnTo>
                    <a:pt x="421" y="8492"/>
                  </a:lnTo>
                  <a:lnTo>
                    <a:pt x="421" y="8658"/>
                  </a:lnTo>
                  <a:lnTo>
                    <a:pt x="598" y="8658"/>
                  </a:lnTo>
                  <a:lnTo>
                    <a:pt x="598" y="8746"/>
                  </a:lnTo>
                  <a:lnTo>
                    <a:pt x="0" y="8746"/>
                  </a:lnTo>
                  <a:lnTo>
                    <a:pt x="0" y="12064"/>
                  </a:lnTo>
                  <a:lnTo>
                    <a:pt x="9344" y="12064"/>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19"/>
            <p:cNvSpPr/>
            <p:nvPr/>
          </p:nvSpPr>
          <p:spPr>
            <a:xfrm>
              <a:off x="10314452" y="1312674"/>
              <a:ext cx="957295" cy="829115"/>
            </a:xfrm>
            <a:custGeom>
              <a:avLst/>
              <a:gdLst/>
              <a:ahLst/>
              <a:cxnLst/>
              <a:rect l="l" t="t" r="r" b="b"/>
              <a:pathLst>
                <a:path w="9334" h="8084" extrusionOk="0">
                  <a:moveTo>
                    <a:pt x="9311" y="6912"/>
                  </a:moveTo>
                  <a:cubicBezTo>
                    <a:pt x="9223" y="6890"/>
                    <a:pt x="9167" y="6812"/>
                    <a:pt x="9167" y="6724"/>
                  </a:cubicBezTo>
                  <a:lnTo>
                    <a:pt x="9167" y="6569"/>
                  </a:lnTo>
                  <a:cubicBezTo>
                    <a:pt x="9167" y="6558"/>
                    <a:pt x="9167" y="6547"/>
                    <a:pt x="9167" y="6547"/>
                  </a:cubicBezTo>
                  <a:cubicBezTo>
                    <a:pt x="9223" y="6469"/>
                    <a:pt x="9256" y="6392"/>
                    <a:pt x="9267" y="6293"/>
                  </a:cubicBezTo>
                  <a:cubicBezTo>
                    <a:pt x="9267" y="6093"/>
                    <a:pt x="9101" y="5585"/>
                    <a:pt x="8913" y="5585"/>
                  </a:cubicBezTo>
                  <a:cubicBezTo>
                    <a:pt x="8714" y="5585"/>
                    <a:pt x="8559" y="6093"/>
                    <a:pt x="8559" y="6293"/>
                  </a:cubicBezTo>
                  <a:cubicBezTo>
                    <a:pt x="8559" y="6326"/>
                    <a:pt x="8559" y="6348"/>
                    <a:pt x="8559" y="6381"/>
                  </a:cubicBezTo>
                  <a:lnTo>
                    <a:pt x="8139" y="6381"/>
                  </a:lnTo>
                  <a:lnTo>
                    <a:pt x="8139" y="1361"/>
                  </a:lnTo>
                  <a:lnTo>
                    <a:pt x="7796" y="1361"/>
                  </a:lnTo>
                  <a:lnTo>
                    <a:pt x="7796" y="885"/>
                  </a:lnTo>
                  <a:lnTo>
                    <a:pt x="7442" y="885"/>
                  </a:lnTo>
                  <a:lnTo>
                    <a:pt x="7442" y="742"/>
                  </a:lnTo>
                  <a:lnTo>
                    <a:pt x="7442" y="454"/>
                  </a:lnTo>
                  <a:lnTo>
                    <a:pt x="7232" y="454"/>
                  </a:lnTo>
                  <a:lnTo>
                    <a:pt x="7232" y="1"/>
                  </a:lnTo>
                  <a:lnTo>
                    <a:pt x="6558" y="1"/>
                  </a:lnTo>
                  <a:lnTo>
                    <a:pt x="6558" y="454"/>
                  </a:lnTo>
                  <a:lnTo>
                    <a:pt x="6348" y="454"/>
                  </a:lnTo>
                  <a:lnTo>
                    <a:pt x="6348" y="885"/>
                  </a:lnTo>
                  <a:lnTo>
                    <a:pt x="5983" y="885"/>
                  </a:lnTo>
                  <a:lnTo>
                    <a:pt x="5983" y="1239"/>
                  </a:lnTo>
                  <a:lnTo>
                    <a:pt x="5983" y="1361"/>
                  </a:lnTo>
                  <a:lnTo>
                    <a:pt x="5607" y="1361"/>
                  </a:lnTo>
                  <a:lnTo>
                    <a:pt x="5607" y="3141"/>
                  </a:lnTo>
                  <a:lnTo>
                    <a:pt x="2456" y="3141"/>
                  </a:lnTo>
                  <a:lnTo>
                    <a:pt x="2456" y="1361"/>
                  </a:lnTo>
                  <a:lnTo>
                    <a:pt x="2057" y="1361"/>
                  </a:lnTo>
                  <a:lnTo>
                    <a:pt x="2057" y="885"/>
                  </a:lnTo>
                  <a:lnTo>
                    <a:pt x="1903" y="885"/>
                  </a:lnTo>
                  <a:lnTo>
                    <a:pt x="1903" y="797"/>
                  </a:lnTo>
                  <a:lnTo>
                    <a:pt x="1903" y="653"/>
                  </a:lnTo>
                  <a:lnTo>
                    <a:pt x="1317" y="653"/>
                  </a:lnTo>
                  <a:lnTo>
                    <a:pt x="1317" y="797"/>
                  </a:lnTo>
                  <a:lnTo>
                    <a:pt x="1317" y="885"/>
                  </a:lnTo>
                  <a:lnTo>
                    <a:pt x="996" y="885"/>
                  </a:lnTo>
                  <a:lnTo>
                    <a:pt x="996" y="797"/>
                  </a:lnTo>
                  <a:cubicBezTo>
                    <a:pt x="985" y="742"/>
                    <a:pt x="985" y="697"/>
                    <a:pt x="996" y="653"/>
                  </a:cubicBezTo>
                  <a:lnTo>
                    <a:pt x="399" y="653"/>
                  </a:lnTo>
                  <a:lnTo>
                    <a:pt x="399" y="896"/>
                  </a:lnTo>
                  <a:lnTo>
                    <a:pt x="255" y="896"/>
                  </a:lnTo>
                  <a:lnTo>
                    <a:pt x="255" y="1250"/>
                  </a:lnTo>
                  <a:cubicBezTo>
                    <a:pt x="244" y="1283"/>
                    <a:pt x="244" y="1328"/>
                    <a:pt x="255" y="1361"/>
                  </a:cubicBezTo>
                  <a:lnTo>
                    <a:pt x="1" y="1361"/>
                  </a:lnTo>
                  <a:lnTo>
                    <a:pt x="1" y="8084"/>
                  </a:lnTo>
                  <a:lnTo>
                    <a:pt x="9278" y="8084"/>
                  </a:lnTo>
                  <a:cubicBezTo>
                    <a:pt x="9289" y="8084"/>
                    <a:pt x="9311" y="8084"/>
                    <a:pt x="9333" y="80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19"/>
            <p:cNvSpPr/>
            <p:nvPr/>
          </p:nvSpPr>
          <p:spPr>
            <a:xfrm>
              <a:off x="3710634" y="1312674"/>
              <a:ext cx="956167" cy="829115"/>
            </a:xfrm>
            <a:custGeom>
              <a:avLst/>
              <a:gdLst/>
              <a:ahLst/>
              <a:cxnLst/>
              <a:rect l="l" t="t" r="r" b="b"/>
              <a:pathLst>
                <a:path w="9323" h="8084" extrusionOk="0">
                  <a:moveTo>
                    <a:pt x="9311" y="6912"/>
                  </a:moveTo>
                  <a:cubicBezTo>
                    <a:pt x="9223" y="6890"/>
                    <a:pt x="9167" y="6812"/>
                    <a:pt x="9167" y="6724"/>
                  </a:cubicBezTo>
                  <a:lnTo>
                    <a:pt x="9167" y="6569"/>
                  </a:lnTo>
                  <a:cubicBezTo>
                    <a:pt x="9167" y="6558"/>
                    <a:pt x="9167" y="6547"/>
                    <a:pt x="9167" y="6547"/>
                  </a:cubicBezTo>
                  <a:cubicBezTo>
                    <a:pt x="9223" y="6469"/>
                    <a:pt x="9267" y="6392"/>
                    <a:pt x="9267" y="6293"/>
                  </a:cubicBezTo>
                  <a:cubicBezTo>
                    <a:pt x="9267" y="6093"/>
                    <a:pt x="9101" y="5585"/>
                    <a:pt x="8913" y="5585"/>
                  </a:cubicBezTo>
                  <a:cubicBezTo>
                    <a:pt x="8714" y="5585"/>
                    <a:pt x="8559" y="6093"/>
                    <a:pt x="8559" y="6293"/>
                  </a:cubicBezTo>
                  <a:cubicBezTo>
                    <a:pt x="8559" y="6326"/>
                    <a:pt x="8559" y="6348"/>
                    <a:pt x="8570" y="6381"/>
                  </a:cubicBezTo>
                  <a:lnTo>
                    <a:pt x="8139" y="6381"/>
                  </a:lnTo>
                  <a:lnTo>
                    <a:pt x="8139" y="1361"/>
                  </a:lnTo>
                  <a:lnTo>
                    <a:pt x="7796" y="1361"/>
                  </a:lnTo>
                  <a:lnTo>
                    <a:pt x="7796" y="885"/>
                  </a:lnTo>
                  <a:lnTo>
                    <a:pt x="7431" y="885"/>
                  </a:lnTo>
                  <a:lnTo>
                    <a:pt x="7431" y="742"/>
                  </a:lnTo>
                  <a:lnTo>
                    <a:pt x="7431" y="454"/>
                  </a:lnTo>
                  <a:lnTo>
                    <a:pt x="7221" y="454"/>
                  </a:lnTo>
                  <a:lnTo>
                    <a:pt x="7221" y="1"/>
                  </a:lnTo>
                  <a:lnTo>
                    <a:pt x="6547" y="1"/>
                  </a:lnTo>
                  <a:lnTo>
                    <a:pt x="6547" y="454"/>
                  </a:lnTo>
                  <a:lnTo>
                    <a:pt x="6337" y="454"/>
                  </a:lnTo>
                  <a:lnTo>
                    <a:pt x="6337" y="885"/>
                  </a:lnTo>
                  <a:lnTo>
                    <a:pt x="5972" y="885"/>
                  </a:lnTo>
                  <a:lnTo>
                    <a:pt x="5972" y="1239"/>
                  </a:lnTo>
                  <a:lnTo>
                    <a:pt x="5972" y="1361"/>
                  </a:lnTo>
                  <a:lnTo>
                    <a:pt x="5596" y="1361"/>
                  </a:lnTo>
                  <a:lnTo>
                    <a:pt x="5596" y="3141"/>
                  </a:lnTo>
                  <a:lnTo>
                    <a:pt x="2455" y="3141"/>
                  </a:lnTo>
                  <a:lnTo>
                    <a:pt x="2455" y="1361"/>
                  </a:lnTo>
                  <a:lnTo>
                    <a:pt x="2057" y="1361"/>
                  </a:lnTo>
                  <a:lnTo>
                    <a:pt x="2057" y="885"/>
                  </a:lnTo>
                  <a:lnTo>
                    <a:pt x="1903" y="885"/>
                  </a:lnTo>
                  <a:lnTo>
                    <a:pt x="1903" y="797"/>
                  </a:lnTo>
                  <a:lnTo>
                    <a:pt x="1903" y="653"/>
                  </a:lnTo>
                  <a:lnTo>
                    <a:pt x="1317" y="653"/>
                  </a:lnTo>
                  <a:lnTo>
                    <a:pt x="1317" y="797"/>
                  </a:lnTo>
                  <a:lnTo>
                    <a:pt x="1317" y="885"/>
                  </a:lnTo>
                  <a:lnTo>
                    <a:pt x="985" y="885"/>
                  </a:lnTo>
                  <a:lnTo>
                    <a:pt x="985" y="797"/>
                  </a:lnTo>
                  <a:cubicBezTo>
                    <a:pt x="985" y="742"/>
                    <a:pt x="985" y="697"/>
                    <a:pt x="985" y="653"/>
                  </a:cubicBezTo>
                  <a:lnTo>
                    <a:pt x="399" y="653"/>
                  </a:lnTo>
                  <a:lnTo>
                    <a:pt x="399" y="896"/>
                  </a:lnTo>
                  <a:lnTo>
                    <a:pt x="244" y="896"/>
                  </a:lnTo>
                  <a:lnTo>
                    <a:pt x="244" y="1250"/>
                  </a:lnTo>
                  <a:cubicBezTo>
                    <a:pt x="244" y="1283"/>
                    <a:pt x="244" y="1328"/>
                    <a:pt x="244" y="1361"/>
                  </a:cubicBezTo>
                  <a:lnTo>
                    <a:pt x="1" y="1361"/>
                  </a:lnTo>
                  <a:lnTo>
                    <a:pt x="1" y="8084"/>
                  </a:lnTo>
                  <a:lnTo>
                    <a:pt x="9278" y="8084"/>
                  </a:lnTo>
                  <a:cubicBezTo>
                    <a:pt x="9289" y="8084"/>
                    <a:pt x="9311" y="8084"/>
                    <a:pt x="9322" y="80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9"/>
            <p:cNvSpPr/>
            <p:nvPr/>
          </p:nvSpPr>
          <p:spPr>
            <a:xfrm>
              <a:off x="6927226" y="1578985"/>
              <a:ext cx="982217" cy="1076393"/>
            </a:xfrm>
            <a:custGeom>
              <a:avLst/>
              <a:gdLst/>
              <a:ahLst/>
              <a:cxnLst/>
              <a:rect l="l" t="t" r="r" b="b"/>
              <a:pathLst>
                <a:path w="9577" h="10495" extrusionOk="0">
                  <a:moveTo>
                    <a:pt x="11" y="10130"/>
                  </a:moveTo>
                  <a:lnTo>
                    <a:pt x="11" y="9300"/>
                  </a:lnTo>
                  <a:cubicBezTo>
                    <a:pt x="0" y="9179"/>
                    <a:pt x="78" y="9079"/>
                    <a:pt x="199" y="9057"/>
                  </a:cubicBezTo>
                  <a:cubicBezTo>
                    <a:pt x="321" y="9035"/>
                    <a:pt x="398" y="8935"/>
                    <a:pt x="387" y="8814"/>
                  </a:cubicBezTo>
                  <a:lnTo>
                    <a:pt x="387" y="8626"/>
                  </a:lnTo>
                  <a:cubicBezTo>
                    <a:pt x="365" y="8504"/>
                    <a:pt x="454" y="8394"/>
                    <a:pt x="575" y="8382"/>
                  </a:cubicBezTo>
                  <a:lnTo>
                    <a:pt x="896" y="8382"/>
                  </a:lnTo>
                  <a:lnTo>
                    <a:pt x="896" y="8228"/>
                  </a:lnTo>
                  <a:lnTo>
                    <a:pt x="1117" y="8228"/>
                  </a:lnTo>
                  <a:cubicBezTo>
                    <a:pt x="1139" y="8217"/>
                    <a:pt x="1172" y="8194"/>
                    <a:pt x="1205" y="8194"/>
                  </a:cubicBezTo>
                  <a:lnTo>
                    <a:pt x="1205" y="8095"/>
                  </a:lnTo>
                  <a:lnTo>
                    <a:pt x="1062" y="8095"/>
                  </a:lnTo>
                  <a:lnTo>
                    <a:pt x="1062" y="7697"/>
                  </a:lnTo>
                  <a:lnTo>
                    <a:pt x="1205" y="7697"/>
                  </a:lnTo>
                  <a:lnTo>
                    <a:pt x="1205" y="7564"/>
                  </a:lnTo>
                  <a:lnTo>
                    <a:pt x="896" y="7564"/>
                  </a:lnTo>
                  <a:lnTo>
                    <a:pt x="896" y="7365"/>
                  </a:lnTo>
                  <a:lnTo>
                    <a:pt x="1205" y="7365"/>
                  </a:lnTo>
                  <a:lnTo>
                    <a:pt x="1205" y="7232"/>
                  </a:lnTo>
                  <a:lnTo>
                    <a:pt x="1062" y="7232"/>
                  </a:lnTo>
                  <a:lnTo>
                    <a:pt x="1062" y="6834"/>
                  </a:lnTo>
                  <a:lnTo>
                    <a:pt x="1205" y="6834"/>
                  </a:lnTo>
                  <a:lnTo>
                    <a:pt x="1205" y="6691"/>
                  </a:lnTo>
                  <a:lnTo>
                    <a:pt x="896" y="6691"/>
                  </a:lnTo>
                  <a:lnTo>
                    <a:pt x="896" y="6503"/>
                  </a:lnTo>
                  <a:lnTo>
                    <a:pt x="1205" y="6503"/>
                  </a:lnTo>
                  <a:lnTo>
                    <a:pt x="1205" y="6359"/>
                  </a:lnTo>
                  <a:lnTo>
                    <a:pt x="1062" y="6359"/>
                  </a:lnTo>
                  <a:lnTo>
                    <a:pt x="1062" y="5972"/>
                  </a:lnTo>
                  <a:lnTo>
                    <a:pt x="1205" y="5972"/>
                  </a:lnTo>
                  <a:lnTo>
                    <a:pt x="1205" y="5828"/>
                  </a:lnTo>
                  <a:lnTo>
                    <a:pt x="896" y="5828"/>
                  </a:lnTo>
                  <a:lnTo>
                    <a:pt x="896" y="5629"/>
                  </a:lnTo>
                  <a:lnTo>
                    <a:pt x="1205" y="5629"/>
                  </a:lnTo>
                  <a:lnTo>
                    <a:pt x="1205" y="5496"/>
                  </a:lnTo>
                  <a:lnTo>
                    <a:pt x="1062" y="5496"/>
                  </a:lnTo>
                  <a:lnTo>
                    <a:pt x="1062" y="5098"/>
                  </a:lnTo>
                  <a:lnTo>
                    <a:pt x="1205" y="5098"/>
                  </a:lnTo>
                  <a:lnTo>
                    <a:pt x="1205" y="4966"/>
                  </a:lnTo>
                  <a:lnTo>
                    <a:pt x="896" y="4966"/>
                  </a:lnTo>
                  <a:lnTo>
                    <a:pt x="896" y="4767"/>
                  </a:lnTo>
                  <a:lnTo>
                    <a:pt x="1205" y="4767"/>
                  </a:lnTo>
                  <a:lnTo>
                    <a:pt x="1205" y="4623"/>
                  </a:lnTo>
                  <a:lnTo>
                    <a:pt x="1062" y="4623"/>
                  </a:lnTo>
                  <a:lnTo>
                    <a:pt x="1062" y="4236"/>
                  </a:lnTo>
                  <a:lnTo>
                    <a:pt x="1205" y="4236"/>
                  </a:lnTo>
                  <a:lnTo>
                    <a:pt x="1205" y="4092"/>
                  </a:lnTo>
                  <a:lnTo>
                    <a:pt x="896" y="4092"/>
                  </a:lnTo>
                  <a:lnTo>
                    <a:pt x="896" y="3904"/>
                  </a:lnTo>
                  <a:lnTo>
                    <a:pt x="1205" y="3904"/>
                  </a:lnTo>
                  <a:lnTo>
                    <a:pt x="1205" y="3362"/>
                  </a:lnTo>
                  <a:lnTo>
                    <a:pt x="1780" y="3362"/>
                  </a:lnTo>
                  <a:lnTo>
                    <a:pt x="1780" y="2666"/>
                  </a:lnTo>
                  <a:lnTo>
                    <a:pt x="2201" y="2666"/>
                  </a:lnTo>
                  <a:lnTo>
                    <a:pt x="2201" y="1803"/>
                  </a:lnTo>
                  <a:lnTo>
                    <a:pt x="3284" y="1803"/>
                  </a:lnTo>
                  <a:lnTo>
                    <a:pt x="3284" y="2666"/>
                  </a:lnTo>
                  <a:lnTo>
                    <a:pt x="3704" y="2666"/>
                  </a:lnTo>
                  <a:lnTo>
                    <a:pt x="3704" y="3362"/>
                  </a:lnTo>
                  <a:lnTo>
                    <a:pt x="4279" y="3362"/>
                  </a:lnTo>
                  <a:lnTo>
                    <a:pt x="4279" y="4247"/>
                  </a:lnTo>
                  <a:cubicBezTo>
                    <a:pt x="4976" y="4258"/>
                    <a:pt x="5485" y="4313"/>
                    <a:pt x="5485" y="4369"/>
                  </a:cubicBezTo>
                  <a:lnTo>
                    <a:pt x="5485" y="4601"/>
                  </a:lnTo>
                  <a:lnTo>
                    <a:pt x="5485" y="4601"/>
                  </a:lnTo>
                  <a:lnTo>
                    <a:pt x="5485" y="4745"/>
                  </a:lnTo>
                  <a:lnTo>
                    <a:pt x="5485" y="4745"/>
                  </a:lnTo>
                  <a:lnTo>
                    <a:pt x="5485" y="5021"/>
                  </a:lnTo>
                  <a:lnTo>
                    <a:pt x="5485" y="5021"/>
                  </a:lnTo>
                  <a:lnTo>
                    <a:pt x="5485" y="5176"/>
                  </a:lnTo>
                  <a:lnTo>
                    <a:pt x="5485" y="5176"/>
                  </a:lnTo>
                  <a:lnTo>
                    <a:pt x="5485" y="5452"/>
                  </a:lnTo>
                  <a:lnTo>
                    <a:pt x="5485" y="5441"/>
                  </a:lnTo>
                  <a:lnTo>
                    <a:pt x="5485" y="5596"/>
                  </a:lnTo>
                  <a:lnTo>
                    <a:pt x="5485" y="5596"/>
                  </a:lnTo>
                  <a:lnTo>
                    <a:pt x="5485" y="5872"/>
                  </a:lnTo>
                  <a:lnTo>
                    <a:pt x="5485" y="5861"/>
                  </a:lnTo>
                  <a:lnTo>
                    <a:pt x="5485" y="6005"/>
                  </a:lnTo>
                  <a:lnTo>
                    <a:pt x="5485" y="6282"/>
                  </a:lnTo>
                  <a:lnTo>
                    <a:pt x="5485" y="6282"/>
                  </a:lnTo>
                  <a:lnTo>
                    <a:pt x="5485" y="6436"/>
                  </a:lnTo>
                  <a:lnTo>
                    <a:pt x="5485" y="6436"/>
                  </a:lnTo>
                  <a:lnTo>
                    <a:pt x="5485" y="6713"/>
                  </a:lnTo>
                  <a:lnTo>
                    <a:pt x="5485" y="6713"/>
                  </a:lnTo>
                  <a:lnTo>
                    <a:pt x="5485" y="6890"/>
                  </a:lnTo>
                  <a:lnTo>
                    <a:pt x="5485" y="6890"/>
                  </a:lnTo>
                  <a:lnTo>
                    <a:pt x="5485" y="7166"/>
                  </a:lnTo>
                  <a:lnTo>
                    <a:pt x="5485" y="7155"/>
                  </a:lnTo>
                  <a:lnTo>
                    <a:pt x="5485" y="7299"/>
                  </a:lnTo>
                  <a:lnTo>
                    <a:pt x="5485" y="7575"/>
                  </a:lnTo>
                  <a:lnTo>
                    <a:pt x="5485" y="7575"/>
                  </a:lnTo>
                  <a:lnTo>
                    <a:pt x="5485" y="7730"/>
                  </a:lnTo>
                  <a:lnTo>
                    <a:pt x="5485" y="7730"/>
                  </a:lnTo>
                  <a:lnTo>
                    <a:pt x="5485" y="7951"/>
                  </a:lnTo>
                  <a:lnTo>
                    <a:pt x="5927" y="7951"/>
                  </a:lnTo>
                  <a:lnTo>
                    <a:pt x="5927" y="3263"/>
                  </a:lnTo>
                  <a:lnTo>
                    <a:pt x="6513" y="3263"/>
                  </a:lnTo>
                  <a:lnTo>
                    <a:pt x="6513" y="885"/>
                  </a:lnTo>
                  <a:lnTo>
                    <a:pt x="7055" y="885"/>
                  </a:lnTo>
                  <a:lnTo>
                    <a:pt x="7055" y="1"/>
                  </a:lnTo>
                  <a:lnTo>
                    <a:pt x="7928" y="1"/>
                  </a:lnTo>
                  <a:lnTo>
                    <a:pt x="7928" y="885"/>
                  </a:lnTo>
                  <a:lnTo>
                    <a:pt x="8470" y="885"/>
                  </a:lnTo>
                  <a:lnTo>
                    <a:pt x="8470" y="3263"/>
                  </a:lnTo>
                  <a:lnTo>
                    <a:pt x="9056" y="3263"/>
                  </a:lnTo>
                  <a:lnTo>
                    <a:pt x="9056" y="3373"/>
                  </a:lnTo>
                  <a:lnTo>
                    <a:pt x="9211" y="3373"/>
                  </a:lnTo>
                  <a:lnTo>
                    <a:pt x="9211" y="3517"/>
                  </a:lnTo>
                  <a:lnTo>
                    <a:pt x="9056" y="3517"/>
                  </a:lnTo>
                  <a:lnTo>
                    <a:pt x="9056" y="3738"/>
                  </a:lnTo>
                  <a:lnTo>
                    <a:pt x="9211" y="3738"/>
                  </a:lnTo>
                  <a:lnTo>
                    <a:pt x="9211" y="3882"/>
                  </a:lnTo>
                  <a:lnTo>
                    <a:pt x="9056" y="3882"/>
                  </a:lnTo>
                  <a:lnTo>
                    <a:pt x="9056" y="4103"/>
                  </a:lnTo>
                  <a:lnTo>
                    <a:pt x="9211" y="4103"/>
                  </a:lnTo>
                  <a:lnTo>
                    <a:pt x="9211" y="4247"/>
                  </a:lnTo>
                  <a:lnTo>
                    <a:pt x="9056" y="4247"/>
                  </a:lnTo>
                  <a:lnTo>
                    <a:pt x="9056" y="4468"/>
                  </a:lnTo>
                  <a:lnTo>
                    <a:pt x="9211" y="4468"/>
                  </a:lnTo>
                  <a:lnTo>
                    <a:pt x="9211" y="4612"/>
                  </a:lnTo>
                  <a:lnTo>
                    <a:pt x="9056" y="4612"/>
                  </a:lnTo>
                  <a:lnTo>
                    <a:pt x="9056" y="4833"/>
                  </a:lnTo>
                  <a:lnTo>
                    <a:pt x="9211" y="4833"/>
                  </a:lnTo>
                  <a:lnTo>
                    <a:pt x="9211" y="4977"/>
                  </a:lnTo>
                  <a:lnTo>
                    <a:pt x="9056" y="4977"/>
                  </a:lnTo>
                  <a:lnTo>
                    <a:pt x="9056" y="5198"/>
                  </a:lnTo>
                  <a:lnTo>
                    <a:pt x="9211" y="5198"/>
                  </a:lnTo>
                  <a:lnTo>
                    <a:pt x="9211" y="5342"/>
                  </a:lnTo>
                  <a:lnTo>
                    <a:pt x="9056" y="5342"/>
                  </a:lnTo>
                  <a:lnTo>
                    <a:pt x="9056" y="5563"/>
                  </a:lnTo>
                  <a:lnTo>
                    <a:pt x="9211" y="5563"/>
                  </a:lnTo>
                  <a:lnTo>
                    <a:pt x="9211" y="5707"/>
                  </a:lnTo>
                  <a:lnTo>
                    <a:pt x="9056" y="5707"/>
                  </a:lnTo>
                  <a:lnTo>
                    <a:pt x="9056" y="5928"/>
                  </a:lnTo>
                  <a:lnTo>
                    <a:pt x="9211" y="5928"/>
                  </a:lnTo>
                  <a:lnTo>
                    <a:pt x="9211" y="6071"/>
                  </a:lnTo>
                  <a:lnTo>
                    <a:pt x="9056" y="6071"/>
                  </a:lnTo>
                  <a:lnTo>
                    <a:pt x="9056" y="6293"/>
                  </a:lnTo>
                  <a:lnTo>
                    <a:pt x="9211" y="6293"/>
                  </a:lnTo>
                  <a:lnTo>
                    <a:pt x="9211" y="6436"/>
                  </a:lnTo>
                  <a:lnTo>
                    <a:pt x="9056" y="6436"/>
                  </a:lnTo>
                  <a:lnTo>
                    <a:pt x="9056" y="6657"/>
                  </a:lnTo>
                  <a:lnTo>
                    <a:pt x="9211" y="6657"/>
                  </a:lnTo>
                  <a:lnTo>
                    <a:pt x="9211" y="6801"/>
                  </a:lnTo>
                  <a:lnTo>
                    <a:pt x="9056" y="6801"/>
                  </a:lnTo>
                  <a:lnTo>
                    <a:pt x="9056" y="7022"/>
                  </a:lnTo>
                  <a:lnTo>
                    <a:pt x="9211" y="7022"/>
                  </a:lnTo>
                  <a:lnTo>
                    <a:pt x="9211" y="7166"/>
                  </a:lnTo>
                  <a:lnTo>
                    <a:pt x="9056" y="7166"/>
                  </a:lnTo>
                  <a:lnTo>
                    <a:pt x="9056" y="7376"/>
                  </a:lnTo>
                  <a:lnTo>
                    <a:pt x="9211" y="7376"/>
                  </a:lnTo>
                  <a:lnTo>
                    <a:pt x="9211" y="7531"/>
                  </a:lnTo>
                  <a:lnTo>
                    <a:pt x="9056" y="7531"/>
                  </a:lnTo>
                  <a:lnTo>
                    <a:pt x="9056" y="7608"/>
                  </a:lnTo>
                  <a:lnTo>
                    <a:pt x="9576" y="7608"/>
                  </a:lnTo>
                  <a:lnTo>
                    <a:pt x="9576" y="10494"/>
                  </a:lnTo>
                  <a:lnTo>
                    <a:pt x="288" y="10494"/>
                  </a:lnTo>
                  <a:cubicBezTo>
                    <a:pt x="144" y="10494"/>
                    <a:pt x="11" y="10329"/>
                    <a:pt x="11" y="1013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9"/>
            <p:cNvSpPr/>
            <p:nvPr/>
          </p:nvSpPr>
          <p:spPr>
            <a:xfrm>
              <a:off x="2477366" y="2056267"/>
              <a:ext cx="7425000" cy="507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9" name="Google Shape;379;p19"/>
          <p:cNvSpPr/>
          <p:nvPr/>
        </p:nvSpPr>
        <p:spPr>
          <a:xfrm>
            <a:off x="-72725" y="4518500"/>
            <a:ext cx="9302400" cy="701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423"/>
        <p:cNvGrpSpPr/>
        <p:nvPr/>
      </p:nvGrpSpPr>
      <p:grpSpPr>
        <a:xfrm>
          <a:off x="0" y="0"/>
          <a:ext cx="0" cy="0"/>
          <a:chOff x="0" y="0"/>
          <a:chExt cx="0" cy="0"/>
        </a:xfrm>
      </p:grpSpPr>
      <p:sp>
        <p:nvSpPr>
          <p:cNvPr id="424" name="Google Shape;424;p21"/>
          <p:cNvSpPr/>
          <p:nvPr/>
        </p:nvSpPr>
        <p:spPr>
          <a:xfrm>
            <a:off x="-71400" y="4662850"/>
            <a:ext cx="9286800" cy="5526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5" name="Google Shape;425;p21"/>
          <p:cNvGrpSpPr/>
          <p:nvPr/>
        </p:nvGrpSpPr>
        <p:grpSpPr>
          <a:xfrm flipH="1">
            <a:off x="-50" y="2"/>
            <a:ext cx="9144022" cy="3494672"/>
            <a:chOff x="-50" y="2"/>
            <a:chExt cx="9144022" cy="3494672"/>
          </a:xfrm>
        </p:grpSpPr>
        <p:sp>
          <p:nvSpPr>
            <p:cNvPr id="426" name="Google Shape;426;p21"/>
            <p:cNvSpPr/>
            <p:nvPr/>
          </p:nvSpPr>
          <p:spPr>
            <a:xfrm>
              <a:off x="-50" y="2"/>
              <a:ext cx="9144022" cy="3494672"/>
            </a:xfrm>
            <a:custGeom>
              <a:avLst/>
              <a:gdLst/>
              <a:ahLst/>
              <a:cxnLst/>
              <a:rect l="l" t="t" r="r" b="b"/>
              <a:pathLst>
                <a:path w="62200" h="18434" extrusionOk="0">
                  <a:moveTo>
                    <a:pt x="23741" y="34"/>
                  </a:moveTo>
                  <a:cubicBezTo>
                    <a:pt x="24073" y="200"/>
                    <a:pt x="24394" y="365"/>
                    <a:pt x="24714" y="553"/>
                  </a:cubicBezTo>
                  <a:lnTo>
                    <a:pt x="23741" y="553"/>
                  </a:lnTo>
                  <a:lnTo>
                    <a:pt x="23741" y="34"/>
                  </a:lnTo>
                  <a:close/>
                  <a:moveTo>
                    <a:pt x="9123" y="56"/>
                  </a:moveTo>
                  <a:lnTo>
                    <a:pt x="9123" y="565"/>
                  </a:lnTo>
                  <a:lnTo>
                    <a:pt x="8194" y="565"/>
                  </a:lnTo>
                  <a:cubicBezTo>
                    <a:pt x="8493" y="388"/>
                    <a:pt x="8803" y="222"/>
                    <a:pt x="9112" y="56"/>
                  </a:cubicBezTo>
                  <a:close/>
                  <a:moveTo>
                    <a:pt x="10251" y="12"/>
                  </a:moveTo>
                  <a:lnTo>
                    <a:pt x="10251" y="565"/>
                  </a:lnTo>
                  <a:lnTo>
                    <a:pt x="9190" y="565"/>
                  </a:lnTo>
                  <a:lnTo>
                    <a:pt x="9190" y="23"/>
                  </a:lnTo>
                  <a:lnTo>
                    <a:pt x="9223" y="12"/>
                  </a:lnTo>
                  <a:close/>
                  <a:moveTo>
                    <a:pt x="7973" y="693"/>
                  </a:moveTo>
                  <a:lnTo>
                    <a:pt x="7973" y="1327"/>
                  </a:lnTo>
                  <a:lnTo>
                    <a:pt x="6978" y="1327"/>
                  </a:lnTo>
                  <a:cubicBezTo>
                    <a:pt x="7306" y="1109"/>
                    <a:pt x="7634" y="890"/>
                    <a:pt x="7973" y="693"/>
                  </a:cubicBezTo>
                  <a:close/>
                  <a:moveTo>
                    <a:pt x="10959" y="631"/>
                  </a:moveTo>
                  <a:lnTo>
                    <a:pt x="10959" y="1327"/>
                  </a:lnTo>
                  <a:lnTo>
                    <a:pt x="10329" y="1327"/>
                  </a:lnTo>
                  <a:lnTo>
                    <a:pt x="10329" y="631"/>
                  </a:lnTo>
                  <a:close/>
                  <a:moveTo>
                    <a:pt x="12076" y="631"/>
                  </a:moveTo>
                  <a:lnTo>
                    <a:pt x="12076" y="1327"/>
                  </a:lnTo>
                  <a:lnTo>
                    <a:pt x="11401" y="1327"/>
                  </a:lnTo>
                  <a:lnTo>
                    <a:pt x="11401" y="631"/>
                  </a:lnTo>
                  <a:close/>
                  <a:moveTo>
                    <a:pt x="16222" y="631"/>
                  </a:moveTo>
                  <a:lnTo>
                    <a:pt x="16222" y="1327"/>
                  </a:lnTo>
                  <a:lnTo>
                    <a:pt x="15537" y="1327"/>
                  </a:lnTo>
                  <a:lnTo>
                    <a:pt x="15537" y="631"/>
                  </a:lnTo>
                  <a:close/>
                  <a:moveTo>
                    <a:pt x="17450" y="631"/>
                  </a:moveTo>
                  <a:lnTo>
                    <a:pt x="17450" y="1327"/>
                  </a:lnTo>
                  <a:lnTo>
                    <a:pt x="16676" y="1327"/>
                  </a:lnTo>
                  <a:lnTo>
                    <a:pt x="16665" y="631"/>
                  </a:lnTo>
                  <a:close/>
                  <a:moveTo>
                    <a:pt x="23675" y="631"/>
                  </a:moveTo>
                  <a:lnTo>
                    <a:pt x="23675" y="1327"/>
                  </a:lnTo>
                  <a:lnTo>
                    <a:pt x="22614" y="1327"/>
                  </a:lnTo>
                  <a:lnTo>
                    <a:pt x="22614" y="631"/>
                  </a:lnTo>
                  <a:close/>
                  <a:moveTo>
                    <a:pt x="24803" y="631"/>
                  </a:moveTo>
                  <a:lnTo>
                    <a:pt x="24803" y="1327"/>
                  </a:lnTo>
                  <a:lnTo>
                    <a:pt x="23741" y="1327"/>
                  </a:lnTo>
                  <a:lnTo>
                    <a:pt x="23741" y="631"/>
                  </a:lnTo>
                  <a:close/>
                  <a:moveTo>
                    <a:pt x="24869" y="653"/>
                  </a:moveTo>
                  <a:cubicBezTo>
                    <a:pt x="25223" y="863"/>
                    <a:pt x="25566" y="1095"/>
                    <a:pt x="25909" y="1327"/>
                  </a:cubicBezTo>
                  <a:lnTo>
                    <a:pt x="24869" y="1327"/>
                  </a:lnTo>
                  <a:lnTo>
                    <a:pt x="24869" y="653"/>
                  </a:lnTo>
                  <a:close/>
                  <a:moveTo>
                    <a:pt x="9112" y="631"/>
                  </a:moveTo>
                  <a:lnTo>
                    <a:pt x="9112" y="1339"/>
                  </a:lnTo>
                  <a:lnTo>
                    <a:pt x="8051" y="1339"/>
                  </a:lnTo>
                  <a:lnTo>
                    <a:pt x="8051" y="631"/>
                  </a:lnTo>
                  <a:close/>
                  <a:moveTo>
                    <a:pt x="10251" y="631"/>
                  </a:moveTo>
                  <a:lnTo>
                    <a:pt x="10251" y="1339"/>
                  </a:lnTo>
                  <a:lnTo>
                    <a:pt x="9190" y="1339"/>
                  </a:lnTo>
                  <a:lnTo>
                    <a:pt x="9190" y="631"/>
                  </a:lnTo>
                  <a:close/>
                  <a:moveTo>
                    <a:pt x="13204" y="631"/>
                  </a:moveTo>
                  <a:lnTo>
                    <a:pt x="13204" y="1339"/>
                  </a:lnTo>
                  <a:lnTo>
                    <a:pt x="12142" y="1339"/>
                  </a:lnTo>
                  <a:lnTo>
                    <a:pt x="12142" y="631"/>
                  </a:lnTo>
                  <a:close/>
                  <a:moveTo>
                    <a:pt x="14342" y="631"/>
                  </a:moveTo>
                  <a:lnTo>
                    <a:pt x="14342" y="1339"/>
                  </a:lnTo>
                  <a:lnTo>
                    <a:pt x="13281" y="1339"/>
                  </a:lnTo>
                  <a:lnTo>
                    <a:pt x="13281" y="631"/>
                  </a:lnTo>
                  <a:close/>
                  <a:moveTo>
                    <a:pt x="15470" y="631"/>
                  </a:moveTo>
                  <a:lnTo>
                    <a:pt x="15470" y="1339"/>
                  </a:lnTo>
                  <a:lnTo>
                    <a:pt x="14409" y="1339"/>
                  </a:lnTo>
                  <a:lnTo>
                    <a:pt x="14409" y="631"/>
                  </a:lnTo>
                  <a:close/>
                  <a:moveTo>
                    <a:pt x="18566" y="631"/>
                  </a:moveTo>
                  <a:lnTo>
                    <a:pt x="18566" y="1339"/>
                  </a:lnTo>
                  <a:lnTo>
                    <a:pt x="17505" y="1339"/>
                  </a:lnTo>
                  <a:lnTo>
                    <a:pt x="17505" y="631"/>
                  </a:lnTo>
                  <a:close/>
                  <a:moveTo>
                    <a:pt x="19705" y="631"/>
                  </a:moveTo>
                  <a:lnTo>
                    <a:pt x="19705" y="1339"/>
                  </a:lnTo>
                  <a:lnTo>
                    <a:pt x="18644" y="1339"/>
                  </a:lnTo>
                  <a:lnTo>
                    <a:pt x="18644" y="631"/>
                  </a:lnTo>
                  <a:close/>
                  <a:moveTo>
                    <a:pt x="20833" y="631"/>
                  </a:moveTo>
                  <a:lnTo>
                    <a:pt x="20833" y="1339"/>
                  </a:lnTo>
                  <a:lnTo>
                    <a:pt x="19772" y="1339"/>
                  </a:lnTo>
                  <a:lnTo>
                    <a:pt x="19772" y="631"/>
                  </a:lnTo>
                  <a:close/>
                  <a:moveTo>
                    <a:pt x="22536" y="631"/>
                  </a:moveTo>
                  <a:lnTo>
                    <a:pt x="22536" y="1339"/>
                  </a:lnTo>
                  <a:lnTo>
                    <a:pt x="20911" y="1339"/>
                  </a:lnTo>
                  <a:lnTo>
                    <a:pt x="20911" y="631"/>
                  </a:lnTo>
                  <a:close/>
                  <a:moveTo>
                    <a:pt x="6845" y="1435"/>
                  </a:moveTo>
                  <a:lnTo>
                    <a:pt x="6845" y="1936"/>
                  </a:lnTo>
                  <a:lnTo>
                    <a:pt x="6182" y="1936"/>
                  </a:lnTo>
                  <a:cubicBezTo>
                    <a:pt x="6400" y="1772"/>
                    <a:pt x="6617" y="1598"/>
                    <a:pt x="6845" y="1435"/>
                  </a:cubicBezTo>
                  <a:close/>
                  <a:moveTo>
                    <a:pt x="7973" y="1394"/>
                  </a:moveTo>
                  <a:lnTo>
                    <a:pt x="7973" y="1936"/>
                  </a:lnTo>
                  <a:lnTo>
                    <a:pt x="6912" y="1936"/>
                  </a:lnTo>
                  <a:lnTo>
                    <a:pt x="6912" y="1394"/>
                  </a:lnTo>
                  <a:close/>
                  <a:moveTo>
                    <a:pt x="9112" y="1394"/>
                  </a:moveTo>
                  <a:lnTo>
                    <a:pt x="9112" y="1936"/>
                  </a:lnTo>
                  <a:lnTo>
                    <a:pt x="8051" y="1936"/>
                  </a:lnTo>
                  <a:lnTo>
                    <a:pt x="8051" y="1394"/>
                  </a:lnTo>
                  <a:close/>
                  <a:moveTo>
                    <a:pt x="10959" y="1405"/>
                  </a:moveTo>
                  <a:lnTo>
                    <a:pt x="10959" y="1936"/>
                  </a:lnTo>
                  <a:lnTo>
                    <a:pt x="10329" y="1936"/>
                  </a:lnTo>
                  <a:lnTo>
                    <a:pt x="10329" y="1405"/>
                  </a:lnTo>
                  <a:close/>
                  <a:moveTo>
                    <a:pt x="12076" y="1405"/>
                  </a:moveTo>
                  <a:lnTo>
                    <a:pt x="12076" y="1936"/>
                  </a:lnTo>
                  <a:lnTo>
                    <a:pt x="11401" y="1936"/>
                  </a:lnTo>
                  <a:lnTo>
                    <a:pt x="11401" y="1405"/>
                  </a:lnTo>
                  <a:close/>
                  <a:moveTo>
                    <a:pt x="16222" y="1405"/>
                  </a:moveTo>
                  <a:lnTo>
                    <a:pt x="16222" y="1936"/>
                  </a:lnTo>
                  <a:lnTo>
                    <a:pt x="15537" y="1936"/>
                  </a:lnTo>
                  <a:lnTo>
                    <a:pt x="15537" y="1405"/>
                  </a:lnTo>
                  <a:close/>
                  <a:moveTo>
                    <a:pt x="17450" y="1405"/>
                  </a:moveTo>
                  <a:lnTo>
                    <a:pt x="17450" y="1936"/>
                  </a:lnTo>
                  <a:lnTo>
                    <a:pt x="16676" y="1936"/>
                  </a:lnTo>
                  <a:lnTo>
                    <a:pt x="16665" y="1405"/>
                  </a:lnTo>
                  <a:close/>
                  <a:moveTo>
                    <a:pt x="23675" y="1394"/>
                  </a:moveTo>
                  <a:lnTo>
                    <a:pt x="23675" y="1936"/>
                  </a:lnTo>
                  <a:lnTo>
                    <a:pt x="22614" y="1936"/>
                  </a:lnTo>
                  <a:lnTo>
                    <a:pt x="22614" y="1394"/>
                  </a:lnTo>
                  <a:close/>
                  <a:moveTo>
                    <a:pt x="24803" y="1394"/>
                  </a:moveTo>
                  <a:lnTo>
                    <a:pt x="24803" y="1936"/>
                  </a:lnTo>
                  <a:lnTo>
                    <a:pt x="23741" y="1936"/>
                  </a:lnTo>
                  <a:lnTo>
                    <a:pt x="23741" y="1394"/>
                  </a:lnTo>
                  <a:close/>
                  <a:moveTo>
                    <a:pt x="25931" y="1394"/>
                  </a:moveTo>
                  <a:lnTo>
                    <a:pt x="25931" y="1936"/>
                  </a:lnTo>
                  <a:lnTo>
                    <a:pt x="24869" y="1936"/>
                  </a:lnTo>
                  <a:lnTo>
                    <a:pt x="24869" y="1394"/>
                  </a:lnTo>
                  <a:close/>
                  <a:moveTo>
                    <a:pt x="26008" y="1405"/>
                  </a:moveTo>
                  <a:cubicBezTo>
                    <a:pt x="26240" y="1571"/>
                    <a:pt x="26484" y="1748"/>
                    <a:pt x="26705" y="1936"/>
                  </a:cubicBezTo>
                  <a:lnTo>
                    <a:pt x="26008" y="1936"/>
                  </a:lnTo>
                  <a:lnTo>
                    <a:pt x="26008" y="1405"/>
                  </a:lnTo>
                  <a:close/>
                  <a:moveTo>
                    <a:pt x="10251" y="1405"/>
                  </a:moveTo>
                  <a:lnTo>
                    <a:pt x="10251" y="1947"/>
                  </a:lnTo>
                  <a:lnTo>
                    <a:pt x="9190" y="1947"/>
                  </a:lnTo>
                  <a:lnTo>
                    <a:pt x="9190" y="1405"/>
                  </a:lnTo>
                  <a:close/>
                  <a:moveTo>
                    <a:pt x="13204" y="1405"/>
                  </a:moveTo>
                  <a:lnTo>
                    <a:pt x="13204" y="1947"/>
                  </a:lnTo>
                  <a:lnTo>
                    <a:pt x="12142" y="1947"/>
                  </a:lnTo>
                  <a:lnTo>
                    <a:pt x="12142" y="1405"/>
                  </a:lnTo>
                  <a:close/>
                  <a:moveTo>
                    <a:pt x="14342" y="1405"/>
                  </a:moveTo>
                  <a:lnTo>
                    <a:pt x="14342" y="1947"/>
                  </a:lnTo>
                  <a:lnTo>
                    <a:pt x="13281" y="1947"/>
                  </a:lnTo>
                  <a:lnTo>
                    <a:pt x="13281" y="1405"/>
                  </a:lnTo>
                  <a:close/>
                  <a:moveTo>
                    <a:pt x="15470" y="1405"/>
                  </a:moveTo>
                  <a:lnTo>
                    <a:pt x="15470" y="1947"/>
                  </a:lnTo>
                  <a:lnTo>
                    <a:pt x="14409" y="1947"/>
                  </a:lnTo>
                  <a:lnTo>
                    <a:pt x="14409" y="1405"/>
                  </a:lnTo>
                  <a:close/>
                  <a:moveTo>
                    <a:pt x="18566" y="1405"/>
                  </a:moveTo>
                  <a:lnTo>
                    <a:pt x="18566" y="1947"/>
                  </a:lnTo>
                  <a:lnTo>
                    <a:pt x="17505" y="1947"/>
                  </a:lnTo>
                  <a:lnTo>
                    <a:pt x="17505" y="1405"/>
                  </a:lnTo>
                  <a:close/>
                  <a:moveTo>
                    <a:pt x="19705" y="1405"/>
                  </a:moveTo>
                  <a:lnTo>
                    <a:pt x="19705" y="1947"/>
                  </a:lnTo>
                  <a:lnTo>
                    <a:pt x="18644" y="1947"/>
                  </a:lnTo>
                  <a:lnTo>
                    <a:pt x="18644" y="1405"/>
                  </a:lnTo>
                  <a:close/>
                  <a:moveTo>
                    <a:pt x="20833" y="1405"/>
                  </a:moveTo>
                  <a:lnTo>
                    <a:pt x="20833" y="1947"/>
                  </a:lnTo>
                  <a:lnTo>
                    <a:pt x="19772" y="1947"/>
                  </a:lnTo>
                  <a:lnTo>
                    <a:pt x="19772" y="1405"/>
                  </a:lnTo>
                  <a:close/>
                  <a:moveTo>
                    <a:pt x="22536" y="1405"/>
                  </a:moveTo>
                  <a:lnTo>
                    <a:pt x="22536" y="1947"/>
                  </a:lnTo>
                  <a:lnTo>
                    <a:pt x="20911" y="1947"/>
                  </a:lnTo>
                  <a:lnTo>
                    <a:pt x="20911" y="1405"/>
                  </a:lnTo>
                  <a:close/>
                  <a:moveTo>
                    <a:pt x="5718" y="2378"/>
                  </a:moveTo>
                  <a:lnTo>
                    <a:pt x="5718" y="2953"/>
                  </a:lnTo>
                  <a:lnTo>
                    <a:pt x="5076" y="2953"/>
                  </a:lnTo>
                  <a:lnTo>
                    <a:pt x="5076" y="2898"/>
                  </a:lnTo>
                  <a:cubicBezTo>
                    <a:pt x="5264" y="2721"/>
                    <a:pt x="5452" y="2555"/>
                    <a:pt x="5640" y="2378"/>
                  </a:cubicBezTo>
                  <a:close/>
                  <a:moveTo>
                    <a:pt x="6845" y="2378"/>
                  </a:moveTo>
                  <a:lnTo>
                    <a:pt x="6845" y="2953"/>
                  </a:lnTo>
                  <a:lnTo>
                    <a:pt x="6171" y="2953"/>
                  </a:lnTo>
                  <a:lnTo>
                    <a:pt x="6171" y="2378"/>
                  </a:lnTo>
                  <a:close/>
                  <a:moveTo>
                    <a:pt x="7973" y="2378"/>
                  </a:moveTo>
                  <a:lnTo>
                    <a:pt x="7973" y="2953"/>
                  </a:lnTo>
                  <a:lnTo>
                    <a:pt x="6912" y="2953"/>
                  </a:lnTo>
                  <a:lnTo>
                    <a:pt x="6912" y="2378"/>
                  </a:lnTo>
                  <a:close/>
                  <a:moveTo>
                    <a:pt x="9112" y="2389"/>
                  </a:moveTo>
                  <a:lnTo>
                    <a:pt x="9112" y="2964"/>
                  </a:lnTo>
                  <a:lnTo>
                    <a:pt x="8051" y="2964"/>
                  </a:lnTo>
                  <a:lnTo>
                    <a:pt x="8051" y="2389"/>
                  </a:lnTo>
                  <a:close/>
                  <a:moveTo>
                    <a:pt x="10959" y="2389"/>
                  </a:moveTo>
                  <a:lnTo>
                    <a:pt x="10959" y="2964"/>
                  </a:lnTo>
                  <a:lnTo>
                    <a:pt x="10329" y="2964"/>
                  </a:lnTo>
                  <a:lnTo>
                    <a:pt x="10329" y="2389"/>
                  </a:lnTo>
                  <a:close/>
                  <a:moveTo>
                    <a:pt x="12076" y="2389"/>
                  </a:moveTo>
                  <a:lnTo>
                    <a:pt x="12076" y="2964"/>
                  </a:lnTo>
                  <a:lnTo>
                    <a:pt x="11401" y="2964"/>
                  </a:lnTo>
                  <a:lnTo>
                    <a:pt x="11401" y="2389"/>
                  </a:lnTo>
                  <a:close/>
                  <a:moveTo>
                    <a:pt x="13204" y="2389"/>
                  </a:moveTo>
                  <a:lnTo>
                    <a:pt x="13204" y="2964"/>
                  </a:lnTo>
                  <a:lnTo>
                    <a:pt x="12142" y="2964"/>
                  </a:lnTo>
                  <a:lnTo>
                    <a:pt x="12142" y="2389"/>
                  </a:lnTo>
                  <a:close/>
                  <a:moveTo>
                    <a:pt x="14342" y="2389"/>
                  </a:moveTo>
                  <a:lnTo>
                    <a:pt x="14342" y="2964"/>
                  </a:lnTo>
                  <a:lnTo>
                    <a:pt x="13281" y="2964"/>
                  </a:lnTo>
                  <a:lnTo>
                    <a:pt x="13281" y="2389"/>
                  </a:lnTo>
                  <a:close/>
                  <a:moveTo>
                    <a:pt x="15470" y="2389"/>
                  </a:moveTo>
                  <a:lnTo>
                    <a:pt x="15470" y="2964"/>
                  </a:lnTo>
                  <a:lnTo>
                    <a:pt x="14409" y="2964"/>
                  </a:lnTo>
                  <a:lnTo>
                    <a:pt x="14409" y="2389"/>
                  </a:lnTo>
                  <a:close/>
                  <a:moveTo>
                    <a:pt x="16222" y="2389"/>
                  </a:moveTo>
                  <a:lnTo>
                    <a:pt x="16222" y="2964"/>
                  </a:lnTo>
                  <a:lnTo>
                    <a:pt x="15537" y="2964"/>
                  </a:lnTo>
                  <a:lnTo>
                    <a:pt x="15537" y="2389"/>
                  </a:lnTo>
                  <a:close/>
                  <a:moveTo>
                    <a:pt x="17450" y="2389"/>
                  </a:moveTo>
                  <a:lnTo>
                    <a:pt x="17450" y="2964"/>
                  </a:lnTo>
                  <a:lnTo>
                    <a:pt x="16676" y="2964"/>
                  </a:lnTo>
                  <a:lnTo>
                    <a:pt x="16665" y="2389"/>
                  </a:lnTo>
                  <a:close/>
                  <a:moveTo>
                    <a:pt x="18566" y="2389"/>
                  </a:moveTo>
                  <a:lnTo>
                    <a:pt x="18566" y="2964"/>
                  </a:lnTo>
                  <a:lnTo>
                    <a:pt x="17505" y="2964"/>
                  </a:lnTo>
                  <a:lnTo>
                    <a:pt x="17505" y="2389"/>
                  </a:lnTo>
                  <a:close/>
                  <a:moveTo>
                    <a:pt x="19705" y="2389"/>
                  </a:moveTo>
                  <a:lnTo>
                    <a:pt x="19705" y="2964"/>
                  </a:lnTo>
                  <a:lnTo>
                    <a:pt x="18644" y="2964"/>
                  </a:lnTo>
                  <a:lnTo>
                    <a:pt x="18644" y="2389"/>
                  </a:lnTo>
                  <a:close/>
                  <a:moveTo>
                    <a:pt x="20833" y="2389"/>
                  </a:moveTo>
                  <a:lnTo>
                    <a:pt x="20833" y="2964"/>
                  </a:lnTo>
                  <a:lnTo>
                    <a:pt x="19772" y="2964"/>
                  </a:lnTo>
                  <a:lnTo>
                    <a:pt x="19772" y="2389"/>
                  </a:lnTo>
                  <a:close/>
                  <a:moveTo>
                    <a:pt x="22536" y="2389"/>
                  </a:moveTo>
                  <a:lnTo>
                    <a:pt x="22536" y="2964"/>
                  </a:lnTo>
                  <a:lnTo>
                    <a:pt x="20911" y="2964"/>
                  </a:lnTo>
                  <a:lnTo>
                    <a:pt x="20911" y="2389"/>
                  </a:lnTo>
                  <a:close/>
                  <a:moveTo>
                    <a:pt x="23675" y="2389"/>
                  </a:moveTo>
                  <a:lnTo>
                    <a:pt x="23675" y="2964"/>
                  </a:lnTo>
                  <a:lnTo>
                    <a:pt x="22614" y="2964"/>
                  </a:lnTo>
                  <a:lnTo>
                    <a:pt x="22614" y="2389"/>
                  </a:lnTo>
                  <a:close/>
                  <a:moveTo>
                    <a:pt x="24803" y="2389"/>
                  </a:moveTo>
                  <a:lnTo>
                    <a:pt x="24803" y="2964"/>
                  </a:lnTo>
                  <a:lnTo>
                    <a:pt x="23741" y="2964"/>
                  </a:lnTo>
                  <a:lnTo>
                    <a:pt x="23741" y="2389"/>
                  </a:lnTo>
                  <a:close/>
                  <a:moveTo>
                    <a:pt x="25931" y="2389"/>
                  </a:moveTo>
                  <a:lnTo>
                    <a:pt x="25931" y="2964"/>
                  </a:lnTo>
                  <a:lnTo>
                    <a:pt x="24869" y="2964"/>
                  </a:lnTo>
                  <a:lnTo>
                    <a:pt x="24869" y="2389"/>
                  </a:lnTo>
                  <a:close/>
                  <a:moveTo>
                    <a:pt x="26716" y="2389"/>
                  </a:moveTo>
                  <a:lnTo>
                    <a:pt x="26716" y="2964"/>
                  </a:lnTo>
                  <a:lnTo>
                    <a:pt x="25997" y="2964"/>
                  </a:lnTo>
                  <a:lnTo>
                    <a:pt x="26008" y="2389"/>
                  </a:lnTo>
                  <a:close/>
                  <a:moveTo>
                    <a:pt x="27247" y="2389"/>
                  </a:moveTo>
                  <a:cubicBezTo>
                    <a:pt x="27457" y="2577"/>
                    <a:pt x="27656" y="2765"/>
                    <a:pt x="27866" y="2964"/>
                  </a:cubicBezTo>
                  <a:lnTo>
                    <a:pt x="27169" y="2964"/>
                  </a:lnTo>
                  <a:lnTo>
                    <a:pt x="27169" y="2389"/>
                  </a:lnTo>
                  <a:close/>
                  <a:moveTo>
                    <a:pt x="10251" y="2400"/>
                  </a:moveTo>
                  <a:lnTo>
                    <a:pt x="10251" y="2975"/>
                  </a:lnTo>
                  <a:lnTo>
                    <a:pt x="9190" y="2975"/>
                  </a:lnTo>
                  <a:lnTo>
                    <a:pt x="9190" y="2400"/>
                  </a:lnTo>
                  <a:close/>
                  <a:moveTo>
                    <a:pt x="31548" y="2599"/>
                  </a:moveTo>
                  <a:lnTo>
                    <a:pt x="31548" y="3086"/>
                  </a:lnTo>
                  <a:lnTo>
                    <a:pt x="31249" y="3086"/>
                  </a:lnTo>
                  <a:cubicBezTo>
                    <a:pt x="31084" y="2920"/>
                    <a:pt x="30907" y="2754"/>
                    <a:pt x="30730" y="2599"/>
                  </a:cubicBezTo>
                  <a:close/>
                  <a:moveTo>
                    <a:pt x="33815" y="2599"/>
                  </a:moveTo>
                  <a:lnTo>
                    <a:pt x="33815" y="3086"/>
                  </a:lnTo>
                  <a:lnTo>
                    <a:pt x="32753" y="3086"/>
                  </a:lnTo>
                  <a:lnTo>
                    <a:pt x="32753" y="2599"/>
                  </a:lnTo>
                  <a:close/>
                  <a:moveTo>
                    <a:pt x="34943" y="2599"/>
                  </a:moveTo>
                  <a:lnTo>
                    <a:pt x="34943" y="3086"/>
                  </a:lnTo>
                  <a:lnTo>
                    <a:pt x="33881" y="3086"/>
                  </a:lnTo>
                  <a:lnTo>
                    <a:pt x="33881" y="2599"/>
                  </a:lnTo>
                  <a:close/>
                  <a:moveTo>
                    <a:pt x="32676" y="2610"/>
                  </a:moveTo>
                  <a:lnTo>
                    <a:pt x="32676" y="3097"/>
                  </a:lnTo>
                  <a:lnTo>
                    <a:pt x="31614" y="3097"/>
                  </a:lnTo>
                  <a:lnTo>
                    <a:pt x="31614" y="2610"/>
                  </a:lnTo>
                  <a:close/>
                  <a:moveTo>
                    <a:pt x="35706" y="2599"/>
                  </a:moveTo>
                  <a:lnTo>
                    <a:pt x="35706" y="3097"/>
                  </a:lnTo>
                  <a:lnTo>
                    <a:pt x="35009" y="3097"/>
                  </a:lnTo>
                  <a:lnTo>
                    <a:pt x="35009" y="2599"/>
                  </a:lnTo>
                  <a:close/>
                  <a:moveTo>
                    <a:pt x="36822" y="2610"/>
                  </a:moveTo>
                  <a:lnTo>
                    <a:pt x="36822" y="3097"/>
                  </a:lnTo>
                  <a:lnTo>
                    <a:pt x="36148" y="3097"/>
                  </a:lnTo>
                  <a:lnTo>
                    <a:pt x="36148" y="2610"/>
                  </a:lnTo>
                  <a:close/>
                  <a:moveTo>
                    <a:pt x="37950" y="2610"/>
                  </a:moveTo>
                  <a:lnTo>
                    <a:pt x="37950" y="3097"/>
                  </a:lnTo>
                  <a:lnTo>
                    <a:pt x="36889" y="3097"/>
                  </a:lnTo>
                  <a:lnTo>
                    <a:pt x="36889" y="2610"/>
                  </a:lnTo>
                  <a:close/>
                  <a:moveTo>
                    <a:pt x="39089" y="2610"/>
                  </a:moveTo>
                  <a:lnTo>
                    <a:pt x="39089" y="3097"/>
                  </a:lnTo>
                  <a:lnTo>
                    <a:pt x="38028" y="3097"/>
                  </a:lnTo>
                  <a:lnTo>
                    <a:pt x="38028" y="2610"/>
                  </a:lnTo>
                  <a:close/>
                  <a:moveTo>
                    <a:pt x="40217" y="2610"/>
                  </a:moveTo>
                  <a:lnTo>
                    <a:pt x="40217" y="3097"/>
                  </a:lnTo>
                  <a:lnTo>
                    <a:pt x="39156" y="3097"/>
                  </a:lnTo>
                  <a:lnTo>
                    <a:pt x="39156" y="2610"/>
                  </a:lnTo>
                  <a:close/>
                  <a:moveTo>
                    <a:pt x="40969" y="2610"/>
                  </a:moveTo>
                  <a:lnTo>
                    <a:pt x="40969" y="3097"/>
                  </a:lnTo>
                  <a:lnTo>
                    <a:pt x="40295" y="3097"/>
                  </a:lnTo>
                  <a:lnTo>
                    <a:pt x="40295" y="2610"/>
                  </a:lnTo>
                  <a:close/>
                  <a:moveTo>
                    <a:pt x="42097" y="2610"/>
                  </a:moveTo>
                  <a:lnTo>
                    <a:pt x="42097" y="3097"/>
                  </a:lnTo>
                  <a:lnTo>
                    <a:pt x="41422" y="3097"/>
                  </a:lnTo>
                  <a:lnTo>
                    <a:pt x="41422" y="2610"/>
                  </a:lnTo>
                  <a:close/>
                  <a:moveTo>
                    <a:pt x="43225" y="2610"/>
                  </a:moveTo>
                  <a:lnTo>
                    <a:pt x="43225" y="3097"/>
                  </a:lnTo>
                  <a:lnTo>
                    <a:pt x="42163" y="3097"/>
                  </a:lnTo>
                  <a:lnTo>
                    <a:pt x="42163" y="2610"/>
                  </a:lnTo>
                  <a:close/>
                  <a:moveTo>
                    <a:pt x="44364" y="2610"/>
                  </a:moveTo>
                  <a:lnTo>
                    <a:pt x="44364" y="3108"/>
                  </a:lnTo>
                  <a:lnTo>
                    <a:pt x="43302" y="3108"/>
                  </a:lnTo>
                  <a:lnTo>
                    <a:pt x="43302" y="2610"/>
                  </a:lnTo>
                  <a:close/>
                  <a:moveTo>
                    <a:pt x="45492" y="2610"/>
                  </a:moveTo>
                  <a:lnTo>
                    <a:pt x="45492" y="3108"/>
                  </a:lnTo>
                  <a:lnTo>
                    <a:pt x="44430" y="3108"/>
                  </a:lnTo>
                  <a:lnTo>
                    <a:pt x="44430" y="2610"/>
                  </a:lnTo>
                  <a:close/>
                  <a:moveTo>
                    <a:pt x="46244" y="2621"/>
                  </a:moveTo>
                  <a:lnTo>
                    <a:pt x="46244" y="3108"/>
                  </a:lnTo>
                  <a:lnTo>
                    <a:pt x="45558" y="3108"/>
                  </a:lnTo>
                  <a:lnTo>
                    <a:pt x="45558" y="2621"/>
                  </a:lnTo>
                  <a:close/>
                  <a:moveTo>
                    <a:pt x="47371" y="2621"/>
                  </a:moveTo>
                  <a:lnTo>
                    <a:pt x="47371" y="3108"/>
                  </a:lnTo>
                  <a:lnTo>
                    <a:pt x="46697" y="3108"/>
                  </a:lnTo>
                  <a:lnTo>
                    <a:pt x="46697" y="2621"/>
                  </a:lnTo>
                  <a:close/>
                  <a:moveTo>
                    <a:pt x="48510" y="2621"/>
                  </a:moveTo>
                  <a:lnTo>
                    <a:pt x="48499" y="3108"/>
                  </a:lnTo>
                  <a:lnTo>
                    <a:pt x="47449" y="3108"/>
                  </a:lnTo>
                  <a:lnTo>
                    <a:pt x="47449" y="2621"/>
                  </a:lnTo>
                  <a:close/>
                  <a:moveTo>
                    <a:pt x="49638" y="2621"/>
                  </a:moveTo>
                  <a:lnTo>
                    <a:pt x="49638" y="3108"/>
                  </a:lnTo>
                  <a:lnTo>
                    <a:pt x="48577" y="3108"/>
                  </a:lnTo>
                  <a:lnTo>
                    <a:pt x="48577" y="2621"/>
                  </a:lnTo>
                  <a:close/>
                  <a:moveTo>
                    <a:pt x="50766" y="2621"/>
                  </a:moveTo>
                  <a:lnTo>
                    <a:pt x="50766" y="3108"/>
                  </a:lnTo>
                  <a:lnTo>
                    <a:pt x="49705" y="3108"/>
                  </a:lnTo>
                  <a:lnTo>
                    <a:pt x="49705" y="2621"/>
                  </a:lnTo>
                  <a:close/>
                  <a:moveTo>
                    <a:pt x="51518" y="2621"/>
                  </a:moveTo>
                  <a:lnTo>
                    <a:pt x="51518" y="3108"/>
                  </a:lnTo>
                  <a:lnTo>
                    <a:pt x="50832" y="3108"/>
                  </a:lnTo>
                  <a:lnTo>
                    <a:pt x="50832" y="2621"/>
                  </a:lnTo>
                  <a:close/>
                  <a:moveTo>
                    <a:pt x="52646" y="2621"/>
                  </a:moveTo>
                  <a:lnTo>
                    <a:pt x="52646" y="3119"/>
                  </a:lnTo>
                  <a:lnTo>
                    <a:pt x="51971" y="3119"/>
                  </a:lnTo>
                  <a:lnTo>
                    <a:pt x="51971" y="2621"/>
                  </a:lnTo>
                  <a:close/>
                  <a:moveTo>
                    <a:pt x="53774" y="2621"/>
                  </a:moveTo>
                  <a:lnTo>
                    <a:pt x="53774" y="3119"/>
                  </a:lnTo>
                  <a:lnTo>
                    <a:pt x="52712" y="3119"/>
                  </a:lnTo>
                  <a:lnTo>
                    <a:pt x="52712" y="2621"/>
                  </a:lnTo>
                  <a:close/>
                  <a:moveTo>
                    <a:pt x="54913" y="2632"/>
                  </a:moveTo>
                  <a:lnTo>
                    <a:pt x="54913" y="3119"/>
                  </a:lnTo>
                  <a:lnTo>
                    <a:pt x="53851" y="3119"/>
                  </a:lnTo>
                  <a:lnTo>
                    <a:pt x="53851" y="2632"/>
                  </a:lnTo>
                  <a:close/>
                  <a:moveTo>
                    <a:pt x="56041" y="2632"/>
                  </a:moveTo>
                  <a:lnTo>
                    <a:pt x="56041" y="3119"/>
                  </a:lnTo>
                  <a:lnTo>
                    <a:pt x="54979" y="3119"/>
                  </a:lnTo>
                  <a:lnTo>
                    <a:pt x="54979" y="2632"/>
                  </a:lnTo>
                  <a:close/>
                  <a:moveTo>
                    <a:pt x="56792" y="2632"/>
                  </a:moveTo>
                  <a:lnTo>
                    <a:pt x="56792" y="3119"/>
                  </a:lnTo>
                  <a:lnTo>
                    <a:pt x="56107" y="3119"/>
                  </a:lnTo>
                  <a:lnTo>
                    <a:pt x="56107" y="2632"/>
                  </a:lnTo>
                  <a:close/>
                  <a:moveTo>
                    <a:pt x="57920" y="2632"/>
                  </a:moveTo>
                  <a:lnTo>
                    <a:pt x="57920" y="3119"/>
                  </a:lnTo>
                  <a:lnTo>
                    <a:pt x="57246" y="3119"/>
                  </a:lnTo>
                  <a:lnTo>
                    <a:pt x="57246" y="2632"/>
                  </a:lnTo>
                  <a:close/>
                  <a:moveTo>
                    <a:pt x="59059" y="2632"/>
                  </a:moveTo>
                  <a:lnTo>
                    <a:pt x="59048" y="3119"/>
                  </a:lnTo>
                  <a:lnTo>
                    <a:pt x="57987" y="3119"/>
                  </a:lnTo>
                  <a:lnTo>
                    <a:pt x="57987" y="2632"/>
                  </a:lnTo>
                  <a:close/>
                  <a:moveTo>
                    <a:pt x="60187" y="2632"/>
                  </a:moveTo>
                  <a:lnTo>
                    <a:pt x="60187" y="3119"/>
                  </a:lnTo>
                  <a:lnTo>
                    <a:pt x="59126" y="3119"/>
                  </a:lnTo>
                  <a:lnTo>
                    <a:pt x="59126" y="2632"/>
                  </a:lnTo>
                  <a:close/>
                  <a:moveTo>
                    <a:pt x="61315" y="2632"/>
                  </a:moveTo>
                  <a:lnTo>
                    <a:pt x="61315" y="3130"/>
                  </a:lnTo>
                  <a:lnTo>
                    <a:pt x="60254" y="3130"/>
                  </a:lnTo>
                  <a:lnTo>
                    <a:pt x="60254" y="2632"/>
                  </a:lnTo>
                  <a:close/>
                  <a:moveTo>
                    <a:pt x="31548" y="3163"/>
                  </a:moveTo>
                  <a:lnTo>
                    <a:pt x="31548" y="3395"/>
                  </a:lnTo>
                  <a:cubicBezTo>
                    <a:pt x="31471" y="3318"/>
                    <a:pt x="31393" y="3240"/>
                    <a:pt x="31316" y="3163"/>
                  </a:cubicBezTo>
                  <a:close/>
                  <a:moveTo>
                    <a:pt x="5010" y="3030"/>
                  </a:moveTo>
                  <a:lnTo>
                    <a:pt x="5010" y="3727"/>
                  </a:lnTo>
                  <a:lnTo>
                    <a:pt x="4280" y="3727"/>
                  </a:lnTo>
                  <a:cubicBezTo>
                    <a:pt x="4501" y="3495"/>
                    <a:pt x="4733" y="3263"/>
                    <a:pt x="4966" y="3041"/>
                  </a:cubicBezTo>
                  <a:lnTo>
                    <a:pt x="4955" y="3030"/>
                  </a:lnTo>
                  <a:close/>
                  <a:moveTo>
                    <a:pt x="5718" y="3030"/>
                  </a:moveTo>
                  <a:lnTo>
                    <a:pt x="5718" y="3727"/>
                  </a:lnTo>
                  <a:lnTo>
                    <a:pt x="5076" y="3727"/>
                  </a:lnTo>
                  <a:lnTo>
                    <a:pt x="5076" y="3030"/>
                  </a:lnTo>
                  <a:close/>
                  <a:moveTo>
                    <a:pt x="6845" y="3030"/>
                  </a:moveTo>
                  <a:lnTo>
                    <a:pt x="6845" y="3727"/>
                  </a:lnTo>
                  <a:lnTo>
                    <a:pt x="6171" y="3727"/>
                  </a:lnTo>
                  <a:lnTo>
                    <a:pt x="6171" y="3030"/>
                  </a:lnTo>
                  <a:close/>
                  <a:moveTo>
                    <a:pt x="7973" y="3030"/>
                  </a:moveTo>
                  <a:lnTo>
                    <a:pt x="7973" y="3727"/>
                  </a:lnTo>
                  <a:lnTo>
                    <a:pt x="6912" y="3727"/>
                  </a:lnTo>
                  <a:lnTo>
                    <a:pt x="6912" y="3030"/>
                  </a:lnTo>
                  <a:close/>
                  <a:moveTo>
                    <a:pt x="9112" y="3030"/>
                  </a:moveTo>
                  <a:lnTo>
                    <a:pt x="9112" y="3727"/>
                  </a:lnTo>
                  <a:lnTo>
                    <a:pt x="8051" y="3727"/>
                  </a:lnTo>
                  <a:lnTo>
                    <a:pt x="8051" y="3030"/>
                  </a:lnTo>
                  <a:close/>
                  <a:moveTo>
                    <a:pt x="10251" y="3041"/>
                  </a:moveTo>
                  <a:lnTo>
                    <a:pt x="10251" y="3738"/>
                  </a:lnTo>
                  <a:lnTo>
                    <a:pt x="9190" y="3738"/>
                  </a:lnTo>
                  <a:lnTo>
                    <a:pt x="9190" y="3041"/>
                  </a:lnTo>
                  <a:close/>
                  <a:moveTo>
                    <a:pt x="10959" y="3030"/>
                  </a:moveTo>
                  <a:lnTo>
                    <a:pt x="10959" y="3738"/>
                  </a:lnTo>
                  <a:lnTo>
                    <a:pt x="10329" y="3738"/>
                  </a:lnTo>
                  <a:lnTo>
                    <a:pt x="10329" y="3030"/>
                  </a:lnTo>
                  <a:close/>
                  <a:moveTo>
                    <a:pt x="12076" y="3030"/>
                  </a:moveTo>
                  <a:lnTo>
                    <a:pt x="12076" y="3738"/>
                  </a:lnTo>
                  <a:lnTo>
                    <a:pt x="11401" y="3738"/>
                  </a:lnTo>
                  <a:lnTo>
                    <a:pt x="11401" y="3030"/>
                  </a:lnTo>
                  <a:close/>
                  <a:moveTo>
                    <a:pt x="13204" y="3041"/>
                  </a:moveTo>
                  <a:lnTo>
                    <a:pt x="13204" y="3738"/>
                  </a:lnTo>
                  <a:lnTo>
                    <a:pt x="12142" y="3738"/>
                  </a:lnTo>
                  <a:lnTo>
                    <a:pt x="12142" y="3041"/>
                  </a:lnTo>
                  <a:close/>
                  <a:moveTo>
                    <a:pt x="14342" y="3041"/>
                  </a:moveTo>
                  <a:lnTo>
                    <a:pt x="14342" y="3738"/>
                  </a:lnTo>
                  <a:lnTo>
                    <a:pt x="13281" y="3738"/>
                  </a:lnTo>
                  <a:lnTo>
                    <a:pt x="13281" y="3041"/>
                  </a:lnTo>
                  <a:close/>
                  <a:moveTo>
                    <a:pt x="15470" y="3041"/>
                  </a:moveTo>
                  <a:lnTo>
                    <a:pt x="15470" y="3738"/>
                  </a:lnTo>
                  <a:lnTo>
                    <a:pt x="14409" y="3738"/>
                  </a:lnTo>
                  <a:lnTo>
                    <a:pt x="14409" y="3041"/>
                  </a:lnTo>
                  <a:close/>
                  <a:moveTo>
                    <a:pt x="16222" y="3030"/>
                  </a:moveTo>
                  <a:lnTo>
                    <a:pt x="16222" y="3738"/>
                  </a:lnTo>
                  <a:lnTo>
                    <a:pt x="15537" y="3738"/>
                  </a:lnTo>
                  <a:lnTo>
                    <a:pt x="15537" y="3030"/>
                  </a:lnTo>
                  <a:close/>
                  <a:moveTo>
                    <a:pt x="17450" y="3030"/>
                  </a:moveTo>
                  <a:lnTo>
                    <a:pt x="17450" y="3738"/>
                  </a:lnTo>
                  <a:lnTo>
                    <a:pt x="16676" y="3738"/>
                  </a:lnTo>
                  <a:lnTo>
                    <a:pt x="16665" y="3030"/>
                  </a:lnTo>
                  <a:close/>
                  <a:moveTo>
                    <a:pt x="18566" y="3041"/>
                  </a:moveTo>
                  <a:lnTo>
                    <a:pt x="18566" y="3738"/>
                  </a:lnTo>
                  <a:lnTo>
                    <a:pt x="17505" y="3738"/>
                  </a:lnTo>
                  <a:lnTo>
                    <a:pt x="17505" y="3041"/>
                  </a:lnTo>
                  <a:close/>
                  <a:moveTo>
                    <a:pt x="19705" y="3041"/>
                  </a:moveTo>
                  <a:lnTo>
                    <a:pt x="19705" y="3738"/>
                  </a:lnTo>
                  <a:lnTo>
                    <a:pt x="18644" y="3738"/>
                  </a:lnTo>
                  <a:lnTo>
                    <a:pt x="18644" y="3041"/>
                  </a:lnTo>
                  <a:close/>
                  <a:moveTo>
                    <a:pt x="20833" y="3041"/>
                  </a:moveTo>
                  <a:lnTo>
                    <a:pt x="20833" y="3738"/>
                  </a:lnTo>
                  <a:lnTo>
                    <a:pt x="19772" y="3738"/>
                  </a:lnTo>
                  <a:lnTo>
                    <a:pt x="19772" y="3041"/>
                  </a:lnTo>
                  <a:close/>
                  <a:moveTo>
                    <a:pt x="22536" y="3041"/>
                  </a:moveTo>
                  <a:lnTo>
                    <a:pt x="22536" y="3738"/>
                  </a:lnTo>
                  <a:lnTo>
                    <a:pt x="20911" y="3738"/>
                  </a:lnTo>
                  <a:lnTo>
                    <a:pt x="20911" y="3041"/>
                  </a:lnTo>
                  <a:close/>
                  <a:moveTo>
                    <a:pt x="23675" y="3030"/>
                  </a:moveTo>
                  <a:lnTo>
                    <a:pt x="23675" y="3738"/>
                  </a:lnTo>
                  <a:lnTo>
                    <a:pt x="22614" y="3738"/>
                  </a:lnTo>
                  <a:lnTo>
                    <a:pt x="22614" y="3030"/>
                  </a:lnTo>
                  <a:close/>
                  <a:moveTo>
                    <a:pt x="24803" y="3030"/>
                  </a:moveTo>
                  <a:lnTo>
                    <a:pt x="24803" y="3738"/>
                  </a:lnTo>
                  <a:lnTo>
                    <a:pt x="23741" y="3738"/>
                  </a:lnTo>
                  <a:lnTo>
                    <a:pt x="23741" y="3030"/>
                  </a:lnTo>
                  <a:close/>
                  <a:moveTo>
                    <a:pt x="25931" y="3030"/>
                  </a:moveTo>
                  <a:lnTo>
                    <a:pt x="25931" y="3738"/>
                  </a:lnTo>
                  <a:lnTo>
                    <a:pt x="24869" y="3738"/>
                  </a:lnTo>
                  <a:lnTo>
                    <a:pt x="24869" y="3030"/>
                  </a:lnTo>
                  <a:close/>
                  <a:moveTo>
                    <a:pt x="26716" y="3030"/>
                  </a:moveTo>
                  <a:lnTo>
                    <a:pt x="26716" y="3738"/>
                  </a:lnTo>
                  <a:lnTo>
                    <a:pt x="25997" y="3738"/>
                  </a:lnTo>
                  <a:lnTo>
                    <a:pt x="26008" y="3030"/>
                  </a:lnTo>
                  <a:close/>
                  <a:moveTo>
                    <a:pt x="27899" y="3030"/>
                  </a:moveTo>
                  <a:lnTo>
                    <a:pt x="27899" y="3738"/>
                  </a:lnTo>
                  <a:lnTo>
                    <a:pt x="27169" y="3738"/>
                  </a:lnTo>
                  <a:lnTo>
                    <a:pt x="27169" y="3030"/>
                  </a:lnTo>
                  <a:close/>
                  <a:moveTo>
                    <a:pt x="27965" y="3064"/>
                  </a:moveTo>
                  <a:cubicBezTo>
                    <a:pt x="28187" y="3285"/>
                    <a:pt x="28397" y="3506"/>
                    <a:pt x="28607" y="3738"/>
                  </a:cubicBezTo>
                  <a:lnTo>
                    <a:pt x="27965" y="3738"/>
                  </a:lnTo>
                  <a:lnTo>
                    <a:pt x="27965" y="3064"/>
                  </a:lnTo>
                  <a:close/>
                  <a:moveTo>
                    <a:pt x="32676" y="3163"/>
                  </a:moveTo>
                  <a:lnTo>
                    <a:pt x="32676" y="3815"/>
                  </a:lnTo>
                  <a:lnTo>
                    <a:pt x="31935" y="3815"/>
                  </a:lnTo>
                  <a:cubicBezTo>
                    <a:pt x="31824" y="3705"/>
                    <a:pt x="31725" y="3583"/>
                    <a:pt x="31614" y="3473"/>
                  </a:cubicBezTo>
                  <a:lnTo>
                    <a:pt x="31625" y="3473"/>
                  </a:lnTo>
                  <a:lnTo>
                    <a:pt x="31625" y="3163"/>
                  </a:lnTo>
                  <a:close/>
                  <a:moveTo>
                    <a:pt x="33815" y="3163"/>
                  </a:moveTo>
                  <a:lnTo>
                    <a:pt x="33815" y="3815"/>
                  </a:lnTo>
                  <a:lnTo>
                    <a:pt x="32753" y="3815"/>
                  </a:lnTo>
                  <a:lnTo>
                    <a:pt x="32753" y="3163"/>
                  </a:lnTo>
                  <a:close/>
                  <a:moveTo>
                    <a:pt x="34943" y="3163"/>
                  </a:moveTo>
                  <a:lnTo>
                    <a:pt x="34943" y="3815"/>
                  </a:lnTo>
                  <a:lnTo>
                    <a:pt x="33881" y="3815"/>
                  </a:lnTo>
                  <a:lnTo>
                    <a:pt x="33881" y="3163"/>
                  </a:lnTo>
                  <a:close/>
                  <a:moveTo>
                    <a:pt x="35706" y="3163"/>
                  </a:moveTo>
                  <a:lnTo>
                    <a:pt x="35706" y="3815"/>
                  </a:lnTo>
                  <a:lnTo>
                    <a:pt x="35009" y="3815"/>
                  </a:lnTo>
                  <a:lnTo>
                    <a:pt x="35009" y="3163"/>
                  </a:lnTo>
                  <a:close/>
                  <a:moveTo>
                    <a:pt x="36822" y="3163"/>
                  </a:moveTo>
                  <a:lnTo>
                    <a:pt x="36822" y="3815"/>
                  </a:lnTo>
                  <a:lnTo>
                    <a:pt x="36148" y="3815"/>
                  </a:lnTo>
                  <a:lnTo>
                    <a:pt x="36148" y="3163"/>
                  </a:lnTo>
                  <a:close/>
                  <a:moveTo>
                    <a:pt x="37950" y="3163"/>
                  </a:moveTo>
                  <a:lnTo>
                    <a:pt x="37950" y="3815"/>
                  </a:lnTo>
                  <a:lnTo>
                    <a:pt x="36889" y="3815"/>
                  </a:lnTo>
                  <a:lnTo>
                    <a:pt x="36889" y="3163"/>
                  </a:lnTo>
                  <a:close/>
                  <a:moveTo>
                    <a:pt x="39089" y="3163"/>
                  </a:moveTo>
                  <a:lnTo>
                    <a:pt x="39089" y="3815"/>
                  </a:lnTo>
                  <a:lnTo>
                    <a:pt x="38028" y="3815"/>
                  </a:lnTo>
                  <a:lnTo>
                    <a:pt x="38028" y="3163"/>
                  </a:lnTo>
                  <a:close/>
                  <a:moveTo>
                    <a:pt x="40217" y="3163"/>
                  </a:moveTo>
                  <a:lnTo>
                    <a:pt x="40217" y="3815"/>
                  </a:lnTo>
                  <a:lnTo>
                    <a:pt x="39156" y="3815"/>
                  </a:lnTo>
                  <a:lnTo>
                    <a:pt x="39156" y="3163"/>
                  </a:lnTo>
                  <a:close/>
                  <a:moveTo>
                    <a:pt x="40969" y="3174"/>
                  </a:moveTo>
                  <a:lnTo>
                    <a:pt x="40969" y="3815"/>
                  </a:lnTo>
                  <a:lnTo>
                    <a:pt x="40295" y="3815"/>
                  </a:lnTo>
                  <a:lnTo>
                    <a:pt x="40295" y="3174"/>
                  </a:lnTo>
                  <a:close/>
                  <a:moveTo>
                    <a:pt x="42097" y="3174"/>
                  </a:moveTo>
                  <a:lnTo>
                    <a:pt x="42097" y="3815"/>
                  </a:lnTo>
                  <a:lnTo>
                    <a:pt x="41422" y="3815"/>
                  </a:lnTo>
                  <a:lnTo>
                    <a:pt x="41422" y="3174"/>
                  </a:lnTo>
                  <a:close/>
                  <a:moveTo>
                    <a:pt x="43225" y="3174"/>
                  </a:moveTo>
                  <a:lnTo>
                    <a:pt x="43225" y="3826"/>
                  </a:lnTo>
                  <a:lnTo>
                    <a:pt x="42163" y="3826"/>
                  </a:lnTo>
                  <a:lnTo>
                    <a:pt x="42163" y="3174"/>
                  </a:lnTo>
                  <a:close/>
                  <a:moveTo>
                    <a:pt x="44364" y="3174"/>
                  </a:moveTo>
                  <a:lnTo>
                    <a:pt x="44364" y="3826"/>
                  </a:lnTo>
                  <a:lnTo>
                    <a:pt x="43302" y="3826"/>
                  </a:lnTo>
                  <a:lnTo>
                    <a:pt x="43302" y="3174"/>
                  </a:lnTo>
                  <a:close/>
                  <a:moveTo>
                    <a:pt x="45492" y="3174"/>
                  </a:moveTo>
                  <a:lnTo>
                    <a:pt x="45492" y="3826"/>
                  </a:lnTo>
                  <a:lnTo>
                    <a:pt x="44430" y="3826"/>
                  </a:lnTo>
                  <a:lnTo>
                    <a:pt x="44430" y="3174"/>
                  </a:lnTo>
                  <a:close/>
                  <a:moveTo>
                    <a:pt x="46244" y="3174"/>
                  </a:moveTo>
                  <a:lnTo>
                    <a:pt x="46244" y="3826"/>
                  </a:lnTo>
                  <a:lnTo>
                    <a:pt x="45558" y="3826"/>
                  </a:lnTo>
                  <a:lnTo>
                    <a:pt x="45558" y="3174"/>
                  </a:lnTo>
                  <a:close/>
                  <a:moveTo>
                    <a:pt x="47371" y="3174"/>
                  </a:moveTo>
                  <a:lnTo>
                    <a:pt x="47371" y="3826"/>
                  </a:lnTo>
                  <a:lnTo>
                    <a:pt x="46697" y="3826"/>
                  </a:lnTo>
                  <a:lnTo>
                    <a:pt x="46697" y="3174"/>
                  </a:lnTo>
                  <a:close/>
                  <a:moveTo>
                    <a:pt x="48510" y="3174"/>
                  </a:moveTo>
                  <a:lnTo>
                    <a:pt x="48499" y="3826"/>
                  </a:lnTo>
                  <a:lnTo>
                    <a:pt x="47449" y="3826"/>
                  </a:lnTo>
                  <a:lnTo>
                    <a:pt x="47449" y="3174"/>
                  </a:lnTo>
                  <a:close/>
                  <a:moveTo>
                    <a:pt x="49638" y="3185"/>
                  </a:moveTo>
                  <a:lnTo>
                    <a:pt x="49638" y="3826"/>
                  </a:lnTo>
                  <a:lnTo>
                    <a:pt x="48577" y="3826"/>
                  </a:lnTo>
                  <a:lnTo>
                    <a:pt x="48577" y="3185"/>
                  </a:lnTo>
                  <a:close/>
                  <a:moveTo>
                    <a:pt x="50766" y="3185"/>
                  </a:moveTo>
                  <a:lnTo>
                    <a:pt x="50766" y="3826"/>
                  </a:lnTo>
                  <a:lnTo>
                    <a:pt x="49705" y="3826"/>
                  </a:lnTo>
                  <a:lnTo>
                    <a:pt x="49705" y="3185"/>
                  </a:lnTo>
                  <a:close/>
                  <a:moveTo>
                    <a:pt x="51518" y="3185"/>
                  </a:moveTo>
                  <a:lnTo>
                    <a:pt x="51518" y="3838"/>
                  </a:lnTo>
                  <a:lnTo>
                    <a:pt x="50832" y="3838"/>
                  </a:lnTo>
                  <a:lnTo>
                    <a:pt x="50832" y="3185"/>
                  </a:lnTo>
                  <a:close/>
                  <a:moveTo>
                    <a:pt x="52646" y="3185"/>
                  </a:moveTo>
                  <a:lnTo>
                    <a:pt x="52646" y="3838"/>
                  </a:lnTo>
                  <a:lnTo>
                    <a:pt x="51971" y="3838"/>
                  </a:lnTo>
                  <a:lnTo>
                    <a:pt x="51971" y="3185"/>
                  </a:lnTo>
                  <a:close/>
                  <a:moveTo>
                    <a:pt x="53774" y="3185"/>
                  </a:moveTo>
                  <a:lnTo>
                    <a:pt x="53774" y="3838"/>
                  </a:lnTo>
                  <a:lnTo>
                    <a:pt x="52712" y="3838"/>
                  </a:lnTo>
                  <a:lnTo>
                    <a:pt x="52712" y="3185"/>
                  </a:lnTo>
                  <a:close/>
                  <a:moveTo>
                    <a:pt x="54913" y="3185"/>
                  </a:moveTo>
                  <a:lnTo>
                    <a:pt x="54913" y="3838"/>
                  </a:lnTo>
                  <a:lnTo>
                    <a:pt x="53851" y="3838"/>
                  </a:lnTo>
                  <a:lnTo>
                    <a:pt x="53851" y="3185"/>
                  </a:lnTo>
                  <a:close/>
                  <a:moveTo>
                    <a:pt x="56041" y="3185"/>
                  </a:moveTo>
                  <a:lnTo>
                    <a:pt x="56041" y="3838"/>
                  </a:lnTo>
                  <a:lnTo>
                    <a:pt x="54979" y="3838"/>
                  </a:lnTo>
                  <a:lnTo>
                    <a:pt x="54979" y="3185"/>
                  </a:lnTo>
                  <a:close/>
                  <a:moveTo>
                    <a:pt x="56792" y="3185"/>
                  </a:moveTo>
                  <a:lnTo>
                    <a:pt x="56792" y="3838"/>
                  </a:lnTo>
                  <a:lnTo>
                    <a:pt x="56107" y="3838"/>
                  </a:lnTo>
                  <a:lnTo>
                    <a:pt x="56107" y="3185"/>
                  </a:lnTo>
                  <a:close/>
                  <a:moveTo>
                    <a:pt x="57920" y="3196"/>
                  </a:moveTo>
                  <a:lnTo>
                    <a:pt x="57920" y="3838"/>
                  </a:lnTo>
                  <a:lnTo>
                    <a:pt x="57246" y="3838"/>
                  </a:lnTo>
                  <a:lnTo>
                    <a:pt x="57246" y="3196"/>
                  </a:lnTo>
                  <a:close/>
                  <a:moveTo>
                    <a:pt x="59059" y="3196"/>
                  </a:moveTo>
                  <a:lnTo>
                    <a:pt x="59048" y="3838"/>
                  </a:lnTo>
                  <a:lnTo>
                    <a:pt x="57987" y="3838"/>
                  </a:lnTo>
                  <a:lnTo>
                    <a:pt x="57987" y="3196"/>
                  </a:lnTo>
                  <a:close/>
                  <a:moveTo>
                    <a:pt x="60187" y="3196"/>
                  </a:moveTo>
                  <a:lnTo>
                    <a:pt x="60187" y="3849"/>
                  </a:lnTo>
                  <a:lnTo>
                    <a:pt x="59126" y="3849"/>
                  </a:lnTo>
                  <a:lnTo>
                    <a:pt x="59126" y="3196"/>
                  </a:lnTo>
                  <a:close/>
                  <a:moveTo>
                    <a:pt x="61315" y="3196"/>
                  </a:moveTo>
                  <a:lnTo>
                    <a:pt x="61315" y="3849"/>
                  </a:lnTo>
                  <a:lnTo>
                    <a:pt x="60254" y="3849"/>
                  </a:lnTo>
                  <a:lnTo>
                    <a:pt x="60254" y="3196"/>
                  </a:lnTo>
                  <a:close/>
                  <a:moveTo>
                    <a:pt x="32676" y="3882"/>
                  </a:moveTo>
                  <a:lnTo>
                    <a:pt x="32676" y="4468"/>
                  </a:lnTo>
                  <a:lnTo>
                    <a:pt x="32488" y="4468"/>
                  </a:lnTo>
                  <a:cubicBezTo>
                    <a:pt x="32322" y="4269"/>
                    <a:pt x="32167" y="4070"/>
                    <a:pt x="31990" y="3882"/>
                  </a:cubicBezTo>
                  <a:close/>
                  <a:moveTo>
                    <a:pt x="33815" y="3882"/>
                  </a:moveTo>
                  <a:lnTo>
                    <a:pt x="33815" y="4468"/>
                  </a:lnTo>
                  <a:lnTo>
                    <a:pt x="32753" y="4468"/>
                  </a:lnTo>
                  <a:lnTo>
                    <a:pt x="32753" y="3882"/>
                  </a:lnTo>
                  <a:close/>
                  <a:moveTo>
                    <a:pt x="34943" y="3882"/>
                  </a:moveTo>
                  <a:lnTo>
                    <a:pt x="34943" y="4468"/>
                  </a:lnTo>
                  <a:lnTo>
                    <a:pt x="33881" y="4468"/>
                  </a:lnTo>
                  <a:lnTo>
                    <a:pt x="33881" y="3882"/>
                  </a:lnTo>
                  <a:close/>
                  <a:moveTo>
                    <a:pt x="35706" y="3882"/>
                  </a:moveTo>
                  <a:lnTo>
                    <a:pt x="35706" y="4468"/>
                  </a:lnTo>
                  <a:lnTo>
                    <a:pt x="35009" y="4468"/>
                  </a:lnTo>
                  <a:lnTo>
                    <a:pt x="35009" y="3882"/>
                  </a:lnTo>
                  <a:close/>
                  <a:moveTo>
                    <a:pt x="36822" y="3882"/>
                  </a:moveTo>
                  <a:lnTo>
                    <a:pt x="36822" y="4479"/>
                  </a:lnTo>
                  <a:lnTo>
                    <a:pt x="36148" y="4479"/>
                  </a:lnTo>
                  <a:lnTo>
                    <a:pt x="36148" y="3882"/>
                  </a:lnTo>
                  <a:close/>
                  <a:moveTo>
                    <a:pt x="37950" y="3882"/>
                  </a:moveTo>
                  <a:lnTo>
                    <a:pt x="37950" y="4479"/>
                  </a:lnTo>
                  <a:lnTo>
                    <a:pt x="36889" y="4479"/>
                  </a:lnTo>
                  <a:lnTo>
                    <a:pt x="36889" y="3882"/>
                  </a:lnTo>
                  <a:close/>
                  <a:moveTo>
                    <a:pt x="39089" y="3882"/>
                  </a:moveTo>
                  <a:lnTo>
                    <a:pt x="39089" y="4479"/>
                  </a:lnTo>
                  <a:lnTo>
                    <a:pt x="38028" y="4479"/>
                  </a:lnTo>
                  <a:lnTo>
                    <a:pt x="38028" y="3882"/>
                  </a:lnTo>
                  <a:close/>
                  <a:moveTo>
                    <a:pt x="40217" y="3893"/>
                  </a:moveTo>
                  <a:lnTo>
                    <a:pt x="40217" y="4479"/>
                  </a:lnTo>
                  <a:lnTo>
                    <a:pt x="39156" y="4479"/>
                  </a:lnTo>
                  <a:lnTo>
                    <a:pt x="39156" y="3893"/>
                  </a:lnTo>
                  <a:close/>
                  <a:moveTo>
                    <a:pt x="40969" y="3893"/>
                  </a:moveTo>
                  <a:lnTo>
                    <a:pt x="40969" y="4479"/>
                  </a:lnTo>
                  <a:lnTo>
                    <a:pt x="40295" y="4479"/>
                  </a:lnTo>
                  <a:lnTo>
                    <a:pt x="40295" y="3893"/>
                  </a:lnTo>
                  <a:close/>
                  <a:moveTo>
                    <a:pt x="42097" y="3893"/>
                  </a:moveTo>
                  <a:lnTo>
                    <a:pt x="42097" y="4479"/>
                  </a:lnTo>
                  <a:lnTo>
                    <a:pt x="41422" y="4479"/>
                  </a:lnTo>
                  <a:lnTo>
                    <a:pt x="41422" y="3893"/>
                  </a:lnTo>
                  <a:close/>
                  <a:moveTo>
                    <a:pt x="43225" y="3893"/>
                  </a:moveTo>
                  <a:lnTo>
                    <a:pt x="43225" y="4479"/>
                  </a:lnTo>
                  <a:lnTo>
                    <a:pt x="42163" y="4479"/>
                  </a:lnTo>
                  <a:lnTo>
                    <a:pt x="42163" y="3893"/>
                  </a:lnTo>
                  <a:close/>
                  <a:moveTo>
                    <a:pt x="44364" y="3893"/>
                  </a:moveTo>
                  <a:lnTo>
                    <a:pt x="44364" y="4479"/>
                  </a:lnTo>
                  <a:lnTo>
                    <a:pt x="43302" y="4479"/>
                  </a:lnTo>
                  <a:lnTo>
                    <a:pt x="43302" y="3893"/>
                  </a:lnTo>
                  <a:close/>
                  <a:moveTo>
                    <a:pt x="45492" y="3893"/>
                  </a:moveTo>
                  <a:lnTo>
                    <a:pt x="45492" y="4490"/>
                  </a:lnTo>
                  <a:lnTo>
                    <a:pt x="44430" y="4490"/>
                  </a:lnTo>
                  <a:lnTo>
                    <a:pt x="44430" y="3893"/>
                  </a:lnTo>
                  <a:close/>
                  <a:moveTo>
                    <a:pt x="46244" y="3893"/>
                  </a:moveTo>
                  <a:lnTo>
                    <a:pt x="46244" y="4490"/>
                  </a:lnTo>
                  <a:lnTo>
                    <a:pt x="45558" y="4490"/>
                  </a:lnTo>
                  <a:lnTo>
                    <a:pt x="45558" y="3893"/>
                  </a:lnTo>
                  <a:close/>
                  <a:moveTo>
                    <a:pt x="47371" y="3893"/>
                  </a:moveTo>
                  <a:lnTo>
                    <a:pt x="47371" y="4490"/>
                  </a:lnTo>
                  <a:lnTo>
                    <a:pt x="46697" y="4490"/>
                  </a:lnTo>
                  <a:lnTo>
                    <a:pt x="46697" y="3893"/>
                  </a:lnTo>
                  <a:close/>
                  <a:moveTo>
                    <a:pt x="48510" y="3904"/>
                  </a:moveTo>
                  <a:lnTo>
                    <a:pt x="48499" y="4490"/>
                  </a:lnTo>
                  <a:lnTo>
                    <a:pt x="47449" y="4490"/>
                  </a:lnTo>
                  <a:lnTo>
                    <a:pt x="47449" y="3904"/>
                  </a:lnTo>
                  <a:close/>
                  <a:moveTo>
                    <a:pt x="49638" y="3904"/>
                  </a:moveTo>
                  <a:lnTo>
                    <a:pt x="49638" y="4490"/>
                  </a:lnTo>
                  <a:lnTo>
                    <a:pt x="48577" y="4490"/>
                  </a:lnTo>
                  <a:lnTo>
                    <a:pt x="48577" y="3904"/>
                  </a:lnTo>
                  <a:close/>
                  <a:moveTo>
                    <a:pt x="50766" y="3904"/>
                  </a:moveTo>
                  <a:lnTo>
                    <a:pt x="50766" y="4490"/>
                  </a:lnTo>
                  <a:lnTo>
                    <a:pt x="49705" y="4490"/>
                  </a:lnTo>
                  <a:lnTo>
                    <a:pt x="49705" y="3904"/>
                  </a:lnTo>
                  <a:close/>
                  <a:moveTo>
                    <a:pt x="51518" y="3904"/>
                  </a:moveTo>
                  <a:lnTo>
                    <a:pt x="51518" y="4490"/>
                  </a:lnTo>
                  <a:lnTo>
                    <a:pt x="50832" y="4490"/>
                  </a:lnTo>
                  <a:lnTo>
                    <a:pt x="50832" y="3904"/>
                  </a:lnTo>
                  <a:close/>
                  <a:moveTo>
                    <a:pt x="52646" y="3904"/>
                  </a:moveTo>
                  <a:lnTo>
                    <a:pt x="52646" y="4490"/>
                  </a:lnTo>
                  <a:lnTo>
                    <a:pt x="51971" y="4490"/>
                  </a:lnTo>
                  <a:lnTo>
                    <a:pt x="51971" y="3904"/>
                  </a:lnTo>
                  <a:close/>
                  <a:moveTo>
                    <a:pt x="3871" y="4217"/>
                  </a:moveTo>
                  <a:lnTo>
                    <a:pt x="3871" y="4501"/>
                  </a:lnTo>
                  <a:lnTo>
                    <a:pt x="3628" y="4501"/>
                  </a:lnTo>
                  <a:cubicBezTo>
                    <a:pt x="3712" y="4417"/>
                    <a:pt x="3796" y="4312"/>
                    <a:pt x="3871" y="4217"/>
                  </a:cubicBezTo>
                  <a:close/>
                  <a:moveTo>
                    <a:pt x="5010" y="3804"/>
                  </a:moveTo>
                  <a:lnTo>
                    <a:pt x="5010" y="4501"/>
                  </a:lnTo>
                  <a:lnTo>
                    <a:pt x="3948" y="4501"/>
                  </a:lnTo>
                  <a:lnTo>
                    <a:pt x="3948" y="4114"/>
                  </a:lnTo>
                  <a:cubicBezTo>
                    <a:pt x="4037" y="4003"/>
                    <a:pt x="4125" y="3904"/>
                    <a:pt x="4214" y="3804"/>
                  </a:cubicBezTo>
                  <a:close/>
                  <a:moveTo>
                    <a:pt x="5718" y="3804"/>
                  </a:moveTo>
                  <a:lnTo>
                    <a:pt x="5718" y="4501"/>
                  </a:lnTo>
                  <a:lnTo>
                    <a:pt x="5076" y="4501"/>
                  </a:lnTo>
                  <a:lnTo>
                    <a:pt x="5076" y="3804"/>
                  </a:lnTo>
                  <a:close/>
                  <a:moveTo>
                    <a:pt x="6845" y="3804"/>
                  </a:moveTo>
                  <a:lnTo>
                    <a:pt x="6845" y="4501"/>
                  </a:lnTo>
                  <a:lnTo>
                    <a:pt x="6171" y="4501"/>
                  </a:lnTo>
                  <a:lnTo>
                    <a:pt x="6171" y="3804"/>
                  </a:lnTo>
                  <a:close/>
                  <a:moveTo>
                    <a:pt x="7973" y="3804"/>
                  </a:moveTo>
                  <a:lnTo>
                    <a:pt x="7973" y="4501"/>
                  </a:lnTo>
                  <a:lnTo>
                    <a:pt x="6912" y="4501"/>
                  </a:lnTo>
                  <a:lnTo>
                    <a:pt x="6912" y="3804"/>
                  </a:lnTo>
                  <a:close/>
                  <a:moveTo>
                    <a:pt x="53774" y="3904"/>
                  </a:moveTo>
                  <a:lnTo>
                    <a:pt x="53774" y="4501"/>
                  </a:lnTo>
                  <a:lnTo>
                    <a:pt x="52712" y="4501"/>
                  </a:lnTo>
                  <a:lnTo>
                    <a:pt x="52712" y="3904"/>
                  </a:lnTo>
                  <a:close/>
                  <a:moveTo>
                    <a:pt x="54913" y="3904"/>
                  </a:moveTo>
                  <a:lnTo>
                    <a:pt x="54913" y="4501"/>
                  </a:lnTo>
                  <a:lnTo>
                    <a:pt x="53851" y="4501"/>
                  </a:lnTo>
                  <a:lnTo>
                    <a:pt x="53851" y="3904"/>
                  </a:lnTo>
                  <a:close/>
                  <a:moveTo>
                    <a:pt x="56041" y="3904"/>
                  </a:moveTo>
                  <a:lnTo>
                    <a:pt x="56041" y="4501"/>
                  </a:lnTo>
                  <a:lnTo>
                    <a:pt x="54979" y="4501"/>
                  </a:lnTo>
                  <a:lnTo>
                    <a:pt x="54979" y="3904"/>
                  </a:lnTo>
                  <a:close/>
                  <a:moveTo>
                    <a:pt x="56792" y="3915"/>
                  </a:moveTo>
                  <a:lnTo>
                    <a:pt x="56792" y="4501"/>
                  </a:lnTo>
                  <a:lnTo>
                    <a:pt x="56107" y="4501"/>
                  </a:lnTo>
                  <a:lnTo>
                    <a:pt x="56107" y="3915"/>
                  </a:lnTo>
                  <a:close/>
                  <a:moveTo>
                    <a:pt x="57920" y="3915"/>
                  </a:moveTo>
                  <a:lnTo>
                    <a:pt x="57920" y="4501"/>
                  </a:lnTo>
                  <a:lnTo>
                    <a:pt x="57246" y="4501"/>
                  </a:lnTo>
                  <a:lnTo>
                    <a:pt x="57246" y="3915"/>
                  </a:lnTo>
                  <a:close/>
                  <a:moveTo>
                    <a:pt x="59059" y="3915"/>
                  </a:moveTo>
                  <a:lnTo>
                    <a:pt x="59048" y="4501"/>
                  </a:lnTo>
                  <a:lnTo>
                    <a:pt x="57987" y="4501"/>
                  </a:lnTo>
                  <a:lnTo>
                    <a:pt x="57987" y="3915"/>
                  </a:lnTo>
                  <a:close/>
                  <a:moveTo>
                    <a:pt x="60187" y="3915"/>
                  </a:moveTo>
                  <a:lnTo>
                    <a:pt x="60187" y="4501"/>
                  </a:lnTo>
                  <a:lnTo>
                    <a:pt x="59126" y="4501"/>
                  </a:lnTo>
                  <a:lnTo>
                    <a:pt x="59126" y="3915"/>
                  </a:lnTo>
                  <a:close/>
                  <a:moveTo>
                    <a:pt x="61315" y="3915"/>
                  </a:moveTo>
                  <a:lnTo>
                    <a:pt x="61315" y="4501"/>
                  </a:lnTo>
                  <a:lnTo>
                    <a:pt x="60254" y="4501"/>
                  </a:lnTo>
                  <a:lnTo>
                    <a:pt x="60254" y="3915"/>
                  </a:lnTo>
                  <a:close/>
                  <a:moveTo>
                    <a:pt x="9112" y="3804"/>
                  </a:moveTo>
                  <a:lnTo>
                    <a:pt x="9112" y="4512"/>
                  </a:lnTo>
                  <a:lnTo>
                    <a:pt x="8051" y="4512"/>
                  </a:lnTo>
                  <a:lnTo>
                    <a:pt x="8051" y="3804"/>
                  </a:lnTo>
                  <a:close/>
                  <a:moveTo>
                    <a:pt x="10251" y="3815"/>
                  </a:moveTo>
                  <a:lnTo>
                    <a:pt x="10251" y="4512"/>
                  </a:lnTo>
                  <a:lnTo>
                    <a:pt x="9190" y="4512"/>
                  </a:lnTo>
                  <a:lnTo>
                    <a:pt x="9190" y="3815"/>
                  </a:lnTo>
                  <a:close/>
                  <a:moveTo>
                    <a:pt x="10959" y="3804"/>
                  </a:moveTo>
                  <a:lnTo>
                    <a:pt x="10959" y="4512"/>
                  </a:lnTo>
                  <a:lnTo>
                    <a:pt x="10329" y="4512"/>
                  </a:lnTo>
                  <a:lnTo>
                    <a:pt x="10329" y="3804"/>
                  </a:lnTo>
                  <a:close/>
                  <a:moveTo>
                    <a:pt x="12076" y="3804"/>
                  </a:moveTo>
                  <a:lnTo>
                    <a:pt x="12076" y="4512"/>
                  </a:lnTo>
                  <a:lnTo>
                    <a:pt x="11401" y="4512"/>
                  </a:lnTo>
                  <a:lnTo>
                    <a:pt x="11401" y="3804"/>
                  </a:lnTo>
                  <a:close/>
                  <a:moveTo>
                    <a:pt x="13204" y="3804"/>
                  </a:moveTo>
                  <a:lnTo>
                    <a:pt x="13204" y="4512"/>
                  </a:lnTo>
                  <a:lnTo>
                    <a:pt x="12142" y="4512"/>
                  </a:lnTo>
                  <a:lnTo>
                    <a:pt x="12142" y="3804"/>
                  </a:lnTo>
                  <a:close/>
                  <a:moveTo>
                    <a:pt x="14342" y="3804"/>
                  </a:moveTo>
                  <a:lnTo>
                    <a:pt x="14342" y="4512"/>
                  </a:lnTo>
                  <a:lnTo>
                    <a:pt x="13281" y="4512"/>
                  </a:lnTo>
                  <a:lnTo>
                    <a:pt x="13281" y="3804"/>
                  </a:lnTo>
                  <a:close/>
                  <a:moveTo>
                    <a:pt x="15470" y="3804"/>
                  </a:moveTo>
                  <a:lnTo>
                    <a:pt x="15470" y="4512"/>
                  </a:lnTo>
                  <a:lnTo>
                    <a:pt x="14409" y="4512"/>
                  </a:lnTo>
                  <a:lnTo>
                    <a:pt x="14409" y="3804"/>
                  </a:lnTo>
                  <a:close/>
                  <a:moveTo>
                    <a:pt x="16222" y="3804"/>
                  </a:moveTo>
                  <a:lnTo>
                    <a:pt x="16222" y="4512"/>
                  </a:lnTo>
                  <a:lnTo>
                    <a:pt x="15537" y="4512"/>
                  </a:lnTo>
                  <a:lnTo>
                    <a:pt x="15537" y="3804"/>
                  </a:lnTo>
                  <a:close/>
                  <a:moveTo>
                    <a:pt x="17450" y="3804"/>
                  </a:moveTo>
                  <a:lnTo>
                    <a:pt x="17450" y="4512"/>
                  </a:lnTo>
                  <a:lnTo>
                    <a:pt x="16676" y="4512"/>
                  </a:lnTo>
                  <a:lnTo>
                    <a:pt x="16665" y="3804"/>
                  </a:lnTo>
                  <a:close/>
                  <a:moveTo>
                    <a:pt x="18566" y="3804"/>
                  </a:moveTo>
                  <a:lnTo>
                    <a:pt x="18566" y="4512"/>
                  </a:lnTo>
                  <a:lnTo>
                    <a:pt x="17505" y="4512"/>
                  </a:lnTo>
                  <a:lnTo>
                    <a:pt x="17505" y="3804"/>
                  </a:lnTo>
                  <a:close/>
                  <a:moveTo>
                    <a:pt x="19705" y="3804"/>
                  </a:moveTo>
                  <a:lnTo>
                    <a:pt x="19705" y="4512"/>
                  </a:lnTo>
                  <a:lnTo>
                    <a:pt x="18644" y="4512"/>
                  </a:lnTo>
                  <a:lnTo>
                    <a:pt x="18644" y="3804"/>
                  </a:lnTo>
                  <a:close/>
                  <a:moveTo>
                    <a:pt x="20833" y="3804"/>
                  </a:moveTo>
                  <a:lnTo>
                    <a:pt x="20833" y="4512"/>
                  </a:lnTo>
                  <a:lnTo>
                    <a:pt x="19772" y="4512"/>
                  </a:lnTo>
                  <a:lnTo>
                    <a:pt x="19772" y="3804"/>
                  </a:lnTo>
                  <a:close/>
                  <a:moveTo>
                    <a:pt x="22536" y="3804"/>
                  </a:moveTo>
                  <a:lnTo>
                    <a:pt x="22536" y="4512"/>
                  </a:lnTo>
                  <a:lnTo>
                    <a:pt x="20911" y="4512"/>
                  </a:lnTo>
                  <a:lnTo>
                    <a:pt x="20911" y="3804"/>
                  </a:lnTo>
                  <a:close/>
                  <a:moveTo>
                    <a:pt x="23675" y="3804"/>
                  </a:moveTo>
                  <a:lnTo>
                    <a:pt x="23675" y="4512"/>
                  </a:lnTo>
                  <a:lnTo>
                    <a:pt x="22614" y="4512"/>
                  </a:lnTo>
                  <a:lnTo>
                    <a:pt x="22614" y="3804"/>
                  </a:lnTo>
                  <a:close/>
                  <a:moveTo>
                    <a:pt x="24803" y="3804"/>
                  </a:moveTo>
                  <a:lnTo>
                    <a:pt x="24803" y="4512"/>
                  </a:lnTo>
                  <a:lnTo>
                    <a:pt x="23741" y="4512"/>
                  </a:lnTo>
                  <a:lnTo>
                    <a:pt x="23741" y="3804"/>
                  </a:lnTo>
                  <a:close/>
                  <a:moveTo>
                    <a:pt x="25931" y="3804"/>
                  </a:moveTo>
                  <a:lnTo>
                    <a:pt x="25931" y="4512"/>
                  </a:lnTo>
                  <a:lnTo>
                    <a:pt x="24869" y="4512"/>
                  </a:lnTo>
                  <a:lnTo>
                    <a:pt x="24869" y="3804"/>
                  </a:lnTo>
                  <a:close/>
                  <a:moveTo>
                    <a:pt x="26716" y="3804"/>
                  </a:moveTo>
                  <a:lnTo>
                    <a:pt x="26716" y="4512"/>
                  </a:lnTo>
                  <a:lnTo>
                    <a:pt x="25997" y="4512"/>
                  </a:lnTo>
                  <a:lnTo>
                    <a:pt x="26008" y="3804"/>
                  </a:lnTo>
                  <a:close/>
                  <a:moveTo>
                    <a:pt x="27899" y="3804"/>
                  </a:moveTo>
                  <a:lnTo>
                    <a:pt x="27899" y="4512"/>
                  </a:lnTo>
                  <a:lnTo>
                    <a:pt x="27169" y="4512"/>
                  </a:lnTo>
                  <a:lnTo>
                    <a:pt x="27169" y="3804"/>
                  </a:lnTo>
                  <a:close/>
                  <a:moveTo>
                    <a:pt x="28673" y="3804"/>
                  </a:moveTo>
                  <a:cubicBezTo>
                    <a:pt x="28795" y="3948"/>
                    <a:pt x="28916" y="4081"/>
                    <a:pt x="29027" y="4225"/>
                  </a:cubicBezTo>
                  <a:lnTo>
                    <a:pt x="29027" y="4512"/>
                  </a:lnTo>
                  <a:lnTo>
                    <a:pt x="27965" y="4512"/>
                  </a:lnTo>
                  <a:lnTo>
                    <a:pt x="27965" y="3804"/>
                  </a:lnTo>
                  <a:close/>
                  <a:moveTo>
                    <a:pt x="29104" y="4313"/>
                  </a:moveTo>
                  <a:cubicBezTo>
                    <a:pt x="29160" y="4379"/>
                    <a:pt x="29204" y="4446"/>
                    <a:pt x="29259" y="4512"/>
                  </a:cubicBezTo>
                  <a:lnTo>
                    <a:pt x="29104" y="4512"/>
                  </a:lnTo>
                  <a:lnTo>
                    <a:pt x="29104" y="4313"/>
                  </a:lnTo>
                  <a:close/>
                  <a:moveTo>
                    <a:pt x="33804" y="4921"/>
                  </a:moveTo>
                  <a:lnTo>
                    <a:pt x="33815" y="5496"/>
                  </a:lnTo>
                  <a:lnTo>
                    <a:pt x="33240" y="5496"/>
                  </a:lnTo>
                  <a:cubicBezTo>
                    <a:pt x="33107" y="5297"/>
                    <a:pt x="32974" y="5109"/>
                    <a:pt x="32831" y="4921"/>
                  </a:cubicBezTo>
                  <a:close/>
                  <a:moveTo>
                    <a:pt x="34943" y="4921"/>
                  </a:moveTo>
                  <a:lnTo>
                    <a:pt x="34943" y="5496"/>
                  </a:lnTo>
                  <a:lnTo>
                    <a:pt x="33881" y="5496"/>
                  </a:lnTo>
                  <a:lnTo>
                    <a:pt x="33881" y="4921"/>
                  </a:lnTo>
                  <a:close/>
                  <a:moveTo>
                    <a:pt x="35706" y="4921"/>
                  </a:moveTo>
                  <a:lnTo>
                    <a:pt x="35706" y="5496"/>
                  </a:lnTo>
                  <a:lnTo>
                    <a:pt x="35009" y="5496"/>
                  </a:lnTo>
                  <a:lnTo>
                    <a:pt x="35009" y="4921"/>
                  </a:lnTo>
                  <a:close/>
                  <a:moveTo>
                    <a:pt x="36822" y="4921"/>
                  </a:moveTo>
                  <a:lnTo>
                    <a:pt x="36822" y="5496"/>
                  </a:lnTo>
                  <a:lnTo>
                    <a:pt x="36148" y="5496"/>
                  </a:lnTo>
                  <a:lnTo>
                    <a:pt x="36148" y="4921"/>
                  </a:lnTo>
                  <a:close/>
                  <a:moveTo>
                    <a:pt x="37950" y="4921"/>
                  </a:moveTo>
                  <a:lnTo>
                    <a:pt x="37950" y="5496"/>
                  </a:lnTo>
                  <a:lnTo>
                    <a:pt x="36889" y="5496"/>
                  </a:lnTo>
                  <a:lnTo>
                    <a:pt x="36889" y="4921"/>
                  </a:lnTo>
                  <a:close/>
                  <a:moveTo>
                    <a:pt x="39089" y="4921"/>
                  </a:moveTo>
                  <a:lnTo>
                    <a:pt x="39089" y="5496"/>
                  </a:lnTo>
                  <a:lnTo>
                    <a:pt x="38028" y="5496"/>
                  </a:lnTo>
                  <a:lnTo>
                    <a:pt x="38028" y="4921"/>
                  </a:lnTo>
                  <a:close/>
                  <a:moveTo>
                    <a:pt x="40217" y="4932"/>
                  </a:moveTo>
                  <a:lnTo>
                    <a:pt x="40217" y="5496"/>
                  </a:lnTo>
                  <a:lnTo>
                    <a:pt x="39156" y="5496"/>
                  </a:lnTo>
                  <a:lnTo>
                    <a:pt x="39156" y="4932"/>
                  </a:lnTo>
                  <a:close/>
                  <a:moveTo>
                    <a:pt x="40969" y="4932"/>
                  </a:moveTo>
                  <a:lnTo>
                    <a:pt x="40969" y="5507"/>
                  </a:lnTo>
                  <a:lnTo>
                    <a:pt x="40295" y="5507"/>
                  </a:lnTo>
                  <a:lnTo>
                    <a:pt x="40295" y="4932"/>
                  </a:lnTo>
                  <a:close/>
                  <a:moveTo>
                    <a:pt x="42097" y="4932"/>
                  </a:moveTo>
                  <a:lnTo>
                    <a:pt x="42097" y="5507"/>
                  </a:lnTo>
                  <a:lnTo>
                    <a:pt x="41422" y="5507"/>
                  </a:lnTo>
                  <a:lnTo>
                    <a:pt x="41422" y="4932"/>
                  </a:lnTo>
                  <a:close/>
                  <a:moveTo>
                    <a:pt x="43225" y="4932"/>
                  </a:moveTo>
                  <a:lnTo>
                    <a:pt x="43225" y="5507"/>
                  </a:lnTo>
                  <a:lnTo>
                    <a:pt x="42163" y="5507"/>
                  </a:lnTo>
                  <a:lnTo>
                    <a:pt x="42163" y="4932"/>
                  </a:lnTo>
                  <a:close/>
                  <a:moveTo>
                    <a:pt x="44364" y="4932"/>
                  </a:moveTo>
                  <a:lnTo>
                    <a:pt x="44364" y="5507"/>
                  </a:lnTo>
                  <a:lnTo>
                    <a:pt x="43302" y="5507"/>
                  </a:lnTo>
                  <a:lnTo>
                    <a:pt x="43302" y="4932"/>
                  </a:lnTo>
                  <a:close/>
                  <a:moveTo>
                    <a:pt x="45492" y="4932"/>
                  </a:moveTo>
                  <a:lnTo>
                    <a:pt x="45492" y="5507"/>
                  </a:lnTo>
                  <a:lnTo>
                    <a:pt x="44430" y="5507"/>
                  </a:lnTo>
                  <a:lnTo>
                    <a:pt x="44430" y="4932"/>
                  </a:lnTo>
                  <a:close/>
                  <a:moveTo>
                    <a:pt x="46244" y="4932"/>
                  </a:moveTo>
                  <a:lnTo>
                    <a:pt x="46244" y="5507"/>
                  </a:lnTo>
                  <a:lnTo>
                    <a:pt x="45558" y="5507"/>
                  </a:lnTo>
                  <a:lnTo>
                    <a:pt x="45558" y="4932"/>
                  </a:lnTo>
                  <a:close/>
                  <a:moveTo>
                    <a:pt x="47371" y="4932"/>
                  </a:moveTo>
                  <a:lnTo>
                    <a:pt x="47371" y="5507"/>
                  </a:lnTo>
                  <a:lnTo>
                    <a:pt x="46697" y="5507"/>
                  </a:lnTo>
                  <a:lnTo>
                    <a:pt x="46697" y="4932"/>
                  </a:lnTo>
                  <a:close/>
                  <a:moveTo>
                    <a:pt x="48510" y="4943"/>
                  </a:moveTo>
                  <a:lnTo>
                    <a:pt x="48499" y="5507"/>
                  </a:lnTo>
                  <a:lnTo>
                    <a:pt x="47449" y="5507"/>
                  </a:lnTo>
                  <a:lnTo>
                    <a:pt x="47449" y="4943"/>
                  </a:lnTo>
                  <a:close/>
                  <a:moveTo>
                    <a:pt x="49638" y="4943"/>
                  </a:moveTo>
                  <a:lnTo>
                    <a:pt x="49638" y="5518"/>
                  </a:lnTo>
                  <a:lnTo>
                    <a:pt x="48577" y="5518"/>
                  </a:lnTo>
                  <a:lnTo>
                    <a:pt x="48577" y="4943"/>
                  </a:lnTo>
                  <a:close/>
                  <a:moveTo>
                    <a:pt x="50766" y="4943"/>
                  </a:moveTo>
                  <a:lnTo>
                    <a:pt x="50766" y="5518"/>
                  </a:lnTo>
                  <a:lnTo>
                    <a:pt x="49705" y="5518"/>
                  </a:lnTo>
                  <a:lnTo>
                    <a:pt x="49705" y="4943"/>
                  </a:lnTo>
                  <a:close/>
                  <a:moveTo>
                    <a:pt x="51518" y="4943"/>
                  </a:moveTo>
                  <a:lnTo>
                    <a:pt x="51518" y="5518"/>
                  </a:lnTo>
                  <a:lnTo>
                    <a:pt x="50832" y="5518"/>
                  </a:lnTo>
                  <a:lnTo>
                    <a:pt x="50832" y="4943"/>
                  </a:lnTo>
                  <a:close/>
                  <a:moveTo>
                    <a:pt x="52646" y="4943"/>
                  </a:moveTo>
                  <a:lnTo>
                    <a:pt x="52646" y="5518"/>
                  </a:lnTo>
                  <a:lnTo>
                    <a:pt x="51971" y="5518"/>
                  </a:lnTo>
                  <a:lnTo>
                    <a:pt x="51971" y="4943"/>
                  </a:lnTo>
                  <a:close/>
                  <a:moveTo>
                    <a:pt x="53774" y="4943"/>
                  </a:moveTo>
                  <a:lnTo>
                    <a:pt x="53774" y="5518"/>
                  </a:lnTo>
                  <a:lnTo>
                    <a:pt x="52712" y="5518"/>
                  </a:lnTo>
                  <a:lnTo>
                    <a:pt x="52712" y="4943"/>
                  </a:lnTo>
                  <a:close/>
                  <a:moveTo>
                    <a:pt x="54913" y="4943"/>
                  </a:moveTo>
                  <a:lnTo>
                    <a:pt x="54913" y="5518"/>
                  </a:lnTo>
                  <a:lnTo>
                    <a:pt x="53851" y="5518"/>
                  </a:lnTo>
                  <a:lnTo>
                    <a:pt x="53851" y="4943"/>
                  </a:lnTo>
                  <a:close/>
                  <a:moveTo>
                    <a:pt x="56041" y="4943"/>
                  </a:moveTo>
                  <a:lnTo>
                    <a:pt x="56041" y="5518"/>
                  </a:lnTo>
                  <a:lnTo>
                    <a:pt x="54979" y="5518"/>
                  </a:lnTo>
                  <a:lnTo>
                    <a:pt x="54979" y="4943"/>
                  </a:lnTo>
                  <a:close/>
                  <a:moveTo>
                    <a:pt x="56792" y="4954"/>
                  </a:moveTo>
                  <a:lnTo>
                    <a:pt x="56792" y="5518"/>
                  </a:lnTo>
                  <a:lnTo>
                    <a:pt x="56107" y="5518"/>
                  </a:lnTo>
                  <a:lnTo>
                    <a:pt x="56107" y="4954"/>
                  </a:lnTo>
                  <a:close/>
                  <a:moveTo>
                    <a:pt x="57920" y="4954"/>
                  </a:moveTo>
                  <a:lnTo>
                    <a:pt x="57920" y="5529"/>
                  </a:lnTo>
                  <a:lnTo>
                    <a:pt x="57246" y="5529"/>
                  </a:lnTo>
                  <a:lnTo>
                    <a:pt x="57246" y="4954"/>
                  </a:lnTo>
                  <a:close/>
                  <a:moveTo>
                    <a:pt x="59059" y="4954"/>
                  </a:moveTo>
                  <a:lnTo>
                    <a:pt x="59048" y="5529"/>
                  </a:lnTo>
                  <a:lnTo>
                    <a:pt x="57987" y="5529"/>
                  </a:lnTo>
                  <a:lnTo>
                    <a:pt x="57987" y="4954"/>
                  </a:lnTo>
                  <a:close/>
                  <a:moveTo>
                    <a:pt x="60187" y="4954"/>
                  </a:moveTo>
                  <a:lnTo>
                    <a:pt x="60187" y="5529"/>
                  </a:lnTo>
                  <a:lnTo>
                    <a:pt x="59126" y="5529"/>
                  </a:lnTo>
                  <a:lnTo>
                    <a:pt x="59126" y="4954"/>
                  </a:lnTo>
                  <a:close/>
                  <a:moveTo>
                    <a:pt x="61315" y="4954"/>
                  </a:moveTo>
                  <a:lnTo>
                    <a:pt x="61315" y="5529"/>
                  </a:lnTo>
                  <a:lnTo>
                    <a:pt x="60254" y="5529"/>
                  </a:lnTo>
                  <a:lnTo>
                    <a:pt x="60254" y="4954"/>
                  </a:lnTo>
                  <a:close/>
                  <a:moveTo>
                    <a:pt x="3241" y="5032"/>
                  </a:moveTo>
                  <a:lnTo>
                    <a:pt x="3981" y="5784"/>
                  </a:lnTo>
                  <a:lnTo>
                    <a:pt x="2699" y="5784"/>
                  </a:lnTo>
                  <a:cubicBezTo>
                    <a:pt x="2876" y="5529"/>
                    <a:pt x="3053" y="5286"/>
                    <a:pt x="3241" y="5032"/>
                  </a:cubicBezTo>
                  <a:close/>
                  <a:moveTo>
                    <a:pt x="4966" y="5021"/>
                  </a:moveTo>
                  <a:lnTo>
                    <a:pt x="4203" y="5784"/>
                  </a:lnTo>
                  <a:lnTo>
                    <a:pt x="3440" y="5021"/>
                  </a:lnTo>
                  <a:close/>
                  <a:moveTo>
                    <a:pt x="5076" y="5131"/>
                  </a:moveTo>
                  <a:lnTo>
                    <a:pt x="5729" y="5784"/>
                  </a:lnTo>
                  <a:lnTo>
                    <a:pt x="4424" y="5784"/>
                  </a:lnTo>
                  <a:lnTo>
                    <a:pt x="5076" y="5131"/>
                  </a:lnTo>
                  <a:close/>
                  <a:moveTo>
                    <a:pt x="6713" y="5032"/>
                  </a:moveTo>
                  <a:lnTo>
                    <a:pt x="5950" y="5784"/>
                  </a:lnTo>
                  <a:lnTo>
                    <a:pt x="5187" y="5032"/>
                  </a:lnTo>
                  <a:close/>
                  <a:moveTo>
                    <a:pt x="6823" y="5131"/>
                  </a:moveTo>
                  <a:lnTo>
                    <a:pt x="7487" y="5784"/>
                  </a:lnTo>
                  <a:lnTo>
                    <a:pt x="6171" y="5784"/>
                  </a:lnTo>
                  <a:lnTo>
                    <a:pt x="6823" y="5131"/>
                  </a:lnTo>
                  <a:close/>
                  <a:moveTo>
                    <a:pt x="8471" y="5032"/>
                  </a:moveTo>
                  <a:lnTo>
                    <a:pt x="7708" y="5784"/>
                  </a:lnTo>
                  <a:lnTo>
                    <a:pt x="6945" y="5032"/>
                  </a:lnTo>
                  <a:close/>
                  <a:moveTo>
                    <a:pt x="10340" y="5142"/>
                  </a:moveTo>
                  <a:lnTo>
                    <a:pt x="10992" y="5784"/>
                  </a:lnTo>
                  <a:lnTo>
                    <a:pt x="9687" y="5784"/>
                  </a:lnTo>
                  <a:lnTo>
                    <a:pt x="10340" y="5142"/>
                  </a:lnTo>
                  <a:close/>
                  <a:moveTo>
                    <a:pt x="11987" y="5032"/>
                  </a:moveTo>
                  <a:lnTo>
                    <a:pt x="11213" y="5784"/>
                  </a:lnTo>
                  <a:lnTo>
                    <a:pt x="10450" y="5032"/>
                  </a:lnTo>
                  <a:close/>
                  <a:moveTo>
                    <a:pt x="12087" y="5142"/>
                  </a:moveTo>
                  <a:lnTo>
                    <a:pt x="12739" y="5784"/>
                  </a:lnTo>
                  <a:lnTo>
                    <a:pt x="11434" y="5784"/>
                  </a:lnTo>
                  <a:lnTo>
                    <a:pt x="12087" y="5142"/>
                  </a:lnTo>
                  <a:close/>
                  <a:moveTo>
                    <a:pt x="15481" y="5032"/>
                  </a:moveTo>
                  <a:lnTo>
                    <a:pt x="14718" y="5784"/>
                  </a:lnTo>
                  <a:lnTo>
                    <a:pt x="13944" y="5032"/>
                  </a:lnTo>
                  <a:close/>
                  <a:moveTo>
                    <a:pt x="15581" y="5142"/>
                  </a:moveTo>
                  <a:lnTo>
                    <a:pt x="16233" y="5784"/>
                  </a:lnTo>
                  <a:lnTo>
                    <a:pt x="14928" y="5784"/>
                  </a:lnTo>
                  <a:lnTo>
                    <a:pt x="15581" y="5142"/>
                  </a:lnTo>
                  <a:close/>
                  <a:moveTo>
                    <a:pt x="17206" y="5032"/>
                  </a:moveTo>
                  <a:lnTo>
                    <a:pt x="16443" y="5784"/>
                  </a:lnTo>
                  <a:lnTo>
                    <a:pt x="15691" y="5032"/>
                  </a:lnTo>
                  <a:close/>
                  <a:moveTo>
                    <a:pt x="17317" y="5142"/>
                  </a:moveTo>
                  <a:lnTo>
                    <a:pt x="17969" y="5784"/>
                  </a:lnTo>
                  <a:lnTo>
                    <a:pt x="16665" y="5784"/>
                  </a:lnTo>
                  <a:lnTo>
                    <a:pt x="17317" y="5142"/>
                  </a:lnTo>
                  <a:close/>
                  <a:moveTo>
                    <a:pt x="18953" y="5032"/>
                  </a:moveTo>
                  <a:lnTo>
                    <a:pt x="18190" y="5784"/>
                  </a:lnTo>
                  <a:lnTo>
                    <a:pt x="17427" y="5032"/>
                  </a:lnTo>
                  <a:close/>
                  <a:moveTo>
                    <a:pt x="22459" y="5032"/>
                  </a:moveTo>
                  <a:lnTo>
                    <a:pt x="21696" y="5784"/>
                  </a:lnTo>
                  <a:lnTo>
                    <a:pt x="20933" y="5032"/>
                  </a:lnTo>
                  <a:close/>
                  <a:moveTo>
                    <a:pt x="22569" y="5142"/>
                  </a:moveTo>
                  <a:lnTo>
                    <a:pt x="23222" y="5784"/>
                  </a:lnTo>
                  <a:lnTo>
                    <a:pt x="21906" y="5784"/>
                  </a:lnTo>
                  <a:lnTo>
                    <a:pt x="22569" y="5142"/>
                  </a:lnTo>
                  <a:close/>
                  <a:moveTo>
                    <a:pt x="24206" y="5032"/>
                  </a:moveTo>
                  <a:lnTo>
                    <a:pt x="23443" y="5784"/>
                  </a:lnTo>
                  <a:lnTo>
                    <a:pt x="22680" y="5032"/>
                  </a:lnTo>
                  <a:close/>
                  <a:moveTo>
                    <a:pt x="24316" y="5131"/>
                  </a:moveTo>
                  <a:lnTo>
                    <a:pt x="24969" y="5784"/>
                  </a:lnTo>
                  <a:lnTo>
                    <a:pt x="23653" y="5784"/>
                  </a:lnTo>
                  <a:lnTo>
                    <a:pt x="24316" y="5131"/>
                  </a:lnTo>
                  <a:close/>
                  <a:moveTo>
                    <a:pt x="26063" y="5142"/>
                  </a:moveTo>
                  <a:lnTo>
                    <a:pt x="26716" y="5784"/>
                  </a:lnTo>
                  <a:lnTo>
                    <a:pt x="25411" y="5784"/>
                  </a:lnTo>
                  <a:lnTo>
                    <a:pt x="26063" y="5142"/>
                  </a:lnTo>
                  <a:close/>
                  <a:moveTo>
                    <a:pt x="27700" y="5032"/>
                  </a:moveTo>
                  <a:lnTo>
                    <a:pt x="26937" y="5784"/>
                  </a:lnTo>
                  <a:lnTo>
                    <a:pt x="26174" y="5032"/>
                  </a:lnTo>
                  <a:close/>
                  <a:moveTo>
                    <a:pt x="27811" y="5131"/>
                  </a:moveTo>
                  <a:lnTo>
                    <a:pt x="28463" y="5784"/>
                  </a:lnTo>
                  <a:lnTo>
                    <a:pt x="27158" y="5784"/>
                  </a:lnTo>
                  <a:lnTo>
                    <a:pt x="27811" y="5131"/>
                  </a:lnTo>
                  <a:close/>
                  <a:moveTo>
                    <a:pt x="29447" y="5032"/>
                  </a:moveTo>
                  <a:lnTo>
                    <a:pt x="28684" y="5784"/>
                  </a:lnTo>
                  <a:lnTo>
                    <a:pt x="27921" y="5032"/>
                  </a:lnTo>
                  <a:close/>
                  <a:moveTo>
                    <a:pt x="29668" y="5043"/>
                  </a:moveTo>
                  <a:cubicBezTo>
                    <a:pt x="29845" y="5286"/>
                    <a:pt x="30022" y="5529"/>
                    <a:pt x="30188" y="5784"/>
                  </a:cubicBezTo>
                  <a:lnTo>
                    <a:pt x="28905" y="5784"/>
                  </a:lnTo>
                  <a:lnTo>
                    <a:pt x="29668" y="5043"/>
                  </a:lnTo>
                  <a:close/>
                  <a:moveTo>
                    <a:pt x="8592" y="5142"/>
                  </a:moveTo>
                  <a:lnTo>
                    <a:pt x="9245" y="5795"/>
                  </a:lnTo>
                  <a:lnTo>
                    <a:pt x="7940" y="5795"/>
                  </a:lnTo>
                  <a:lnTo>
                    <a:pt x="8592" y="5142"/>
                  </a:lnTo>
                  <a:close/>
                  <a:moveTo>
                    <a:pt x="10229" y="5043"/>
                  </a:moveTo>
                  <a:lnTo>
                    <a:pt x="9466" y="5795"/>
                  </a:lnTo>
                  <a:lnTo>
                    <a:pt x="8703" y="5043"/>
                  </a:lnTo>
                  <a:close/>
                  <a:moveTo>
                    <a:pt x="13723" y="5032"/>
                  </a:moveTo>
                  <a:lnTo>
                    <a:pt x="12960" y="5795"/>
                  </a:lnTo>
                  <a:lnTo>
                    <a:pt x="12197" y="5032"/>
                  </a:lnTo>
                  <a:close/>
                  <a:moveTo>
                    <a:pt x="13834" y="5142"/>
                  </a:moveTo>
                  <a:lnTo>
                    <a:pt x="14497" y="5795"/>
                  </a:lnTo>
                  <a:lnTo>
                    <a:pt x="13181" y="5795"/>
                  </a:lnTo>
                  <a:lnTo>
                    <a:pt x="13834" y="5142"/>
                  </a:lnTo>
                  <a:close/>
                  <a:moveTo>
                    <a:pt x="19075" y="5142"/>
                  </a:moveTo>
                  <a:lnTo>
                    <a:pt x="19716" y="5795"/>
                  </a:lnTo>
                  <a:lnTo>
                    <a:pt x="18423" y="5795"/>
                  </a:lnTo>
                  <a:lnTo>
                    <a:pt x="19075" y="5142"/>
                  </a:lnTo>
                  <a:close/>
                  <a:moveTo>
                    <a:pt x="20701" y="5032"/>
                  </a:moveTo>
                  <a:lnTo>
                    <a:pt x="19938" y="5795"/>
                  </a:lnTo>
                  <a:lnTo>
                    <a:pt x="19175" y="5032"/>
                  </a:lnTo>
                  <a:close/>
                  <a:moveTo>
                    <a:pt x="20811" y="5142"/>
                  </a:moveTo>
                  <a:lnTo>
                    <a:pt x="21464" y="5795"/>
                  </a:lnTo>
                  <a:lnTo>
                    <a:pt x="20159" y="5795"/>
                  </a:lnTo>
                  <a:lnTo>
                    <a:pt x="20811" y="5142"/>
                  </a:lnTo>
                  <a:close/>
                  <a:moveTo>
                    <a:pt x="25953" y="5032"/>
                  </a:moveTo>
                  <a:lnTo>
                    <a:pt x="25190" y="5795"/>
                  </a:lnTo>
                  <a:lnTo>
                    <a:pt x="24427" y="5032"/>
                  </a:lnTo>
                  <a:close/>
                  <a:moveTo>
                    <a:pt x="33815" y="5563"/>
                  </a:moveTo>
                  <a:lnTo>
                    <a:pt x="33815" y="6270"/>
                  </a:lnTo>
                  <a:lnTo>
                    <a:pt x="33737" y="6270"/>
                  </a:lnTo>
                  <a:cubicBezTo>
                    <a:pt x="33594" y="6027"/>
                    <a:pt x="33439" y="5795"/>
                    <a:pt x="33284" y="5563"/>
                  </a:cubicBezTo>
                  <a:close/>
                  <a:moveTo>
                    <a:pt x="34943" y="5563"/>
                  </a:moveTo>
                  <a:lnTo>
                    <a:pt x="34943" y="6270"/>
                  </a:lnTo>
                  <a:lnTo>
                    <a:pt x="33881" y="6270"/>
                  </a:lnTo>
                  <a:lnTo>
                    <a:pt x="33881" y="5563"/>
                  </a:lnTo>
                  <a:close/>
                  <a:moveTo>
                    <a:pt x="35706" y="5563"/>
                  </a:moveTo>
                  <a:lnTo>
                    <a:pt x="35706" y="6270"/>
                  </a:lnTo>
                  <a:lnTo>
                    <a:pt x="35009" y="6270"/>
                  </a:lnTo>
                  <a:lnTo>
                    <a:pt x="35009" y="5563"/>
                  </a:lnTo>
                  <a:close/>
                  <a:moveTo>
                    <a:pt x="36822" y="5563"/>
                  </a:moveTo>
                  <a:lnTo>
                    <a:pt x="36822" y="6270"/>
                  </a:lnTo>
                  <a:lnTo>
                    <a:pt x="36148" y="6270"/>
                  </a:lnTo>
                  <a:lnTo>
                    <a:pt x="36148" y="5563"/>
                  </a:lnTo>
                  <a:close/>
                  <a:moveTo>
                    <a:pt x="37950" y="5574"/>
                  </a:moveTo>
                  <a:lnTo>
                    <a:pt x="37950" y="6270"/>
                  </a:lnTo>
                  <a:lnTo>
                    <a:pt x="36889" y="6270"/>
                  </a:lnTo>
                  <a:lnTo>
                    <a:pt x="36889" y="5574"/>
                  </a:lnTo>
                  <a:close/>
                  <a:moveTo>
                    <a:pt x="39089" y="5574"/>
                  </a:moveTo>
                  <a:lnTo>
                    <a:pt x="39089" y="6270"/>
                  </a:lnTo>
                  <a:lnTo>
                    <a:pt x="38028" y="6270"/>
                  </a:lnTo>
                  <a:lnTo>
                    <a:pt x="38028" y="5574"/>
                  </a:lnTo>
                  <a:close/>
                  <a:moveTo>
                    <a:pt x="40217" y="5574"/>
                  </a:moveTo>
                  <a:lnTo>
                    <a:pt x="40217" y="6270"/>
                  </a:lnTo>
                  <a:lnTo>
                    <a:pt x="39156" y="6270"/>
                  </a:lnTo>
                  <a:lnTo>
                    <a:pt x="39156" y="5574"/>
                  </a:lnTo>
                  <a:close/>
                  <a:moveTo>
                    <a:pt x="40969" y="5574"/>
                  </a:moveTo>
                  <a:lnTo>
                    <a:pt x="40969" y="6281"/>
                  </a:lnTo>
                  <a:lnTo>
                    <a:pt x="40295" y="6281"/>
                  </a:lnTo>
                  <a:lnTo>
                    <a:pt x="40295" y="5574"/>
                  </a:lnTo>
                  <a:close/>
                  <a:moveTo>
                    <a:pt x="42097" y="5574"/>
                  </a:moveTo>
                  <a:lnTo>
                    <a:pt x="42097" y="6281"/>
                  </a:lnTo>
                  <a:lnTo>
                    <a:pt x="41422" y="6281"/>
                  </a:lnTo>
                  <a:lnTo>
                    <a:pt x="41422" y="5574"/>
                  </a:lnTo>
                  <a:close/>
                  <a:moveTo>
                    <a:pt x="43225" y="5574"/>
                  </a:moveTo>
                  <a:lnTo>
                    <a:pt x="43225" y="6281"/>
                  </a:lnTo>
                  <a:lnTo>
                    <a:pt x="42163" y="6281"/>
                  </a:lnTo>
                  <a:lnTo>
                    <a:pt x="42163" y="5574"/>
                  </a:lnTo>
                  <a:close/>
                  <a:moveTo>
                    <a:pt x="44364" y="5574"/>
                  </a:moveTo>
                  <a:lnTo>
                    <a:pt x="44364" y="6281"/>
                  </a:lnTo>
                  <a:lnTo>
                    <a:pt x="43302" y="6281"/>
                  </a:lnTo>
                  <a:lnTo>
                    <a:pt x="43302" y="5574"/>
                  </a:lnTo>
                  <a:close/>
                  <a:moveTo>
                    <a:pt x="45492" y="5574"/>
                  </a:moveTo>
                  <a:lnTo>
                    <a:pt x="45492" y="6281"/>
                  </a:lnTo>
                  <a:lnTo>
                    <a:pt x="44430" y="6281"/>
                  </a:lnTo>
                  <a:lnTo>
                    <a:pt x="44430" y="5574"/>
                  </a:lnTo>
                  <a:close/>
                  <a:moveTo>
                    <a:pt x="46244" y="5585"/>
                  </a:moveTo>
                  <a:lnTo>
                    <a:pt x="46244" y="6281"/>
                  </a:lnTo>
                  <a:lnTo>
                    <a:pt x="45558" y="6281"/>
                  </a:lnTo>
                  <a:lnTo>
                    <a:pt x="45558" y="5585"/>
                  </a:lnTo>
                  <a:close/>
                  <a:moveTo>
                    <a:pt x="47371" y="5585"/>
                  </a:moveTo>
                  <a:lnTo>
                    <a:pt x="47371" y="6281"/>
                  </a:lnTo>
                  <a:lnTo>
                    <a:pt x="46697" y="6281"/>
                  </a:lnTo>
                  <a:lnTo>
                    <a:pt x="46697" y="5585"/>
                  </a:lnTo>
                  <a:close/>
                  <a:moveTo>
                    <a:pt x="48510" y="5585"/>
                  </a:moveTo>
                  <a:lnTo>
                    <a:pt x="48499" y="6281"/>
                  </a:lnTo>
                  <a:lnTo>
                    <a:pt x="47449" y="6281"/>
                  </a:lnTo>
                  <a:lnTo>
                    <a:pt x="47449" y="5585"/>
                  </a:lnTo>
                  <a:close/>
                  <a:moveTo>
                    <a:pt x="49638" y="5585"/>
                  </a:moveTo>
                  <a:lnTo>
                    <a:pt x="49638" y="6292"/>
                  </a:lnTo>
                  <a:lnTo>
                    <a:pt x="48577" y="6292"/>
                  </a:lnTo>
                  <a:lnTo>
                    <a:pt x="48577" y="5585"/>
                  </a:lnTo>
                  <a:close/>
                  <a:moveTo>
                    <a:pt x="50766" y="5585"/>
                  </a:moveTo>
                  <a:lnTo>
                    <a:pt x="50766" y="6292"/>
                  </a:lnTo>
                  <a:lnTo>
                    <a:pt x="49705" y="6292"/>
                  </a:lnTo>
                  <a:lnTo>
                    <a:pt x="49705" y="5585"/>
                  </a:lnTo>
                  <a:close/>
                  <a:moveTo>
                    <a:pt x="51518" y="5585"/>
                  </a:moveTo>
                  <a:lnTo>
                    <a:pt x="51518" y="6292"/>
                  </a:lnTo>
                  <a:lnTo>
                    <a:pt x="50832" y="6292"/>
                  </a:lnTo>
                  <a:lnTo>
                    <a:pt x="50832" y="5585"/>
                  </a:lnTo>
                  <a:close/>
                  <a:moveTo>
                    <a:pt x="52646" y="5585"/>
                  </a:moveTo>
                  <a:lnTo>
                    <a:pt x="52646" y="6292"/>
                  </a:lnTo>
                  <a:lnTo>
                    <a:pt x="51971" y="6292"/>
                  </a:lnTo>
                  <a:lnTo>
                    <a:pt x="51971" y="5585"/>
                  </a:lnTo>
                  <a:close/>
                  <a:moveTo>
                    <a:pt x="53774" y="5585"/>
                  </a:moveTo>
                  <a:lnTo>
                    <a:pt x="53774" y="6292"/>
                  </a:lnTo>
                  <a:lnTo>
                    <a:pt x="52712" y="6292"/>
                  </a:lnTo>
                  <a:lnTo>
                    <a:pt x="52712" y="5585"/>
                  </a:lnTo>
                  <a:close/>
                  <a:moveTo>
                    <a:pt x="54913" y="5596"/>
                  </a:moveTo>
                  <a:lnTo>
                    <a:pt x="54913" y="6292"/>
                  </a:lnTo>
                  <a:lnTo>
                    <a:pt x="53851" y="6292"/>
                  </a:lnTo>
                  <a:lnTo>
                    <a:pt x="53851" y="5596"/>
                  </a:lnTo>
                  <a:close/>
                  <a:moveTo>
                    <a:pt x="56041" y="5596"/>
                  </a:moveTo>
                  <a:lnTo>
                    <a:pt x="56041" y="6292"/>
                  </a:lnTo>
                  <a:lnTo>
                    <a:pt x="54979" y="6292"/>
                  </a:lnTo>
                  <a:lnTo>
                    <a:pt x="54979" y="5596"/>
                  </a:lnTo>
                  <a:close/>
                  <a:moveTo>
                    <a:pt x="56792" y="5596"/>
                  </a:moveTo>
                  <a:lnTo>
                    <a:pt x="56792" y="6292"/>
                  </a:lnTo>
                  <a:lnTo>
                    <a:pt x="56107" y="6292"/>
                  </a:lnTo>
                  <a:lnTo>
                    <a:pt x="56107" y="5596"/>
                  </a:lnTo>
                  <a:close/>
                  <a:moveTo>
                    <a:pt x="57920" y="5596"/>
                  </a:moveTo>
                  <a:lnTo>
                    <a:pt x="57920" y="6303"/>
                  </a:lnTo>
                  <a:lnTo>
                    <a:pt x="57246" y="6303"/>
                  </a:lnTo>
                  <a:lnTo>
                    <a:pt x="57246" y="5596"/>
                  </a:lnTo>
                  <a:close/>
                  <a:moveTo>
                    <a:pt x="59059" y="5596"/>
                  </a:moveTo>
                  <a:lnTo>
                    <a:pt x="59048" y="6303"/>
                  </a:lnTo>
                  <a:lnTo>
                    <a:pt x="57987" y="6303"/>
                  </a:lnTo>
                  <a:lnTo>
                    <a:pt x="57987" y="5596"/>
                  </a:lnTo>
                  <a:close/>
                  <a:moveTo>
                    <a:pt x="60187" y="5596"/>
                  </a:moveTo>
                  <a:lnTo>
                    <a:pt x="60187" y="6303"/>
                  </a:lnTo>
                  <a:lnTo>
                    <a:pt x="59126" y="6303"/>
                  </a:lnTo>
                  <a:lnTo>
                    <a:pt x="59126" y="5596"/>
                  </a:lnTo>
                  <a:close/>
                  <a:moveTo>
                    <a:pt x="61315" y="5596"/>
                  </a:moveTo>
                  <a:lnTo>
                    <a:pt x="61315" y="6303"/>
                  </a:lnTo>
                  <a:lnTo>
                    <a:pt x="60254" y="6303"/>
                  </a:lnTo>
                  <a:lnTo>
                    <a:pt x="60254" y="5596"/>
                  </a:lnTo>
                  <a:close/>
                  <a:moveTo>
                    <a:pt x="33815" y="6337"/>
                  </a:moveTo>
                  <a:lnTo>
                    <a:pt x="33815" y="6392"/>
                  </a:lnTo>
                  <a:cubicBezTo>
                    <a:pt x="33804" y="6370"/>
                    <a:pt x="33793" y="6359"/>
                    <a:pt x="33782" y="6337"/>
                  </a:cubicBezTo>
                  <a:close/>
                  <a:moveTo>
                    <a:pt x="30741" y="6724"/>
                  </a:moveTo>
                  <a:lnTo>
                    <a:pt x="30818" y="6856"/>
                  </a:lnTo>
                  <a:lnTo>
                    <a:pt x="2080" y="6856"/>
                  </a:lnTo>
                  <a:lnTo>
                    <a:pt x="2146" y="6724"/>
                  </a:lnTo>
                  <a:close/>
                  <a:moveTo>
                    <a:pt x="34943" y="6337"/>
                  </a:moveTo>
                  <a:lnTo>
                    <a:pt x="34943" y="6956"/>
                  </a:lnTo>
                  <a:lnTo>
                    <a:pt x="34136" y="6956"/>
                  </a:lnTo>
                  <a:cubicBezTo>
                    <a:pt x="34058" y="6812"/>
                    <a:pt x="33970" y="6657"/>
                    <a:pt x="33881" y="6513"/>
                  </a:cubicBezTo>
                  <a:lnTo>
                    <a:pt x="33881" y="6337"/>
                  </a:lnTo>
                  <a:close/>
                  <a:moveTo>
                    <a:pt x="35706" y="6337"/>
                  </a:moveTo>
                  <a:lnTo>
                    <a:pt x="35706" y="6956"/>
                  </a:lnTo>
                  <a:lnTo>
                    <a:pt x="35009" y="6956"/>
                  </a:lnTo>
                  <a:lnTo>
                    <a:pt x="35009" y="6337"/>
                  </a:lnTo>
                  <a:close/>
                  <a:moveTo>
                    <a:pt x="32024" y="4921"/>
                  </a:moveTo>
                  <a:cubicBezTo>
                    <a:pt x="32510" y="5563"/>
                    <a:pt x="32941" y="6248"/>
                    <a:pt x="33317" y="6956"/>
                  </a:cubicBezTo>
                  <a:lnTo>
                    <a:pt x="33317" y="6967"/>
                  </a:lnTo>
                  <a:lnTo>
                    <a:pt x="32499" y="6967"/>
                  </a:lnTo>
                  <a:cubicBezTo>
                    <a:pt x="32112" y="6248"/>
                    <a:pt x="31681" y="5563"/>
                    <a:pt x="31194" y="4921"/>
                  </a:cubicBezTo>
                  <a:close/>
                  <a:moveTo>
                    <a:pt x="36822" y="6337"/>
                  </a:moveTo>
                  <a:lnTo>
                    <a:pt x="36822" y="6967"/>
                  </a:lnTo>
                  <a:lnTo>
                    <a:pt x="36148" y="6967"/>
                  </a:lnTo>
                  <a:lnTo>
                    <a:pt x="36148" y="6337"/>
                  </a:lnTo>
                  <a:close/>
                  <a:moveTo>
                    <a:pt x="37950" y="6337"/>
                  </a:moveTo>
                  <a:lnTo>
                    <a:pt x="37950" y="6967"/>
                  </a:lnTo>
                  <a:lnTo>
                    <a:pt x="36889" y="6967"/>
                  </a:lnTo>
                  <a:lnTo>
                    <a:pt x="36889" y="6337"/>
                  </a:lnTo>
                  <a:close/>
                  <a:moveTo>
                    <a:pt x="39089" y="6337"/>
                  </a:moveTo>
                  <a:lnTo>
                    <a:pt x="39089" y="6967"/>
                  </a:lnTo>
                  <a:lnTo>
                    <a:pt x="38028" y="6967"/>
                  </a:lnTo>
                  <a:lnTo>
                    <a:pt x="38028" y="6337"/>
                  </a:lnTo>
                  <a:close/>
                  <a:moveTo>
                    <a:pt x="40217" y="6348"/>
                  </a:moveTo>
                  <a:lnTo>
                    <a:pt x="40217" y="6967"/>
                  </a:lnTo>
                  <a:lnTo>
                    <a:pt x="39156" y="6967"/>
                  </a:lnTo>
                  <a:lnTo>
                    <a:pt x="39156" y="6348"/>
                  </a:lnTo>
                  <a:close/>
                  <a:moveTo>
                    <a:pt x="40969" y="6348"/>
                  </a:moveTo>
                  <a:lnTo>
                    <a:pt x="40969" y="6967"/>
                  </a:lnTo>
                  <a:lnTo>
                    <a:pt x="40295" y="6967"/>
                  </a:lnTo>
                  <a:lnTo>
                    <a:pt x="40295" y="6348"/>
                  </a:lnTo>
                  <a:close/>
                  <a:moveTo>
                    <a:pt x="42097" y="6348"/>
                  </a:moveTo>
                  <a:lnTo>
                    <a:pt x="42097" y="6967"/>
                  </a:lnTo>
                  <a:lnTo>
                    <a:pt x="41422" y="6967"/>
                  </a:lnTo>
                  <a:lnTo>
                    <a:pt x="41422" y="6348"/>
                  </a:lnTo>
                  <a:close/>
                  <a:moveTo>
                    <a:pt x="43225" y="6348"/>
                  </a:moveTo>
                  <a:lnTo>
                    <a:pt x="43225" y="6967"/>
                  </a:lnTo>
                  <a:lnTo>
                    <a:pt x="42163" y="6967"/>
                  </a:lnTo>
                  <a:lnTo>
                    <a:pt x="42163" y="6348"/>
                  </a:lnTo>
                  <a:close/>
                  <a:moveTo>
                    <a:pt x="44364" y="6348"/>
                  </a:moveTo>
                  <a:lnTo>
                    <a:pt x="44364" y="6967"/>
                  </a:lnTo>
                  <a:lnTo>
                    <a:pt x="43302" y="6967"/>
                  </a:lnTo>
                  <a:lnTo>
                    <a:pt x="43302" y="6348"/>
                  </a:lnTo>
                  <a:close/>
                  <a:moveTo>
                    <a:pt x="45492" y="6348"/>
                  </a:moveTo>
                  <a:lnTo>
                    <a:pt x="45492" y="6978"/>
                  </a:lnTo>
                  <a:lnTo>
                    <a:pt x="44430" y="6978"/>
                  </a:lnTo>
                  <a:lnTo>
                    <a:pt x="44430" y="6348"/>
                  </a:lnTo>
                  <a:close/>
                  <a:moveTo>
                    <a:pt x="46244" y="6348"/>
                  </a:moveTo>
                  <a:lnTo>
                    <a:pt x="46244" y="6978"/>
                  </a:lnTo>
                  <a:lnTo>
                    <a:pt x="45558" y="6978"/>
                  </a:lnTo>
                  <a:lnTo>
                    <a:pt x="45558" y="6348"/>
                  </a:lnTo>
                  <a:close/>
                  <a:moveTo>
                    <a:pt x="47371" y="6348"/>
                  </a:moveTo>
                  <a:lnTo>
                    <a:pt x="47371" y="6978"/>
                  </a:lnTo>
                  <a:lnTo>
                    <a:pt x="46697" y="6978"/>
                  </a:lnTo>
                  <a:lnTo>
                    <a:pt x="46697" y="6348"/>
                  </a:lnTo>
                  <a:close/>
                  <a:moveTo>
                    <a:pt x="48510" y="6359"/>
                  </a:moveTo>
                  <a:lnTo>
                    <a:pt x="48499" y="6978"/>
                  </a:lnTo>
                  <a:lnTo>
                    <a:pt x="47449" y="6978"/>
                  </a:lnTo>
                  <a:lnTo>
                    <a:pt x="47449" y="6359"/>
                  </a:lnTo>
                  <a:close/>
                  <a:moveTo>
                    <a:pt x="49638" y="6359"/>
                  </a:moveTo>
                  <a:lnTo>
                    <a:pt x="49638" y="6978"/>
                  </a:lnTo>
                  <a:lnTo>
                    <a:pt x="48577" y="6978"/>
                  </a:lnTo>
                  <a:lnTo>
                    <a:pt x="48577" y="6359"/>
                  </a:lnTo>
                  <a:close/>
                  <a:moveTo>
                    <a:pt x="50766" y="6359"/>
                  </a:moveTo>
                  <a:lnTo>
                    <a:pt x="50766" y="6978"/>
                  </a:lnTo>
                  <a:lnTo>
                    <a:pt x="49705" y="6978"/>
                  </a:lnTo>
                  <a:lnTo>
                    <a:pt x="49705" y="6359"/>
                  </a:lnTo>
                  <a:close/>
                  <a:moveTo>
                    <a:pt x="51518" y="6359"/>
                  </a:moveTo>
                  <a:lnTo>
                    <a:pt x="51518" y="6978"/>
                  </a:lnTo>
                  <a:lnTo>
                    <a:pt x="50832" y="6978"/>
                  </a:lnTo>
                  <a:lnTo>
                    <a:pt x="50832" y="6359"/>
                  </a:lnTo>
                  <a:close/>
                  <a:moveTo>
                    <a:pt x="52646" y="6359"/>
                  </a:moveTo>
                  <a:lnTo>
                    <a:pt x="52646" y="6978"/>
                  </a:lnTo>
                  <a:lnTo>
                    <a:pt x="51971" y="6978"/>
                  </a:lnTo>
                  <a:lnTo>
                    <a:pt x="51971" y="6359"/>
                  </a:lnTo>
                  <a:close/>
                  <a:moveTo>
                    <a:pt x="53774" y="6359"/>
                  </a:moveTo>
                  <a:lnTo>
                    <a:pt x="53774" y="6989"/>
                  </a:lnTo>
                  <a:lnTo>
                    <a:pt x="52712" y="6989"/>
                  </a:lnTo>
                  <a:lnTo>
                    <a:pt x="52712" y="6359"/>
                  </a:lnTo>
                  <a:close/>
                  <a:moveTo>
                    <a:pt x="54913" y="6359"/>
                  </a:moveTo>
                  <a:lnTo>
                    <a:pt x="54913" y="6989"/>
                  </a:lnTo>
                  <a:lnTo>
                    <a:pt x="53851" y="6989"/>
                  </a:lnTo>
                  <a:lnTo>
                    <a:pt x="53851" y="6359"/>
                  </a:lnTo>
                  <a:close/>
                  <a:moveTo>
                    <a:pt x="56041" y="6359"/>
                  </a:moveTo>
                  <a:lnTo>
                    <a:pt x="56041" y="6989"/>
                  </a:lnTo>
                  <a:lnTo>
                    <a:pt x="54979" y="6989"/>
                  </a:lnTo>
                  <a:lnTo>
                    <a:pt x="54979" y="6359"/>
                  </a:lnTo>
                  <a:close/>
                  <a:moveTo>
                    <a:pt x="56792" y="6370"/>
                  </a:moveTo>
                  <a:lnTo>
                    <a:pt x="56792" y="6989"/>
                  </a:lnTo>
                  <a:lnTo>
                    <a:pt x="56107" y="6989"/>
                  </a:lnTo>
                  <a:lnTo>
                    <a:pt x="56107" y="6370"/>
                  </a:lnTo>
                  <a:close/>
                  <a:moveTo>
                    <a:pt x="57920" y="6370"/>
                  </a:moveTo>
                  <a:lnTo>
                    <a:pt x="57920" y="6989"/>
                  </a:lnTo>
                  <a:lnTo>
                    <a:pt x="57246" y="6989"/>
                  </a:lnTo>
                  <a:lnTo>
                    <a:pt x="57246" y="6370"/>
                  </a:lnTo>
                  <a:close/>
                  <a:moveTo>
                    <a:pt x="59059" y="6370"/>
                  </a:moveTo>
                  <a:lnTo>
                    <a:pt x="59048" y="6989"/>
                  </a:lnTo>
                  <a:lnTo>
                    <a:pt x="57987" y="6989"/>
                  </a:lnTo>
                  <a:lnTo>
                    <a:pt x="57987" y="6370"/>
                  </a:lnTo>
                  <a:close/>
                  <a:moveTo>
                    <a:pt x="60187" y="6370"/>
                  </a:moveTo>
                  <a:lnTo>
                    <a:pt x="60187" y="6989"/>
                  </a:lnTo>
                  <a:lnTo>
                    <a:pt x="59126" y="6989"/>
                  </a:lnTo>
                  <a:lnTo>
                    <a:pt x="59126" y="6370"/>
                  </a:lnTo>
                  <a:close/>
                  <a:moveTo>
                    <a:pt x="61315" y="6370"/>
                  </a:moveTo>
                  <a:lnTo>
                    <a:pt x="61315" y="6989"/>
                  </a:lnTo>
                  <a:lnTo>
                    <a:pt x="60254" y="6989"/>
                  </a:lnTo>
                  <a:lnTo>
                    <a:pt x="60254" y="6370"/>
                  </a:lnTo>
                  <a:close/>
                  <a:moveTo>
                    <a:pt x="7708" y="1"/>
                  </a:moveTo>
                  <a:cubicBezTo>
                    <a:pt x="4645" y="1515"/>
                    <a:pt x="2135" y="3948"/>
                    <a:pt x="509" y="6967"/>
                  </a:cubicBezTo>
                  <a:cubicBezTo>
                    <a:pt x="332" y="7310"/>
                    <a:pt x="156" y="7652"/>
                    <a:pt x="1" y="8006"/>
                  </a:cubicBezTo>
                  <a:lnTo>
                    <a:pt x="1" y="18433"/>
                  </a:lnTo>
                  <a:lnTo>
                    <a:pt x="78" y="18433"/>
                  </a:lnTo>
                  <a:lnTo>
                    <a:pt x="78" y="14685"/>
                  </a:lnTo>
                  <a:cubicBezTo>
                    <a:pt x="78" y="11987"/>
                    <a:pt x="742" y="9333"/>
                    <a:pt x="2013" y="6967"/>
                  </a:cubicBezTo>
                  <a:lnTo>
                    <a:pt x="30885" y="6967"/>
                  </a:lnTo>
                  <a:cubicBezTo>
                    <a:pt x="32156" y="9333"/>
                    <a:pt x="32820" y="11987"/>
                    <a:pt x="32820" y="14685"/>
                  </a:cubicBezTo>
                  <a:lnTo>
                    <a:pt x="32820" y="18433"/>
                  </a:lnTo>
                  <a:lnTo>
                    <a:pt x="34423" y="18433"/>
                  </a:lnTo>
                  <a:lnTo>
                    <a:pt x="34423" y="14685"/>
                  </a:lnTo>
                  <a:cubicBezTo>
                    <a:pt x="34423" y="12706"/>
                    <a:pt x="34069" y="10749"/>
                    <a:pt x="33373" y="8891"/>
                  </a:cubicBezTo>
                  <a:lnTo>
                    <a:pt x="34191" y="8891"/>
                  </a:lnTo>
                  <a:cubicBezTo>
                    <a:pt x="34887" y="10749"/>
                    <a:pt x="35241" y="12706"/>
                    <a:pt x="35241" y="14685"/>
                  </a:cubicBezTo>
                  <a:lnTo>
                    <a:pt x="35241" y="18433"/>
                  </a:lnTo>
                  <a:lnTo>
                    <a:pt x="62200" y="18433"/>
                  </a:lnTo>
                  <a:lnTo>
                    <a:pt x="62200" y="6956"/>
                  </a:lnTo>
                  <a:lnTo>
                    <a:pt x="61381" y="6956"/>
                  </a:lnTo>
                  <a:lnTo>
                    <a:pt x="61381" y="6337"/>
                  </a:lnTo>
                  <a:lnTo>
                    <a:pt x="62200" y="6337"/>
                  </a:lnTo>
                  <a:lnTo>
                    <a:pt x="62200" y="6270"/>
                  </a:lnTo>
                  <a:lnTo>
                    <a:pt x="61381" y="6270"/>
                  </a:lnTo>
                  <a:lnTo>
                    <a:pt x="61381" y="5563"/>
                  </a:lnTo>
                  <a:lnTo>
                    <a:pt x="62200" y="5563"/>
                  </a:lnTo>
                  <a:lnTo>
                    <a:pt x="62200" y="5496"/>
                  </a:lnTo>
                  <a:lnTo>
                    <a:pt x="61381" y="5496"/>
                  </a:lnTo>
                  <a:lnTo>
                    <a:pt x="61381" y="4921"/>
                  </a:lnTo>
                  <a:lnTo>
                    <a:pt x="62200" y="4921"/>
                  </a:lnTo>
                  <a:lnTo>
                    <a:pt x="62200" y="4468"/>
                  </a:lnTo>
                  <a:lnTo>
                    <a:pt x="61381" y="4468"/>
                  </a:lnTo>
                  <a:lnTo>
                    <a:pt x="61381" y="3882"/>
                  </a:lnTo>
                  <a:lnTo>
                    <a:pt x="62200" y="3882"/>
                  </a:lnTo>
                  <a:lnTo>
                    <a:pt x="62200" y="3815"/>
                  </a:lnTo>
                  <a:lnTo>
                    <a:pt x="61381" y="3815"/>
                  </a:lnTo>
                  <a:lnTo>
                    <a:pt x="61381" y="3163"/>
                  </a:lnTo>
                  <a:lnTo>
                    <a:pt x="62200" y="3163"/>
                  </a:lnTo>
                  <a:lnTo>
                    <a:pt x="62200" y="3086"/>
                  </a:lnTo>
                  <a:lnTo>
                    <a:pt x="61381" y="3086"/>
                  </a:lnTo>
                  <a:lnTo>
                    <a:pt x="61381" y="2599"/>
                  </a:lnTo>
                  <a:lnTo>
                    <a:pt x="62200" y="2610"/>
                  </a:lnTo>
                  <a:lnTo>
                    <a:pt x="62200" y="1"/>
                  </a:lnTo>
                  <a:lnTo>
                    <a:pt x="26108" y="1"/>
                  </a:lnTo>
                  <a:cubicBezTo>
                    <a:pt x="27490" y="686"/>
                    <a:pt x="28773" y="1560"/>
                    <a:pt x="29912" y="2599"/>
                  </a:cubicBezTo>
                  <a:cubicBezTo>
                    <a:pt x="30542" y="3174"/>
                    <a:pt x="31128" y="3804"/>
                    <a:pt x="31659" y="4468"/>
                  </a:cubicBezTo>
                  <a:lnTo>
                    <a:pt x="30829" y="4468"/>
                  </a:lnTo>
                  <a:cubicBezTo>
                    <a:pt x="29325" y="2588"/>
                    <a:pt x="27435" y="1062"/>
                    <a:pt x="25278" y="1"/>
                  </a:cubicBezTo>
                  <a:lnTo>
                    <a:pt x="23675" y="1"/>
                  </a:lnTo>
                  <a:lnTo>
                    <a:pt x="23675" y="553"/>
                  </a:lnTo>
                  <a:lnTo>
                    <a:pt x="22614" y="553"/>
                  </a:lnTo>
                  <a:lnTo>
                    <a:pt x="22614" y="1"/>
                  </a:lnTo>
                  <a:lnTo>
                    <a:pt x="22536" y="1"/>
                  </a:lnTo>
                  <a:lnTo>
                    <a:pt x="22536" y="553"/>
                  </a:lnTo>
                  <a:lnTo>
                    <a:pt x="20911" y="553"/>
                  </a:lnTo>
                  <a:lnTo>
                    <a:pt x="20911" y="1"/>
                  </a:lnTo>
                  <a:lnTo>
                    <a:pt x="20833" y="1"/>
                  </a:lnTo>
                  <a:lnTo>
                    <a:pt x="20833" y="553"/>
                  </a:lnTo>
                  <a:lnTo>
                    <a:pt x="19772" y="553"/>
                  </a:lnTo>
                  <a:lnTo>
                    <a:pt x="19772" y="1"/>
                  </a:lnTo>
                  <a:lnTo>
                    <a:pt x="19705" y="1"/>
                  </a:lnTo>
                  <a:lnTo>
                    <a:pt x="19705" y="553"/>
                  </a:lnTo>
                  <a:lnTo>
                    <a:pt x="18644" y="553"/>
                  </a:lnTo>
                  <a:lnTo>
                    <a:pt x="18644" y="1"/>
                  </a:lnTo>
                  <a:lnTo>
                    <a:pt x="18566" y="1"/>
                  </a:lnTo>
                  <a:lnTo>
                    <a:pt x="18566" y="553"/>
                  </a:lnTo>
                  <a:lnTo>
                    <a:pt x="17505" y="553"/>
                  </a:lnTo>
                  <a:lnTo>
                    <a:pt x="17505" y="1"/>
                  </a:lnTo>
                  <a:lnTo>
                    <a:pt x="17450" y="1"/>
                  </a:lnTo>
                  <a:lnTo>
                    <a:pt x="17450" y="553"/>
                  </a:lnTo>
                  <a:lnTo>
                    <a:pt x="16676" y="553"/>
                  </a:lnTo>
                  <a:lnTo>
                    <a:pt x="16665" y="1"/>
                  </a:lnTo>
                  <a:lnTo>
                    <a:pt x="16222" y="1"/>
                  </a:lnTo>
                  <a:lnTo>
                    <a:pt x="16222" y="553"/>
                  </a:lnTo>
                  <a:lnTo>
                    <a:pt x="15537" y="553"/>
                  </a:lnTo>
                  <a:lnTo>
                    <a:pt x="15537" y="1"/>
                  </a:lnTo>
                  <a:lnTo>
                    <a:pt x="15470" y="1"/>
                  </a:lnTo>
                  <a:lnTo>
                    <a:pt x="15470" y="553"/>
                  </a:lnTo>
                  <a:lnTo>
                    <a:pt x="14409" y="553"/>
                  </a:lnTo>
                  <a:lnTo>
                    <a:pt x="14409" y="1"/>
                  </a:lnTo>
                  <a:lnTo>
                    <a:pt x="14342" y="1"/>
                  </a:lnTo>
                  <a:lnTo>
                    <a:pt x="14342" y="553"/>
                  </a:lnTo>
                  <a:lnTo>
                    <a:pt x="13281" y="553"/>
                  </a:lnTo>
                  <a:lnTo>
                    <a:pt x="13281" y="1"/>
                  </a:lnTo>
                  <a:lnTo>
                    <a:pt x="13204" y="1"/>
                  </a:lnTo>
                  <a:lnTo>
                    <a:pt x="13204" y="553"/>
                  </a:lnTo>
                  <a:lnTo>
                    <a:pt x="12142" y="553"/>
                  </a:lnTo>
                  <a:lnTo>
                    <a:pt x="12142" y="1"/>
                  </a:lnTo>
                  <a:lnTo>
                    <a:pt x="12076" y="1"/>
                  </a:lnTo>
                  <a:lnTo>
                    <a:pt x="12076" y="553"/>
                  </a:lnTo>
                  <a:lnTo>
                    <a:pt x="11401" y="553"/>
                  </a:lnTo>
                  <a:lnTo>
                    <a:pt x="11401" y="1"/>
                  </a:lnTo>
                  <a:lnTo>
                    <a:pt x="10959" y="1"/>
                  </a:lnTo>
                  <a:lnTo>
                    <a:pt x="10959" y="553"/>
                  </a:lnTo>
                  <a:lnTo>
                    <a:pt x="10329" y="553"/>
                  </a:lnTo>
                  <a:lnTo>
                    <a:pt x="103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1"/>
            <p:cNvSpPr/>
            <p:nvPr/>
          </p:nvSpPr>
          <p:spPr>
            <a:xfrm>
              <a:off x="-50" y="2"/>
              <a:ext cx="1019367" cy="1230737"/>
            </a:xfrm>
            <a:custGeom>
              <a:avLst/>
              <a:gdLst/>
              <a:ahLst/>
              <a:cxnLst/>
              <a:rect l="l" t="t" r="r" b="b"/>
              <a:pathLst>
                <a:path w="6934" h="6492" extrusionOk="0">
                  <a:moveTo>
                    <a:pt x="1" y="1"/>
                  </a:moveTo>
                  <a:lnTo>
                    <a:pt x="1" y="6491"/>
                  </a:lnTo>
                  <a:cubicBezTo>
                    <a:pt x="1615" y="3694"/>
                    <a:pt x="4026" y="1438"/>
                    <a:pt x="69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8" name="Google Shape;428;p21"/>
          <p:cNvSpPr/>
          <p:nvPr/>
        </p:nvSpPr>
        <p:spPr>
          <a:xfrm>
            <a:off x="-50" y="3494675"/>
            <a:ext cx="9286800" cy="2682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9" name="Google Shape;429;p21"/>
          <p:cNvGrpSpPr/>
          <p:nvPr/>
        </p:nvGrpSpPr>
        <p:grpSpPr>
          <a:xfrm>
            <a:off x="137440" y="2598652"/>
            <a:ext cx="1151549" cy="2060253"/>
            <a:chOff x="-3882175" y="2494675"/>
            <a:chExt cx="1407074" cy="2517416"/>
          </a:xfrm>
        </p:grpSpPr>
        <p:sp>
          <p:nvSpPr>
            <p:cNvPr id="430" name="Google Shape;430;p21"/>
            <p:cNvSpPr/>
            <p:nvPr/>
          </p:nvSpPr>
          <p:spPr>
            <a:xfrm>
              <a:off x="-3197920" y="4233031"/>
              <a:ext cx="115694" cy="779059"/>
            </a:xfrm>
            <a:custGeom>
              <a:avLst/>
              <a:gdLst/>
              <a:ahLst/>
              <a:cxnLst/>
              <a:rect l="l" t="t" r="r" b="b"/>
              <a:pathLst>
                <a:path w="432" h="2909" extrusionOk="0">
                  <a:moveTo>
                    <a:pt x="431" y="2908"/>
                  </a:moveTo>
                  <a:lnTo>
                    <a:pt x="0" y="2908"/>
                  </a:lnTo>
                  <a:lnTo>
                    <a:pt x="78" y="0"/>
                  </a:lnTo>
                  <a:lnTo>
                    <a:pt x="3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21"/>
            <p:cNvSpPr/>
            <p:nvPr/>
          </p:nvSpPr>
          <p:spPr>
            <a:xfrm>
              <a:off x="-3129896" y="4233031"/>
              <a:ext cx="56508" cy="779059"/>
            </a:xfrm>
            <a:custGeom>
              <a:avLst/>
              <a:gdLst/>
              <a:ahLst/>
              <a:cxnLst/>
              <a:rect l="l" t="t" r="r" b="b"/>
              <a:pathLst>
                <a:path w="211" h="2909" extrusionOk="0">
                  <a:moveTo>
                    <a:pt x="211" y="2908"/>
                  </a:moveTo>
                  <a:lnTo>
                    <a:pt x="1" y="2908"/>
                  </a:lnTo>
                  <a:lnTo>
                    <a:pt x="1" y="0"/>
                  </a:lnTo>
                  <a:lnTo>
                    <a:pt x="1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1"/>
            <p:cNvSpPr/>
            <p:nvPr/>
          </p:nvSpPr>
          <p:spPr>
            <a:xfrm>
              <a:off x="-3103115" y="4194467"/>
              <a:ext cx="189609" cy="364489"/>
            </a:xfrm>
            <a:custGeom>
              <a:avLst/>
              <a:gdLst/>
              <a:ahLst/>
              <a:cxnLst/>
              <a:rect l="l" t="t" r="r" b="b"/>
              <a:pathLst>
                <a:path w="708" h="1361" extrusionOk="0">
                  <a:moveTo>
                    <a:pt x="22" y="1360"/>
                  </a:moveTo>
                  <a:lnTo>
                    <a:pt x="0" y="1294"/>
                  </a:lnTo>
                  <a:cubicBezTo>
                    <a:pt x="464" y="1062"/>
                    <a:pt x="630" y="476"/>
                    <a:pt x="354" y="45"/>
                  </a:cubicBezTo>
                  <a:lnTo>
                    <a:pt x="409" y="0"/>
                  </a:lnTo>
                  <a:cubicBezTo>
                    <a:pt x="708" y="476"/>
                    <a:pt x="531" y="1117"/>
                    <a:pt x="22" y="13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21"/>
            <p:cNvSpPr/>
            <p:nvPr/>
          </p:nvSpPr>
          <p:spPr>
            <a:xfrm>
              <a:off x="-3369854" y="4158848"/>
              <a:ext cx="207553" cy="376273"/>
            </a:xfrm>
            <a:custGeom>
              <a:avLst/>
              <a:gdLst/>
              <a:ahLst/>
              <a:cxnLst/>
              <a:rect l="l" t="t" r="r" b="b"/>
              <a:pathLst>
                <a:path w="775" h="1405" extrusionOk="0">
                  <a:moveTo>
                    <a:pt x="709" y="1405"/>
                  </a:moveTo>
                  <a:cubicBezTo>
                    <a:pt x="189" y="1151"/>
                    <a:pt x="1" y="487"/>
                    <a:pt x="322" y="1"/>
                  </a:cubicBezTo>
                  <a:lnTo>
                    <a:pt x="432" y="78"/>
                  </a:lnTo>
                  <a:cubicBezTo>
                    <a:pt x="167" y="498"/>
                    <a:pt x="322" y="1062"/>
                    <a:pt x="775" y="1283"/>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1"/>
            <p:cNvSpPr/>
            <p:nvPr/>
          </p:nvSpPr>
          <p:spPr>
            <a:xfrm>
              <a:off x="-3882175" y="2497621"/>
              <a:ext cx="1407074" cy="2055442"/>
            </a:xfrm>
            <a:custGeom>
              <a:avLst/>
              <a:gdLst/>
              <a:ahLst/>
              <a:cxnLst/>
              <a:rect l="l" t="t" r="r" b="b"/>
              <a:pathLst>
                <a:path w="5254" h="7675" extrusionOk="0">
                  <a:moveTo>
                    <a:pt x="4988" y="3340"/>
                  </a:moveTo>
                  <a:cubicBezTo>
                    <a:pt x="4966" y="3196"/>
                    <a:pt x="4922" y="3052"/>
                    <a:pt x="4844" y="2920"/>
                  </a:cubicBezTo>
                  <a:cubicBezTo>
                    <a:pt x="4944" y="2787"/>
                    <a:pt x="4988" y="2632"/>
                    <a:pt x="4988" y="2466"/>
                  </a:cubicBezTo>
                  <a:cubicBezTo>
                    <a:pt x="4988" y="2079"/>
                    <a:pt x="4700" y="1747"/>
                    <a:pt x="4313" y="1681"/>
                  </a:cubicBezTo>
                  <a:cubicBezTo>
                    <a:pt x="4523" y="1294"/>
                    <a:pt x="4313" y="830"/>
                    <a:pt x="3904" y="708"/>
                  </a:cubicBezTo>
                  <a:cubicBezTo>
                    <a:pt x="3783" y="299"/>
                    <a:pt x="3451" y="0"/>
                    <a:pt x="3053" y="0"/>
                  </a:cubicBezTo>
                  <a:cubicBezTo>
                    <a:pt x="2688" y="11"/>
                    <a:pt x="2367" y="255"/>
                    <a:pt x="2257" y="609"/>
                  </a:cubicBezTo>
                  <a:cubicBezTo>
                    <a:pt x="2124" y="531"/>
                    <a:pt x="1980" y="498"/>
                    <a:pt x="1836" y="498"/>
                  </a:cubicBezTo>
                  <a:cubicBezTo>
                    <a:pt x="1317" y="509"/>
                    <a:pt x="908" y="940"/>
                    <a:pt x="919" y="1460"/>
                  </a:cubicBezTo>
                  <a:cubicBezTo>
                    <a:pt x="919" y="1626"/>
                    <a:pt x="952" y="1781"/>
                    <a:pt x="1029" y="1924"/>
                  </a:cubicBezTo>
                  <a:cubicBezTo>
                    <a:pt x="852" y="2035"/>
                    <a:pt x="698" y="2179"/>
                    <a:pt x="565" y="2356"/>
                  </a:cubicBezTo>
                  <a:cubicBezTo>
                    <a:pt x="543" y="2389"/>
                    <a:pt x="532" y="2422"/>
                    <a:pt x="510" y="2455"/>
                  </a:cubicBezTo>
                  <a:lnTo>
                    <a:pt x="498" y="2477"/>
                  </a:lnTo>
                  <a:cubicBezTo>
                    <a:pt x="476" y="2499"/>
                    <a:pt x="465" y="2522"/>
                    <a:pt x="454" y="2544"/>
                  </a:cubicBezTo>
                  <a:lnTo>
                    <a:pt x="443" y="2555"/>
                  </a:lnTo>
                  <a:lnTo>
                    <a:pt x="443" y="2577"/>
                  </a:lnTo>
                  <a:lnTo>
                    <a:pt x="432" y="2599"/>
                  </a:lnTo>
                  <a:lnTo>
                    <a:pt x="432" y="2599"/>
                  </a:lnTo>
                  <a:lnTo>
                    <a:pt x="432" y="2621"/>
                  </a:lnTo>
                  <a:lnTo>
                    <a:pt x="421" y="2643"/>
                  </a:lnTo>
                  <a:lnTo>
                    <a:pt x="410" y="2665"/>
                  </a:lnTo>
                  <a:lnTo>
                    <a:pt x="410" y="2665"/>
                  </a:lnTo>
                  <a:cubicBezTo>
                    <a:pt x="410" y="2676"/>
                    <a:pt x="399" y="2687"/>
                    <a:pt x="399" y="2687"/>
                  </a:cubicBezTo>
                  <a:lnTo>
                    <a:pt x="388" y="2709"/>
                  </a:lnTo>
                  <a:lnTo>
                    <a:pt x="388" y="2721"/>
                  </a:lnTo>
                  <a:lnTo>
                    <a:pt x="377" y="2776"/>
                  </a:lnTo>
                  <a:cubicBezTo>
                    <a:pt x="377" y="2787"/>
                    <a:pt x="366" y="2809"/>
                    <a:pt x="355" y="2820"/>
                  </a:cubicBezTo>
                  <a:lnTo>
                    <a:pt x="355" y="2820"/>
                  </a:lnTo>
                  <a:cubicBezTo>
                    <a:pt x="355" y="2842"/>
                    <a:pt x="355" y="2853"/>
                    <a:pt x="344" y="2875"/>
                  </a:cubicBezTo>
                  <a:cubicBezTo>
                    <a:pt x="344" y="2886"/>
                    <a:pt x="344" y="2897"/>
                    <a:pt x="344" y="2897"/>
                  </a:cubicBezTo>
                  <a:lnTo>
                    <a:pt x="344" y="2931"/>
                  </a:lnTo>
                  <a:cubicBezTo>
                    <a:pt x="277" y="3240"/>
                    <a:pt x="311" y="3550"/>
                    <a:pt x="432" y="3837"/>
                  </a:cubicBezTo>
                  <a:cubicBezTo>
                    <a:pt x="156" y="4158"/>
                    <a:pt x="1" y="4567"/>
                    <a:pt x="1" y="4998"/>
                  </a:cubicBezTo>
                  <a:cubicBezTo>
                    <a:pt x="1" y="5009"/>
                    <a:pt x="1" y="5021"/>
                    <a:pt x="1" y="5032"/>
                  </a:cubicBezTo>
                  <a:cubicBezTo>
                    <a:pt x="1" y="5054"/>
                    <a:pt x="1" y="5065"/>
                    <a:pt x="1" y="5076"/>
                  </a:cubicBezTo>
                  <a:lnTo>
                    <a:pt x="1" y="5087"/>
                  </a:lnTo>
                  <a:lnTo>
                    <a:pt x="1" y="5120"/>
                  </a:lnTo>
                  <a:lnTo>
                    <a:pt x="1" y="5131"/>
                  </a:lnTo>
                  <a:cubicBezTo>
                    <a:pt x="1" y="5142"/>
                    <a:pt x="1" y="5153"/>
                    <a:pt x="1" y="5164"/>
                  </a:cubicBezTo>
                  <a:lnTo>
                    <a:pt x="1" y="5175"/>
                  </a:lnTo>
                  <a:lnTo>
                    <a:pt x="1" y="5208"/>
                  </a:lnTo>
                  <a:lnTo>
                    <a:pt x="1" y="5208"/>
                  </a:lnTo>
                  <a:cubicBezTo>
                    <a:pt x="1" y="5220"/>
                    <a:pt x="1" y="5231"/>
                    <a:pt x="1" y="5242"/>
                  </a:cubicBezTo>
                  <a:lnTo>
                    <a:pt x="1" y="5253"/>
                  </a:lnTo>
                  <a:lnTo>
                    <a:pt x="1" y="5286"/>
                  </a:lnTo>
                  <a:lnTo>
                    <a:pt x="1" y="5297"/>
                  </a:lnTo>
                  <a:lnTo>
                    <a:pt x="1" y="5319"/>
                  </a:lnTo>
                  <a:lnTo>
                    <a:pt x="1" y="5341"/>
                  </a:lnTo>
                  <a:cubicBezTo>
                    <a:pt x="1" y="5352"/>
                    <a:pt x="1" y="5363"/>
                    <a:pt x="1" y="5363"/>
                  </a:cubicBezTo>
                  <a:cubicBezTo>
                    <a:pt x="1" y="5374"/>
                    <a:pt x="12" y="5396"/>
                    <a:pt x="12" y="5408"/>
                  </a:cubicBezTo>
                  <a:lnTo>
                    <a:pt x="12" y="5419"/>
                  </a:lnTo>
                  <a:lnTo>
                    <a:pt x="23" y="5441"/>
                  </a:lnTo>
                  <a:lnTo>
                    <a:pt x="23" y="5463"/>
                  </a:lnTo>
                  <a:lnTo>
                    <a:pt x="23" y="5485"/>
                  </a:lnTo>
                  <a:lnTo>
                    <a:pt x="23" y="5496"/>
                  </a:lnTo>
                  <a:lnTo>
                    <a:pt x="23" y="5518"/>
                  </a:lnTo>
                  <a:lnTo>
                    <a:pt x="23" y="5540"/>
                  </a:lnTo>
                  <a:cubicBezTo>
                    <a:pt x="23" y="5540"/>
                    <a:pt x="23" y="5551"/>
                    <a:pt x="23" y="5562"/>
                  </a:cubicBezTo>
                  <a:lnTo>
                    <a:pt x="23" y="5573"/>
                  </a:lnTo>
                  <a:lnTo>
                    <a:pt x="34" y="5596"/>
                  </a:lnTo>
                  <a:lnTo>
                    <a:pt x="34" y="5618"/>
                  </a:lnTo>
                  <a:lnTo>
                    <a:pt x="34" y="5629"/>
                  </a:lnTo>
                  <a:cubicBezTo>
                    <a:pt x="34" y="5640"/>
                    <a:pt x="45" y="5651"/>
                    <a:pt x="45" y="5662"/>
                  </a:cubicBezTo>
                  <a:lnTo>
                    <a:pt x="45" y="5673"/>
                  </a:lnTo>
                  <a:lnTo>
                    <a:pt x="56" y="5695"/>
                  </a:lnTo>
                  <a:lnTo>
                    <a:pt x="56" y="5706"/>
                  </a:lnTo>
                  <a:lnTo>
                    <a:pt x="56" y="5728"/>
                  </a:lnTo>
                  <a:lnTo>
                    <a:pt x="78" y="5750"/>
                  </a:lnTo>
                  <a:lnTo>
                    <a:pt x="78" y="5761"/>
                  </a:lnTo>
                  <a:lnTo>
                    <a:pt x="78" y="5772"/>
                  </a:lnTo>
                  <a:cubicBezTo>
                    <a:pt x="78" y="5783"/>
                    <a:pt x="89" y="5795"/>
                    <a:pt x="89" y="5806"/>
                  </a:cubicBezTo>
                  <a:lnTo>
                    <a:pt x="134" y="5883"/>
                  </a:lnTo>
                  <a:cubicBezTo>
                    <a:pt x="421" y="6381"/>
                    <a:pt x="919" y="6701"/>
                    <a:pt x="1472" y="6779"/>
                  </a:cubicBezTo>
                  <a:cubicBezTo>
                    <a:pt x="3241" y="7674"/>
                    <a:pt x="5253" y="6093"/>
                    <a:pt x="4789" y="4158"/>
                  </a:cubicBezTo>
                  <a:cubicBezTo>
                    <a:pt x="4944" y="3915"/>
                    <a:pt x="5021" y="3627"/>
                    <a:pt x="4988" y="334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1"/>
            <p:cNvSpPr/>
            <p:nvPr/>
          </p:nvSpPr>
          <p:spPr>
            <a:xfrm>
              <a:off x="-3882175" y="2494675"/>
              <a:ext cx="1335836" cy="1617037"/>
            </a:xfrm>
            <a:custGeom>
              <a:avLst/>
              <a:gdLst/>
              <a:ahLst/>
              <a:cxnLst/>
              <a:rect l="l" t="t" r="r" b="b"/>
              <a:pathLst>
                <a:path w="4988" h="6038" extrusionOk="0">
                  <a:moveTo>
                    <a:pt x="4933" y="3130"/>
                  </a:moveTo>
                  <a:cubicBezTo>
                    <a:pt x="4910" y="3063"/>
                    <a:pt x="4877" y="2997"/>
                    <a:pt x="4844" y="2931"/>
                  </a:cubicBezTo>
                  <a:cubicBezTo>
                    <a:pt x="4944" y="2798"/>
                    <a:pt x="4988" y="2643"/>
                    <a:pt x="4988" y="2477"/>
                  </a:cubicBezTo>
                  <a:cubicBezTo>
                    <a:pt x="4988" y="2090"/>
                    <a:pt x="4700" y="1758"/>
                    <a:pt x="4313" y="1692"/>
                  </a:cubicBezTo>
                  <a:cubicBezTo>
                    <a:pt x="4523" y="1305"/>
                    <a:pt x="4313" y="841"/>
                    <a:pt x="3904" y="719"/>
                  </a:cubicBezTo>
                  <a:cubicBezTo>
                    <a:pt x="3783" y="310"/>
                    <a:pt x="3451" y="0"/>
                    <a:pt x="3053" y="0"/>
                  </a:cubicBezTo>
                  <a:cubicBezTo>
                    <a:pt x="2688" y="22"/>
                    <a:pt x="2367" y="266"/>
                    <a:pt x="2257" y="609"/>
                  </a:cubicBezTo>
                  <a:cubicBezTo>
                    <a:pt x="2124" y="542"/>
                    <a:pt x="1980" y="509"/>
                    <a:pt x="1836" y="498"/>
                  </a:cubicBezTo>
                  <a:cubicBezTo>
                    <a:pt x="1317" y="520"/>
                    <a:pt x="908" y="951"/>
                    <a:pt x="919" y="1471"/>
                  </a:cubicBezTo>
                  <a:cubicBezTo>
                    <a:pt x="919" y="1637"/>
                    <a:pt x="952" y="1792"/>
                    <a:pt x="1029" y="1935"/>
                  </a:cubicBezTo>
                  <a:cubicBezTo>
                    <a:pt x="852" y="2046"/>
                    <a:pt x="698" y="2190"/>
                    <a:pt x="565" y="2367"/>
                  </a:cubicBezTo>
                  <a:cubicBezTo>
                    <a:pt x="543" y="2400"/>
                    <a:pt x="532" y="2433"/>
                    <a:pt x="510" y="2455"/>
                  </a:cubicBezTo>
                  <a:lnTo>
                    <a:pt x="498" y="2477"/>
                  </a:lnTo>
                  <a:cubicBezTo>
                    <a:pt x="476" y="2510"/>
                    <a:pt x="465" y="2533"/>
                    <a:pt x="454" y="2555"/>
                  </a:cubicBezTo>
                  <a:lnTo>
                    <a:pt x="443" y="2566"/>
                  </a:lnTo>
                  <a:lnTo>
                    <a:pt x="443" y="2588"/>
                  </a:lnTo>
                  <a:lnTo>
                    <a:pt x="432" y="2599"/>
                  </a:lnTo>
                  <a:lnTo>
                    <a:pt x="432" y="2610"/>
                  </a:lnTo>
                  <a:lnTo>
                    <a:pt x="432" y="2632"/>
                  </a:lnTo>
                  <a:lnTo>
                    <a:pt x="421" y="2643"/>
                  </a:lnTo>
                  <a:lnTo>
                    <a:pt x="410" y="2665"/>
                  </a:lnTo>
                  <a:lnTo>
                    <a:pt x="410" y="2676"/>
                  </a:lnTo>
                  <a:cubicBezTo>
                    <a:pt x="410" y="2687"/>
                    <a:pt x="399" y="2698"/>
                    <a:pt x="399" y="2698"/>
                  </a:cubicBezTo>
                  <a:lnTo>
                    <a:pt x="388" y="2720"/>
                  </a:lnTo>
                  <a:lnTo>
                    <a:pt x="388" y="2732"/>
                  </a:lnTo>
                  <a:lnTo>
                    <a:pt x="377" y="2776"/>
                  </a:lnTo>
                  <a:cubicBezTo>
                    <a:pt x="377" y="2798"/>
                    <a:pt x="366" y="2820"/>
                    <a:pt x="355" y="2831"/>
                  </a:cubicBezTo>
                  <a:lnTo>
                    <a:pt x="355" y="2831"/>
                  </a:lnTo>
                  <a:cubicBezTo>
                    <a:pt x="355" y="2853"/>
                    <a:pt x="355" y="2864"/>
                    <a:pt x="344" y="2886"/>
                  </a:cubicBezTo>
                  <a:cubicBezTo>
                    <a:pt x="344" y="2897"/>
                    <a:pt x="344" y="2897"/>
                    <a:pt x="344" y="2908"/>
                  </a:cubicBezTo>
                  <a:lnTo>
                    <a:pt x="344" y="2942"/>
                  </a:lnTo>
                  <a:cubicBezTo>
                    <a:pt x="277" y="3240"/>
                    <a:pt x="311" y="3561"/>
                    <a:pt x="432" y="3848"/>
                  </a:cubicBezTo>
                  <a:cubicBezTo>
                    <a:pt x="156" y="4169"/>
                    <a:pt x="1" y="4578"/>
                    <a:pt x="1" y="5009"/>
                  </a:cubicBezTo>
                  <a:cubicBezTo>
                    <a:pt x="1" y="5020"/>
                    <a:pt x="1" y="5032"/>
                    <a:pt x="1" y="5043"/>
                  </a:cubicBezTo>
                  <a:cubicBezTo>
                    <a:pt x="1" y="5054"/>
                    <a:pt x="1" y="5076"/>
                    <a:pt x="1" y="5087"/>
                  </a:cubicBezTo>
                  <a:lnTo>
                    <a:pt x="1" y="5098"/>
                  </a:lnTo>
                  <a:lnTo>
                    <a:pt x="1" y="5131"/>
                  </a:lnTo>
                  <a:lnTo>
                    <a:pt x="1" y="5142"/>
                  </a:lnTo>
                  <a:cubicBezTo>
                    <a:pt x="1" y="5153"/>
                    <a:pt x="1" y="5164"/>
                    <a:pt x="1" y="5164"/>
                  </a:cubicBezTo>
                  <a:lnTo>
                    <a:pt x="1" y="5175"/>
                  </a:lnTo>
                  <a:lnTo>
                    <a:pt x="1" y="5208"/>
                  </a:lnTo>
                  <a:lnTo>
                    <a:pt x="1" y="5219"/>
                  </a:lnTo>
                  <a:cubicBezTo>
                    <a:pt x="1" y="5231"/>
                    <a:pt x="1" y="5242"/>
                    <a:pt x="1" y="5253"/>
                  </a:cubicBezTo>
                  <a:lnTo>
                    <a:pt x="1" y="5264"/>
                  </a:lnTo>
                  <a:lnTo>
                    <a:pt x="1" y="5297"/>
                  </a:lnTo>
                  <a:lnTo>
                    <a:pt x="1" y="5308"/>
                  </a:lnTo>
                  <a:lnTo>
                    <a:pt x="1" y="5330"/>
                  </a:lnTo>
                  <a:lnTo>
                    <a:pt x="1" y="5352"/>
                  </a:lnTo>
                  <a:cubicBezTo>
                    <a:pt x="1" y="5363"/>
                    <a:pt x="1" y="5363"/>
                    <a:pt x="1" y="5374"/>
                  </a:cubicBezTo>
                  <a:cubicBezTo>
                    <a:pt x="1" y="5385"/>
                    <a:pt x="12" y="5396"/>
                    <a:pt x="12" y="5419"/>
                  </a:cubicBezTo>
                  <a:lnTo>
                    <a:pt x="12" y="5430"/>
                  </a:lnTo>
                  <a:lnTo>
                    <a:pt x="23" y="5452"/>
                  </a:lnTo>
                  <a:lnTo>
                    <a:pt x="23" y="5463"/>
                  </a:lnTo>
                  <a:lnTo>
                    <a:pt x="23" y="5496"/>
                  </a:lnTo>
                  <a:lnTo>
                    <a:pt x="23" y="5507"/>
                  </a:lnTo>
                  <a:lnTo>
                    <a:pt x="23" y="5529"/>
                  </a:lnTo>
                  <a:lnTo>
                    <a:pt x="23" y="5540"/>
                  </a:lnTo>
                  <a:cubicBezTo>
                    <a:pt x="23" y="5551"/>
                    <a:pt x="23" y="5562"/>
                    <a:pt x="23" y="5573"/>
                  </a:cubicBezTo>
                  <a:lnTo>
                    <a:pt x="23" y="5584"/>
                  </a:lnTo>
                  <a:lnTo>
                    <a:pt x="34" y="5607"/>
                  </a:lnTo>
                  <a:lnTo>
                    <a:pt x="34" y="5629"/>
                  </a:lnTo>
                  <a:lnTo>
                    <a:pt x="34" y="5640"/>
                  </a:lnTo>
                  <a:cubicBezTo>
                    <a:pt x="34" y="5651"/>
                    <a:pt x="45" y="5662"/>
                    <a:pt x="45" y="5673"/>
                  </a:cubicBezTo>
                  <a:lnTo>
                    <a:pt x="45" y="5673"/>
                  </a:lnTo>
                  <a:lnTo>
                    <a:pt x="56" y="5706"/>
                  </a:lnTo>
                  <a:lnTo>
                    <a:pt x="56" y="5717"/>
                  </a:lnTo>
                  <a:lnTo>
                    <a:pt x="56" y="5728"/>
                  </a:lnTo>
                  <a:lnTo>
                    <a:pt x="78" y="5761"/>
                  </a:lnTo>
                  <a:lnTo>
                    <a:pt x="78" y="5772"/>
                  </a:lnTo>
                  <a:lnTo>
                    <a:pt x="78" y="5783"/>
                  </a:lnTo>
                  <a:cubicBezTo>
                    <a:pt x="78" y="5794"/>
                    <a:pt x="89" y="5806"/>
                    <a:pt x="89" y="5817"/>
                  </a:cubicBezTo>
                  <a:lnTo>
                    <a:pt x="134" y="5894"/>
                  </a:lnTo>
                  <a:cubicBezTo>
                    <a:pt x="167" y="5949"/>
                    <a:pt x="189" y="5994"/>
                    <a:pt x="222" y="6038"/>
                  </a:cubicBezTo>
                  <a:cubicBezTo>
                    <a:pt x="808" y="6027"/>
                    <a:pt x="1383" y="5916"/>
                    <a:pt x="1925" y="5728"/>
                  </a:cubicBezTo>
                  <a:cubicBezTo>
                    <a:pt x="3396" y="5242"/>
                    <a:pt x="4446" y="4257"/>
                    <a:pt x="4933" y="31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1"/>
            <p:cNvSpPr/>
            <p:nvPr/>
          </p:nvSpPr>
          <p:spPr>
            <a:xfrm>
              <a:off x="-3423148" y="2938704"/>
              <a:ext cx="266739" cy="317355"/>
            </a:xfrm>
            <a:custGeom>
              <a:avLst/>
              <a:gdLst/>
              <a:ahLst/>
              <a:cxnLst/>
              <a:rect l="l" t="t" r="r" b="b"/>
              <a:pathLst>
                <a:path w="996" h="1185" extrusionOk="0">
                  <a:moveTo>
                    <a:pt x="753" y="1074"/>
                  </a:moveTo>
                  <a:cubicBezTo>
                    <a:pt x="565" y="1184"/>
                    <a:pt x="288" y="1051"/>
                    <a:pt x="145" y="786"/>
                  </a:cubicBezTo>
                  <a:cubicBezTo>
                    <a:pt x="1" y="521"/>
                    <a:pt x="34" y="222"/>
                    <a:pt x="233" y="112"/>
                  </a:cubicBezTo>
                  <a:cubicBezTo>
                    <a:pt x="432" y="1"/>
                    <a:pt x="709" y="134"/>
                    <a:pt x="852" y="399"/>
                  </a:cubicBezTo>
                  <a:cubicBezTo>
                    <a:pt x="996" y="664"/>
                    <a:pt x="952" y="974"/>
                    <a:pt x="753" y="107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1"/>
            <p:cNvSpPr/>
            <p:nvPr/>
          </p:nvSpPr>
          <p:spPr>
            <a:xfrm>
              <a:off x="-3585977" y="3279359"/>
              <a:ext cx="915375" cy="1069365"/>
            </a:xfrm>
            <a:custGeom>
              <a:avLst/>
              <a:gdLst/>
              <a:ahLst/>
              <a:cxnLst/>
              <a:rect l="l" t="t" r="r" b="b"/>
              <a:pathLst>
                <a:path w="3418" h="3993" extrusionOk="0">
                  <a:moveTo>
                    <a:pt x="1681" y="520"/>
                  </a:moveTo>
                  <a:cubicBezTo>
                    <a:pt x="1648" y="565"/>
                    <a:pt x="1626" y="609"/>
                    <a:pt x="1604" y="664"/>
                  </a:cubicBezTo>
                  <a:cubicBezTo>
                    <a:pt x="1482" y="952"/>
                    <a:pt x="1250" y="1195"/>
                    <a:pt x="963" y="1316"/>
                  </a:cubicBezTo>
                  <a:cubicBezTo>
                    <a:pt x="642" y="1427"/>
                    <a:pt x="388" y="1670"/>
                    <a:pt x="255" y="1980"/>
                  </a:cubicBezTo>
                  <a:cubicBezTo>
                    <a:pt x="1" y="2577"/>
                    <a:pt x="255" y="3285"/>
                    <a:pt x="841" y="3583"/>
                  </a:cubicBezTo>
                  <a:cubicBezTo>
                    <a:pt x="1681" y="3992"/>
                    <a:pt x="2654" y="3351"/>
                    <a:pt x="2621" y="2422"/>
                  </a:cubicBezTo>
                  <a:cubicBezTo>
                    <a:pt x="2599" y="2157"/>
                    <a:pt x="2710" y="1902"/>
                    <a:pt x="2931" y="1737"/>
                  </a:cubicBezTo>
                  <a:cubicBezTo>
                    <a:pt x="3373" y="1416"/>
                    <a:pt x="3417" y="775"/>
                    <a:pt x="3030" y="388"/>
                  </a:cubicBezTo>
                  <a:cubicBezTo>
                    <a:pt x="2643" y="1"/>
                    <a:pt x="1991" y="67"/>
                    <a:pt x="1681" y="52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1"/>
            <p:cNvSpPr/>
            <p:nvPr/>
          </p:nvSpPr>
          <p:spPr>
            <a:xfrm>
              <a:off x="-3553304" y="3217227"/>
              <a:ext cx="870918" cy="859134"/>
            </a:xfrm>
            <a:custGeom>
              <a:avLst/>
              <a:gdLst/>
              <a:ahLst/>
              <a:cxnLst/>
              <a:rect l="l" t="t" r="r" b="b"/>
              <a:pathLst>
                <a:path w="3252" h="3208" extrusionOk="0">
                  <a:moveTo>
                    <a:pt x="1559" y="752"/>
                  </a:moveTo>
                  <a:cubicBezTo>
                    <a:pt x="1526" y="797"/>
                    <a:pt x="1504" y="841"/>
                    <a:pt x="1482" y="896"/>
                  </a:cubicBezTo>
                  <a:cubicBezTo>
                    <a:pt x="1360" y="1184"/>
                    <a:pt x="1128" y="1427"/>
                    <a:pt x="841" y="1548"/>
                  </a:cubicBezTo>
                  <a:cubicBezTo>
                    <a:pt x="520" y="1659"/>
                    <a:pt x="266" y="1902"/>
                    <a:pt x="133" y="2212"/>
                  </a:cubicBezTo>
                  <a:cubicBezTo>
                    <a:pt x="0" y="2533"/>
                    <a:pt x="0" y="2897"/>
                    <a:pt x="144" y="3207"/>
                  </a:cubicBezTo>
                  <a:cubicBezTo>
                    <a:pt x="354" y="3163"/>
                    <a:pt x="564" y="3108"/>
                    <a:pt x="774" y="3030"/>
                  </a:cubicBezTo>
                  <a:cubicBezTo>
                    <a:pt x="1725" y="2709"/>
                    <a:pt x="2555" y="2112"/>
                    <a:pt x="3174" y="1327"/>
                  </a:cubicBezTo>
                  <a:cubicBezTo>
                    <a:pt x="3251" y="421"/>
                    <a:pt x="2079" y="0"/>
                    <a:pt x="1559" y="75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1"/>
            <p:cNvSpPr/>
            <p:nvPr/>
          </p:nvSpPr>
          <p:spPr>
            <a:xfrm>
              <a:off x="-3124004" y="3063236"/>
              <a:ext cx="178094" cy="213445"/>
            </a:xfrm>
            <a:custGeom>
              <a:avLst/>
              <a:gdLst/>
              <a:ahLst/>
              <a:cxnLst/>
              <a:rect l="l" t="t" r="r" b="b"/>
              <a:pathLst>
                <a:path w="665" h="797" extrusionOk="0">
                  <a:moveTo>
                    <a:pt x="542" y="597"/>
                  </a:moveTo>
                  <a:cubicBezTo>
                    <a:pt x="343" y="797"/>
                    <a:pt x="1" y="631"/>
                    <a:pt x="34" y="343"/>
                  </a:cubicBezTo>
                  <a:cubicBezTo>
                    <a:pt x="78" y="67"/>
                    <a:pt x="454" y="0"/>
                    <a:pt x="587" y="244"/>
                  </a:cubicBezTo>
                  <a:cubicBezTo>
                    <a:pt x="664" y="354"/>
                    <a:pt x="642" y="509"/>
                    <a:pt x="542" y="59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1"/>
            <p:cNvSpPr/>
            <p:nvPr/>
          </p:nvSpPr>
          <p:spPr>
            <a:xfrm>
              <a:off x="-3763535" y="3427458"/>
              <a:ext cx="266739" cy="311195"/>
            </a:xfrm>
            <a:custGeom>
              <a:avLst/>
              <a:gdLst/>
              <a:ahLst/>
              <a:cxnLst/>
              <a:rect l="l" t="t" r="r" b="b"/>
              <a:pathLst>
                <a:path w="996" h="1162" extrusionOk="0">
                  <a:moveTo>
                    <a:pt x="752" y="1062"/>
                  </a:moveTo>
                  <a:cubicBezTo>
                    <a:pt x="564" y="1162"/>
                    <a:pt x="288" y="1040"/>
                    <a:pt x="144" y="774"/>
                  </a:cubicBezTo>
                  <a:cubicBezTo>
                    <a:pt x="0" y="509"/>
                    <a:pt x="44" y="211"/>
                    <a:pt x="232" y="100"/>
                  </a:cubicBezTo>
                  <a:cubicBezTo>
                    <a:pt x="431" y="0"/>
                    <a:pt x="708" y="122"/>
                    <a:pt x="852" y="387"/>
                  </a:cubicBezTo>
                  <a:cubicBezTo>
                    <a:pt x="995" y="653"/>
                    <a:pt x="951" y="962"/>
                    <a:pt x="752" y="106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1" name="Google Shape;441;p21"/>
          <p:cNvGrpSpPr/>
          <p:nvPr/>
        </p:nvGrpSpPr>
        <p:grpSpPr>
          <a:xfrm rot="5400000" flipH="1">
            <a:off x="7931612" y="1152532"/>
            <a:ext cx="795742" cy="1686809"/>
            <a:chOff x="-809850" y="445850"/>
            <a:chExt cx="1036527" cy="2197225"/>
          </a:xfrm>
        </p:grpSpPr>
        <p:sp>
          <p:nvSpPr>
            <p:cNvPr id="442" name="Google Shape;442;p21"/>
            <p:cNvSpPr/>
            <p:nvPr/>
          </p:nvSpPr>
          <p:spPr>
            <a:xfrm rot="10800000" flipH="1">
              <a:off x="-284828" y="630082"/>
              <a:ext cx="111607" cy="1369765"/>
            </a:xfrm>
            <a:custGeom>
              <a:avLst/>
              <a:gdLst/>
              <a:ahLst/>
              <a:cxnLst/>
              <a:rect l="l" t="t" r="r" b="b"/>
              <a:pathLst>
                <a:path w="355" h="4357" extrusionOk="0">
                  <a:moveTo>
                    <a:pt x="1" y="0"/>
                  </a:moveTo>
                  <a:lnTo>
                    <a:pt x="1" y="4357"/>
                  </a:lnTo>
                  <a:lnTo>
                    <a:pt x="354" y="4357"/>
                  </a:lnTo>
                  <a:lnTo>
                    <a:pt x="354"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1"/>
            <p:cNvSpPr/>
            <p:nvPr/>
          </p:nvSpPr>
          <p:spPr>
            <a:xfrm rot="10800000" flipH="1">
              <a:off x="-229182" y="630082"/>
              <a:ext cx="55961" cy="1369765"/>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1"/>
            <p:cNvSpPr/>
            <p:nvPr/>
          </p:nvSpPr>
          <p:spPr>
            <a:xfrm rot="10800000" flipH="1">
              <a:off x="-284828" y="1701497"/>
              <a:ext cx="111607" cy="76081"/>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21"/>
            <p:cNvSpPr/>
            <p:nvPr/>
          </p:nvSpPr>
          <p:spPr>
            <a:xfrm rot="10800000" flipH="1">
              <a:off x="-618390" y="445850"/>
              <a:ext cx="782504" cy="181084"/>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21"/>
            <p:cNvSpPr/>
            <p:nvPr/>
          </p:nvSpPr>
          <p:spPr>
            <a:xfrm rot="10800000" flipH="1">
              <a:off x="-788786" y="1772549"/>
              <a:ext cx="1015464" cy="87052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1"/>
            <p:cNvSpPr/>
            <p:nvPr/>
          </p:nvSpPr>
          <p:spPr>
            <a:xfrm rot="10800000" flipH="1">
              <a:off x="-764579" y="1807131"/>
              <a:ext cx="935610" cy="801361"/>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1"/>
            <p:cNvSpPr/>
            <p:nvPr/>
          </p:nvSpPr>
          <p:spPr>
            <a:xfrm rot="10800000" flipH="1">
              <a:off x="-809850" y="1771921"/>
              <a:ext cx="1015464" cy="871154"/>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21"/>
            <p:cNvSpPr/>
            <p:nvPr/>
          </p:nvSpPr>
          <p:spPr>
            <a:xfrm>
              <a:off x="-568987" y="1865963"/>
              <a:ext cx="683700" cy="683700"/>
            </a:xfrm>
            <a:prstGeom prst="mathMultiply">
              <a:avLst>
                <a:gd name="adj1" fmla="val 1275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299"/>
        <p:cNvGrpSpPr/>
        <p:nvPr/>
      </p:nvGrpSpPr>
      <p:grpSpPr>
        <a:xfrm>
          <a:off x="0" y="0"/>
          <a:ext cx="0" cy="0"/>
          <a:chOff x="0" y="0"/>
          <a:chExt cx="0" cy="0"/>
        </a:xfrm>
      </p:grpSpPr>
      <p:sp>
        <p:nvSpPr>
          <p:cNvPr id="300" name="Google Shape;300;p14"/>
          <p:cNvSpPr txBox="1">
            <a:spLocks noGrp="1"/>
          </p:cNvSpPr>
          <p:nvPr>
            <p:ph type="title"/>
          </p:nvPr>
        </p:nvSpPr>
        <p:spPr>
          <a:xfrm>
            <a:off x="720000" y="334125"/>
            <a:ext cx="7704000" cy="683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extLst>
      <p:ext uri="{BB962C8B-B14F-4D97-AF65-F5344CB8AC3E}">
        <p14:creationId xmlns:p14="http://schemas.microsoft.com/office/powerpoint/2010/main" val="1196115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chemeClr val="lt1"/>
            </a:gs>
            <a:gs pos="41000">
              <a:schemeClr val="lt1"/>
            </a:gs>
            <a:gs pos="100000">
              <a:schemeClr val="accent6"/>
            </a:gs>
          </a:gsLst>
          <a:lin ang="2700006"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334125"/>
            <a:ext cx="7717500" cy="683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1pPr>
            <a:lvl2pPr lvl="1"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2pPr>
            <a:lvl3pPr lvl="2"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3pPr>
            <a:lvl4pPr lvl="3"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4pPr>
            <a:lvl5pPr lvl="4"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5pPr>
            <a:lvl6pPr lvl="5"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6pPr>
            <a:lvl7pPr lvl="6"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7pPr>
            <a:lvl8pPr lvl="7"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8pPr>
            <a:lvl9pPr lvl="8"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1pPr>
            <a:lvl2pPr marL="914400" lvl="1"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2pPr>
            <a:lvl3pPr marL="1371600" lvl="2"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3pPr>
            <a:lvl4pPr marL="1828800" lvl="3"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4pPr>
            <a:lvl5pPr marL="2286000" lvl="4"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5pPr>
            <a:lvl6pPr marL="2743200" lvl="5"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6pPr>
            <a:lvl7pPr marL="3200400" lvl="6"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7pPr>
            <a:lvl8pPr marL="3657600" lvl="7"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8pPr>
            <a:lvl9pPr marL="4114800" lvl="8"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5" r:id="rId4"/>
    <p:sldLayoutId id="2147483658" r:id="rId5"/>
    <p:sldLayoutId id="2147483659" r:id="rId6"/>
    <p:sldLayoutId id="2147483662" r:id="rId7"/>
    <p:sldLayoutId id="2147483665" r:id="rId8"/>
    <p:sldLayoutId id="2147483667" r:id="rId9"/>
    <p:sldLayoutId id="2147483671"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40">
          <p15:clr>
            <a:srgbClr val="EA4335"/>
          </p15:clr>
        </p15:guide>
        <p15:guide id="2" orient="horz" pos="2900">
          <p15:clr>
            <a:srgbClr val="EA4335"/>
          </p15:clr>
        </p15:guide>
        <p15:guide id="3" pos="449">
          <p15:clr>
            <a:srgbClr val="EA4335"/>
          </p15:clr>
        </p15:guide>
        <p15:guide id="4" pos="5311">
          <p15:clr>
            <a:srgbClr val="EA4335"/>
          </p15:clr>
        </p15:guide>
        <p15:guide id="5" orient="horz" pos="210">
          <p15:clr>
            <a:srgbClr val="EA4335"/>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diagramData" Target="../diagrams/data3.xml"/><Relationship Id="rId18" Type="http://schemas.openxmlformats.org/officeDocument/2006/relationships/diagramData" Target="../diagrams/data4.xml"/><Relationship Id="rId26" Type="http://schemas.openxmlformats.org/officeDocument/2006/relationships/diagramColors" Target="../diagrams/colors5.xml"/><Relationship Id="rId3" Type="http://schemas.openxmlformats.org/officeDocument/2006/relationships/diagramData" Target="../diagrams/data1.xml"/><Relationship Id="rId21" Type="http://schemas.openxmlformats.org/officeDocument/2006/relationships/diagramColors" Target="../diagrams/colors4.xml"/><Relationship Id="rId7" Type="http://schemas.microsoft.com/office/2007/relationships/diagramDrawing" Target="../diagrams/drawing1.xml"/><Relationship Id="rId12" Type="http://schemas.microsoft.com/office/2007/relationships/diagramDrawing" Target="../diagrams/drawing2.xml"/><Relationship Id="rId17" Type="http://schemas.microsoft.com/office/2007/relationships/diagramDrawing" Target="../diagrams/drawing3.xml"/><Relationship Id="rId25" Type="http://schemas.openxmlformats.org/officeDocument/2006/relationships/diagramQuickStyle" Target="../diagrams/quickStyle5.xml"/><Relationship Id="rId2" Type="http://schemas.openxmlformats.org/officeDocument/2006/relationships/notesSlide" Target="../notesSlides/notesSlide21.xml"/><Relationship Id="rId16" Type="http://schemas.openxmlformats.org/officeDocument/2006/relationships/diagramColors" Target="../diagrams/colors3.xml"/><Relationship Id="rId20" Type="http://schemas.openxmlformats.org/officeDocument/2006/relationships/diagramQuickStyle" Target="../diagrams/quickStyle4.xml"/><Relationship Id="rId1" Type="http://schemas.openxmlformats.org/officeDocument/2006/relationships/slideLayout" Target="../slideLayouts/slideLayout4.xml"/><Relationship Id="rId6" Type="http://schemas.openxmlformats.org/officeDocument/2006/relationships/diagramColors" Target="../diagrams/colors1.xml"/><Relationship Id="rId11" Type="http://schemas.openxmlformats.org/officeDocument/2006/relationships/diagramColors" Target="../diagrams/colors2.xml"/><Relationship Id="rId24" Type="http://schemas.openxmlformats.org/officeDocument/2006/relationships/diagramLayout" Target="../diagrams/layout5.xml"/><Relationship Id="rId5" Type="http://schemas.openxmlformats.org/officeDocument/2006/relationships/diagramQuickStyle" Target="../diagrams/quickStyle1.xml"/><Relationship Id="rId15" Type="http://schemas.openxmlformats.org/officeDocument/2006/relationships/diagramQuickStyle" Target="../diagrams/quickStyle3.xml"/><Relationship Id="rId23" Type="http://schemas.openxmlformats.org/officeDocument/2006/relationships/diagramData" Target="../diagrams/data5.xml"/><Relationship Id="rId10" Type="http://schemas.openxmlformats.org/officeDocument/2006/relationships/diagramQuickStyle" Target="../diagrams/quickStyle2.xml"/><Relationship Id="rId19" Type="http://schemas.openxmlformats.org/officeDocument/2006/relationships/diagramLayout" Target="../diagrams/layout4.xml"/><Relationship Id="rId4" Type="http://schemas.openxmlformats.org/officeDocument/2006/relationships/diagramLayout" Target="../diagrams/layout1.xml"/><Relationship Id="rId9" Type="http://schemas.openxmlformats.org/officeDocument/2006/relationships/diagramLayout" Target="../diagrams/layout2.xml"/><Relationship Id="rId14" Type="http://schemas.openxmlformats.org/officeDocument/2006/relationships/diagramLayout" Target="../diagrams/layout3.xml"/><Relationship Id="rId22" Type="http://schemas.microsoft.com/office/2007/relationships/diagramDrawing" Target="../diagrams/drawing4.xml"/><Relationship Id="rId27" Type="http://schemas.microsoft.com/office/2007/relationships/diagramDrawing" Target="../diagrams/drawing5.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25"/>
          <p:cNvSpPr txBox="1">
            <a:spLocks noGrp="1"/>
          </p:cNvSpPr>
          <p:nvPr>
            <p:ph type="ctrTitle"/>
          </p:nvPr>
        </p:nvSpPr>
        <p:spPr>
          <a:xfrm>
            <a:off x="684787" y="687441"/>
            <a:ext cx="7782900" cy="1555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UK Train rides</a:t>
            </a:r>
            <a:endParaRPr dirty="0"/>
          </a:p>
        </p:txBody>
      </p:sp>
      <p:sp>
        <p:nvSpPr>
          <p:cNvPr id="462" name="Google Shape;462;p25"/>
          <p:cNvSpPr/>
          <p:nvPr/>
        </p:nvSpPr>
        <p:spPr>
          <a:xfrm>
            <a:off x="8629888" y="846675"/>
            <a:ext cx="1045527" cy="217225"/>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25"/>
          <p:cNvSpPr/>
          <p:nvPr/>
        </p:nvSpPr>
        <p:spPr>
          <a:xfrm flipH="1">
            <a:off x="7259900" y="196700"/>
            <a:ext cx="1550376" cy="429723"/>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4" name="Google Shape;464;p25"/>
          <p:cNvGrpSpPr/>
          <p:nvPr/>
        </p:nvGrpSpPr>
        <p:grpSpPr>
          <a:xfrm>
            <a:off x="-657980" y="3079875"/>
            <a:ext cx="11714526" cy="2921397"/>
            <a:chOff x="-657980" y="3079875"/>
            <a:chExt cx="11714526" cy="2921397"/>
          </a:xfrm>
        </p:grpSpPr>
        <p:grpSp>
          <p:nvGrpSpPr>
            <p:cNvPr id="465" name="Google Shape;465;p25"/>
            <p:cNvGrpSpPr/>
            <p:nvPr/>
          </p:nvGrpSpPr>
          <p:grpSpPr>
            <a:xfrm>
              <a:off x="-657980" y="4445837"/>
              <a:ext cx="9966245" cy="1555435"/>
              <a:chOff x="-657980" y="4445837"/>
              <a:chExt cx="9966245" cy="1555435"/>
            </a:xfrm>
          </p:grpSpPr>
          <p:grpSp>
            <p:nvGrpSpPr>
              <p:cNvPr id="466" name="Google Shape;466;p25"/>
              <p:cNvGrpSpPr/>
              <p:nvPr/>
            </p:nvGrpSpPr>
            <p:grpSpPr>
              <a:xfrm flipH="1">
                <a:off x="6319595" y="4445837"/>
                <a:ext cx="2988670" cy="1555435"/>
                <a:chOff x="247500" y="3377600"/>
                <a:chExt cx="2497635" cy="1299879"/>
              </a:xfrm>
            </p:grpSpPr>
            <p:sp>
              <p:nvSpPr>
                <p:cNvPr id="467" name="Google Shape;467;p25"/>
                <p:cNvSpPr/>
                <p:nvPr/>
              </p:nvSpPr>
              <p:spPr>
                <a:xfrm>
                  <a:off x="79350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5"/>
                <p:cNvSpPr/>
                <p:nvPr/>
              </p:nvSpPr>
              <p:spPr>
                <a:xfrm>
                  <a:off x="30388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25"/>
                <p:cNvSpPr/>
                <p:nvPr/>
              </p:nvSpPr>
              <p:spPr>
                <a:xfrm>
                  <a:off x="24750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25"/>
                <p:cNvSpPr/>
                <p:nvPr/>
              </p:nvSpPr>
              <p:spPr>
                <a:xfrm>
                  <a:off x="24750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25"/>
                <p:cNvSpPr/>
                <p:nvPr/>
              </p:nvSpPr>
              <p:spPr>
                <a:xfrm>
                  <a:off x="1408159"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25"/>
                <p:cNvSpPr/>
                <p:nvPr/>
              </p:nvSpPr>
              <p:spPr>
                <a:xfrm>
                  <a:off x="1679410" y="3817847"/>
                  <a:ext cx="153384" cy="181579"/>
                </a:xfrm>
                <a:custGeom>
                  <a:avLst/>
                  <a:gdLst/>
                  <a:ahLst/>
                  <a:cxnLst/>
                  <a:rect l="l" t="t" r="r" b="b"/>
                  <a:pathLst>
                    <a:path w="963" h="1140" extrusionOk="0">
                      <a:moveTo>
                        <a:pt x="1" y="1"/>
                      </a:moveTo>
                      <a:lnTo>
                        <a:pt x="1" y="786"/>
                      </a:lnTo>
                      <a:cubicBezTo>
                        <a:pt x="1" y="985"/>
                        <a:pt x="155" y="1140"/>
                        <a:pt x="35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25"/>
                <p:cNvSpPr/>
                <p:nvPr/>
              </p:nvSpPr>
              <p:spPr>
                <a:xfrm>
                  <a:off x="1468047" y="3999265"/>
                  <a:ext cx="211521" cy="95249"/>
                </a:xfrm>
                <a:custGeom>
                  <a:avLst/>
                  <a:gdLst/>
                  <a:ahLst/>
                  <a:cxnLst/>
                  <a:rect l="l" t="t" r="r" b="b"/>
                  <a:pathLst>
                    <a:path w="1328" h="598" extrusionOk="0">
                      <a:moveTo>
                        <a:pt x="1" y="1"/>
                      </a:moveTo>
                      <a:lnTo>
                        <a:pt x="1" y="598"/>
                      </a:lnTo>
                      <a:lnTo>
                        <a:pt x="1328" y="598"/>
                      </a:lnTo>
                      <a:lnTo>
                        <a:pt x="13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5"/>
                <p:cNvSpPr/>
                <p:nvPr/>
              </p:nvSpPr>
              <p:spPr>
                <a:xfrm>
                  <a:off x="1679410"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25"/>
                <p:cNvSpPr/>
                <p:nvPr/>
              </p:nvSpPr>
              <p:spPr>
                <a:xfrm>
                  <a:off x="1468047" y="4094355"/>
                  <a:ext cx="211521" cy="583124"/>
                </a:xfrm>
                <a:custGeom>
                  <a:avLst/>
                  <a:gdLst/>
                  <a:ahLst/>
                  <a:cxnLst/>
                  <a:rect l="l" t="t" r="r" b="b"/>
                  <a:pathLst>
                    <a:path w="1328" h="3661" extrusionOk="0">
                      <a:moveTo>
                        <a:pt x="1" y="1"/>
                      </a:moveTo>
                      <a:lnTo>
                        <a:pt x="1" y="3661"/>
                      </a:lnTo>
                      <a:lnTo>
                        <a:pt x="1328" y="3661"/>
                      </a:lnTo>
                      <a:lnTo>
                        <a:pt x="13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5"/>
                <p:cNvSpPr/>
                <p:nvPr/>
              </p:nvSpPr>
              <p:spPr>
                <a:xfrm>
                  <a:off x="1679410"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5"/>
                <p:cNvSpPr/>
                <p:nvPr/>
              </p:nvSpPr>
              <p:spPr>
                <a:xfrm>
                  <a:off x="219723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5"/>
                <p:cNvSpPr/>
                <p:nvPr/>
              </p:nvSpPr>
              <p:spPr>
                <a:xfrm>
                  <a:off x="30388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25"/>
                <p:cNvSpPr/>
                <p:nvPr/>
              </p:nvSpPr>
              <p:spPr>
                <a:xfrm>
                  <a:off x="30388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5"/>
                <p:cNvSpPr/>
                <p:nvPr/>
              </p:nvSpPr>
              <p:spPr>
                <a:xfrm>
                  <a:off x="37619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25"/>
                <p:cNvSpPr/>
                <p:nvPr/>
              </p:nvSpPr>
              <p:spPr>
                <a:xfrm>
                  <a:off x="35676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5"/>
                <p:cNvSpPr/>
                <p:nvPr/>
              </p:nvSpPr>
              <p:spPr>
                <a:xfrm>
                  <a:off x="61925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25"/>
                <p:cNvSpPr/>
                <p:nvPr/>
              </p:nvSpPr>
              <p:spPr>
                <a:xfrm>
                  <a:off x="59982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5"/>
                <p:cNvSpPr/>
                <p:nvPr/>
              </p:nvSpPr>
              <p:spPr>
                <a:xfrm>
                  <a:off x="86231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5"/>
                <p:cNvSpPr/>
                <p:nvPr/>
              </p:nvSpPr>
              <p:spPr>
                <a:xfrm>
                  <a:off x="84288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25"/>
                <p:cNvSpPr/>
                <p:nvPr/>
              </p:nvSpPr>
              <p:spPr>
                <a:xfrm>
                  <a:off x="110537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25"/>
                <p:cNvSpPr/>
                <p:nvPr/>
              </p:nvSpPr>
              <p:spPr>
                <a:xfrm>
                  <a:off x="108594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5"/>
                <p:cNvSpPr/>
                <p:nvPr/>
              </p:nvSpPr>
              <p:spPr>
                <a:xfrm>
                  <a:off x="135018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5"/>
                <p:cNvSpPr/>
                <p:nvPr/>
              </p:nvSpPr>
              <p:spPr>
                <a:xfrm>
                  <a:off x="132900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25"/>
                <p:cNvSpPr/>
                <p:nvPr/>
              </p:nvSpPr>
              <p:spPr>
                <a:xfrm>
                  <a:off x="159308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25"/>
                <p:cNvSpPr/>
                <p:nvPr/>
              </p:nvSpPr>
              <p:spPr>
                <a:xfrm>
                  <a:off x="157206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25"/>
                <p:cNvSpPr/>
                <p:nvPr/>
              </p:nvSpPr>
              <p:spPr>
                <a:xfrm>
                  <a:off x="183614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25"/>
                <p:cNvSpPr/>
                <p:nvPr/>
              </p:nvSpPr>
              <p:spPr>
                <a:xfrm>
                  <a:off x="181687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5"/>
                <p:cNvSpPr/>
                <p:nvPr/>
              </p:nvSpPr>
              <p:spPr>
                <a:xfrm>
                  <a:off x="207920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25"/>
                <p:cNvSpPr/>
                <p:nvPr/>
              </p:nvSpPr>
              <p:spPr>
                <a:xfrm>
                  <a:off x="205993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25"/>
                <p:cNvSpPr/>
                <p:nvPr/>
              </p:nvSpPr>
              <p:spPr>
                <a:xfrm>
                  <a:off x="219723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25"/>
                <p:cNvSpPr/>
                <p:nvPr/>
              </p:nvSpPr>
              <p:spPr>
                <a:xfrm>
                  <a:off x="225536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25"/>
                <p:cNvSpPr/>
                <p:nvPr/>
              </p:nvSpPr>
              <p:spPr>
                <a:xfrm>
                  <a:off x="30388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25"/>
                <p:cNvSpPr/>
                <p:nvPr/>
              </p:nvSpPr>
              <p:spPr>
                <a:xfrm>
                  <a:off x="232274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25"/>
                <p:cNvSpPr/>
                <p:nvPr/>
              </p:nvSpPr>
              <p:spPr>
                <a:xfrm>
                  <a:off x="230331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1" name="Google Shape;501;p25"/>
              <p:cNvGrpSpPr/>
              <p:nvPr/>
            </p:nvGrpSpPr>
            <p:grpSpPr>
              <a:xfrm flipH="1">
                <a:off x="3990354" y="4445837"/>
                <a:ext cx="2988670" cy="1555435"/>
                <a:chOff x="2194050" y="3377600"/>
                <a:chExt cx="2497635" cy="1299879"/>
              </a:xfrm>
            </p:grpSpPr>
            <p:sp>
              <p:nvSpPr>
                <p:cNvPr id="502" name="Google Shape;502;p25"/>
                <p:cNvSpPr/>
                <p:nvPr/>
              </p:nvSpPr>
              <p:spPr>
                <a:xfrm>
                  <a:off x="274005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25"/>
                <p:cNvSpPr/>
                <p:nvPr/>
              </p:nvSpPr>
              <p:spPr>
                <a:xfrm>
                  <a:off x="225043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25"/>
                <p:cNvSpPr/>
                <p:nvPr/>
              </p:nvSpPr>
              <p:spPr>
                <a:xfrm>
                  <a:off x="219405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25"/>
                <p:cNvSpPr/>
                <p:nvPr/>
              </p:nvSpPr>
              <p:spPr>
                <a:xfrm>
                  <a:off x="219405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25"/>
                <p:cNvSpPr/>
                <p:nvPr/>
              </p:nvSpPr>
              <p:spPr>
                <a:xfrm>
                  <a:off x="3232138"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25"/>
                <p:cNvSpPr/>
                <p:nvPr/>
              </p:nvSpPr>
              <p:spPr>
                <a:xfrm>
                  <a:off x="3503389" y="3817847"/>
                  <a:ext cx="153384" cy="181579"/>
                </a:xfrm>
                <a:custGeom>
                  <a:avLst/>
                  <a:gdLst/>
                  <a:ahLst/>
                  <a:cxnLst/>
                  <a:rect l="l" t="t" r="r" b="b"/>
                  <a:pathLst>
                    <a:path w="963" h="1140" extrusionOk="0">
                      <a:moveTo>
                        <a:pt x="1" y="1"/>
                      </a:moveTo>
                      <a:lnTo>
                        <a:pt x="1" y="786"/>
                      </a:lnTo>
                      <a:cubicBezTo>
                        <a:pt x="1" y="985"/>
                        <a:pt x="155" y="1140"/>
                        <a:pt x="36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25"/>
                <p:cNvSpPr/>
                <p:nvPr/>
              </p:nvSpPr>
              <p:spPr>
                <a:xfrm>
                  <a:off x="3293779" y="3999265"/>
                  <a:ext cx="209768" cy="95249"/>
                </a:xfrm>
                <a:custGeom>
                  <a:avLst/>
                  <a:gdLst/>
                  <a:ahLst/>
                  <a:cxnLst/>
                  <a:rect l="l" t="t" r="r" b="b"/>
                  <a:pathLst>
                    <a:path w="1317" h="598" extrusionOk="0">
                      <a:moveTo>
                        <a:pt x="1" y="1"/>
                      </a:moveTo>
                      <a:lnTo>
                        <a:pt x="1" y="598"/>
                      </a:lnTo>
                      <a:lnTo>
                        <a:pt x="1317" y="598"/>
                      </a:lnTo>
                      <a:lnTo>
                        <a:pt x="13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25"/>
                <p:cNvSpPr/>
                <p:nvPr/>
              </p:nvSpPr>
              <p:spPr>
                <a:xfrm>
                  <a:off x="3503389"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5"/>
                <p:cNvSpPr/>
                <p:nvPr/>
              </p:nvSpPr>
              <p:spPr>
                <a:xfrm>
                  <a:off x="3293779" y="4094355"/>
                  <a:ext cx="209768" cy="583124"/>
                </a:xfrm>
                <a:custGeom>
                  <a:avLst/>
                  <a:gdLst/>
                  <a:ahLst/>
                  <a:cxnLst/>
                  <a:rect l="l" t="t" r="r" b="b"/>
                  <a:pathLst>
                    <a:path w="1317" h="3661" extrusionOk="0">
                      <a:moveTo>
                        <a:pt x="1" y="1"/>
                      </a:moveTo>
                      <a:lnTo>
                        <a:pt x="1" y="3661"/>
                      </a:lnTo>
                      <a:lnTo>
                        <a:pt x="1317" y="3661"/>
                      </a:lnTo>
                      <a:lnTo>
                        <a:pt x="13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5"/>
                <p:cNvSpPr/>
                <p:nvPr/>
              </p:nvSpPr>
              <p:spPr>
                <a:xfrm>
                  <a:off x="3503389"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5"/>
                <p:cNvSpPr/>
                <p:nvPr/>
              </p:nvSpPr>
              <p:spPr>
                <a:xfrm>
                  <a:off x="414378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5"/>
                <p:cNvSpPr/>
                <p:nvPr/>
              </p:nvSpPr>
              <p:spPr>
                <a:xfrm>
                  <a:off x="225043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5"/>
                <p:cNvSpPr/>
                <p:nvPr/>
              </p:nvSpPr>
              <p:spPr>
                <a:xfrm>
                  <a:off x="225043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5"/>
                <p:cNvSpPr/>
                <p:nvPr/>
              </p:nvSpPr>
              <p:spPr>
                <a:xfrm>
                  <a:off x="256580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25"/>
                <p:cNvSpPr/>
                <p:nvPr/>
              </p:nvSpPr>
              <p:spPr>
                <a:xfrm>
                  <a:off x="254637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25"/>
                <p:cNvSpPr/>
                <p:nvPr/>
              </p:nvSpPr>
              <p:spPr>
                <a:xfrm>
                  <a:off x="280886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5"/>
                <p:cNvSpPr/>
                <p:nvPr/>
              </p:nvSpPr>
              <p:spPr>
                <a:xfrm>
                  <a:off x="278943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25"/>
                <p:cNvSpPr/>
                <p:nvPr/>
              </p:nvSpPr>
              <p:spPr>
                <a:xfrm>
                  <a:off x="305192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25"/>
                <p:cNvSpPr/>
                <p:nvPr/>
              </p:nvSpPr>
              <p:spPr>
                <a:xfrm>
                  <a:off x="303249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5"/>
                <p:cNvSpPr/>
                <p:nvPr/>
              </p:nvSpPr>
              <p:spPr>
                <a:xfrm>
                  <a:off x="329673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25"/>
                <p:cNvSpPr/>
                <p:nvPr/>
              </p:nvSpPr>
              <p:spPr>
                <a:xfrm>
                  <a:off x="327555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25"/>
                <p:cNvSpPr/>
                <p:nvPr/>
              </p:nvSpPr>
              <p:spPr>
                <a:xfrm>
                  <a:off x="353963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5"/>
                <p:cNvSpPr/>
                <p:nvPr/>
              </p:nvSpPr>
              <p:spPr>
                <a:xfrm>
                  <a:off x="351861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5"/>
                <p:cNvSpPr/>
                <p:nvPr/>
              </p:nvSpPr>
              <p:spPr>
                <a:xfrm>
                  <a:off x="378269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25"/>
                <p:cNvSpPr/>
                <p:nvPr/>
              </p:nvSpPr>
              <p:spPr>
                <a:xfrm>
                  <a:off x="376342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25"/>
                <p:cNvSpPr/>
                <p:nvPr/>
              </p:nvSpPr>
              <p:spPr>
                <a:xfrm>
                  <a:off x="402575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25"/>
                <p:cNvSpPr/>
                <p:nvPr/>
              </p:nvSpPr>
              <p:spPr>
                <a:xfrm>
                  <a:off x="400648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25"/>
                <p:cNvSpPr/>
                <p:nvPr/>
              </p:nvSpPr>
              <p:spPr>
                <a:xfrm>
                  <a:off x="414378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25"/>
                <p:cNvSpPr/>
                <p:nvPr/>
              </p:nvSpPr>
              <p:spPr>
                <a:xfrm>
                  <a:off x="420191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5"/>
                <p:cNvSpPr/>
                <p:nvPr/>
              </p:nvSpPr>
              <p:spPr>
                <a:xfrm>
                  <a:off x="225043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2" name="Google Shape;532;p25"/>
              <p:cNvGrpSpPr/>
              <p:nvPr/>
            </p:nvGrpSpPr>
            <p:grpSpPr>
              <a:xfrm flipH="1">
                <a:off x="1671299" y="4445837"/>
                <a:ext cx="2988670" cy="1555435"/>
                <a:chOff x="247500" y="3377600"/>
                <a:chExt cx="2497635" cy="1299879"/>
              </a:xfrm>
            </p:grpSpPr>
            <p:sp>
              <p:nvSpPr>
                <p:cNvPr id="533" name="Google Shape;533;p25"/>
                <p:cNvSpPr/>
                <p:nvPr/>
              </p:nvSpPr>
              <p:spPr>
                <a:xfrm>
                  <a:off x="79350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5"/>
                <p:cNvSpPr/>
                <p:nvPr/>
              </p:nvSpPr>
              <p:spPr>
                <a:xfrm>
                  <a:off x="30388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5"/>
                <p:cNvSpPr/>
                <p:nvPr/>
              </p:nvSpPr>
              <p:spPr>
                <a:xfrm>
                  <a:off x="24750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25"/>
                <p:cNvSpPr/>
                <p:nvPr/>
              </p:nvSpPr>
              <p:spPr>
                <a:xfrm>
                  <a:off x="24750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5"/>
                <p:cNvSpPr/>
                <p:nvPr/>
              </p:nvSpPr>
              <p:spPr>
                <a:xfrm>
                  <a:off x="1408159"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5"/>
                <p:cNvSpPr/>
                <p:nvPr/>
              </p:nvSpPr>
              <p:spPr>
                <a:xfrm>
                  <a:off x="1679410" y="3817847"/>
                  <a:ext cx="153384" cy="181579"/>
                </a:xfrm>
                <a:custGeom>
                  <a:avLst/>
                  <a:gdLst/>
                  <a:ahLst/>
                  <a:cxnLst/>
                  <a:rect l="l" t="t" r="r" b="b"/>
                  <a:pathLst>
                    <a:path w="963" h="1140" extrusionOk="0">
                      <a:moveTo>
                        <a:pt x="1" y="1"/>
                      </a:moveTo>
                      <a:lnTo>
                        <a:pt x="1" y="786"/>
                      </a:lnTo>
                      <a:cubicBezTo>
                        <a:pt x="1" y="985"/>
                        <a:pt x="155" y="1140"/>
                        <a:pt x="35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5"/>
                <p:cNvSpPr/>
                <p:nvPr/>
              </p:nvSpPr>
              <p:spPr>
                <a:xfrm>
                  <a:off x="1468047" y="3999265"/>
                  <a:ext cx="211521" cy="95249"/>
                </a:xfrm>
                <a:custGeom>
                  <a:avLst/>
                  <a:gdLst/>
                  <a:ahLst/>
                  <a:cxnLst/>
                  <a:rect l="l" t="t" r="r" b="b"/>
                  <a:pathLst>
                    <a:path w="1328" h="598" extrusionOk="0">
                      <a:moveTo>
                        <a:pt x="1" y="1"/>
                      </a:moveTo>
                      <a:lnTo>
                        <a:pt x="1" y="598"/>
                      </a:lnTo>
                      <a:lnTo>
                        <a:pt x="1328" y="598"/>
                      </a:lnTo>
                      <a:lnTo>
                        <a:pt x="13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5"/>
                <p:cNvSpPr/>
                <p:nvPr/>
              </p:nvSpPr>
              <p:spPr>
                <a:xfrm>
                  <a:off x="1679410"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5"/>
                <p:cNvSpPr/>
                <p:nvPr/>
              </p:nvSpPr>
              <p:spPr>
                <a:xfrm>
                  <a:off x="1468047" y="4094355"/>
                  <a:ext cx="211521" cy="583124"/>
                </a:xfrm>
                <a:custGeom>
                  <a:avLst/>
                  <a:gdLst/>
                  <a:ahLst/>
                  <a:cxnLst/>
                  <a:rect l="l" t="t" r="r" b="b"/>
                  <a:pathLst>
                    <a:path w="1328" h="3661" extrusionOk="0">
                      <a:moveTo>
                        <a:pt x="1" y="1"/>
                      </a:moveTo>
                      <a:lnTo>
                        <a:pt x="1" y="3661"/>
                      </a:lnTo>
                      <a:lnTo>
                        <a:pt x="1328" y="3661"/>
                      </a:lnTo>
                      <a:lnTo>
                        <a:pt x="13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25"/>
                <p:cNvSpPr/>
                <p:nvPr/>
              </p:nvSpPr>
              <p:spPr>
                <a:xfrm>
                  <a:off x="1679410"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25"/>
                <p:cNvSpPr/>
                <p:nvPr/>
              </p:nvSpPr>
              <p:spPr>
                <a:xfrm>
                  <a:off x="219723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5"/>
                <p:cNvSpPr/>
                <p:nvPr/>
              </p:nvSpPr>
              <p:spPr>
                <a:xfrm>
                  <a:off x="30388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25"/>
                <p:cNvSpPr/>
                <p:nvPr/>
              </p:nvSpPr>
              <p:spPr>
                <a:xfrm>
                  <a:off x="30388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25"/>
                <p:cNvSpPr/>
                <p:nvPr/>
              </p:nvSpPr>
              <p:spPr>
                <a:xfrm>
                  <a:off x="37619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5"/>
                <p:cNvSpPr/>
                <p:nvPr/>
              </p:nvSpPr>
              <p:spPr>
                <a:xfrm>
                  <a:off x="35676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5"/>
                <p:cNvSpPr/>
                <p:nvPr/>
              </p:nvSpPr>
              <p:spPr>
                <a:xfrm>
                  <a:off x="61925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5"/>
                <p:cNvSpPr/>
                <p:nvPr/>
              </p:nvSpPr>
              <p:spPr>
                <a:xfrm>
                  <a:off x="59982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25"/>
                <p:cNvSpPr/>
                <p:nvPr/>
              </p:nvSpPr>
              <p:spPr>
                <a:xfrm>
                  <a:off x="86231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5"/>
                <p:cNvSpPr/>
                <p:nvPr/>
              </p:nvSpPr>
              <p:spPr>
                <a:xfrm>
                  <a:off x="84288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5"/>
                <p:cNvSpPr/>
                <p:nvPr/>
              </p:nvSpPr>
              <p:spPr>
                <a:xfrm>
                  <a:off x="110537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5"/>
                <p:cNvSpPr/>
                <p:nvPr/>
              </p:nvSpPr>
              <p:spPr>
                <a:xfrm>
                  <a:off x="108594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5"/>
                <p:cNvSpPr/>
                <p:nvPr/>
              </p:nvSpPr>
              <p:spPr>
                <a:xfrm>
                  <a:off x="135018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25"/>
                <p:cNvSpPr/>
                <p:nvPr/>
              </p:nvSpPr>
              <p:spPr>
                <a:xfrm>
                  <a:off x="132900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5"/>
                <p:cNvSpPr/>
                <p:nvPr/>
              </p:nvSpPr>
              <p:spPr>
                <a:xfrm>
                  <a:off x="159308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25"/>
                <p:cNvSpPr/>
                <p:nvPr/>
              </p:nvSpPr>
              <p:spPr>
                <a:xfrm>
                  <a:off x="157206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25"/>
                <p:cNvSpPr/>
                <p:nvPr/>
              </p:nvSpPr>
              <p:spPr>
                <a:xfrm>
                  <a:off x="183614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25"/>
                <p:cNvSpPr/>
                <p:nvPr/>
              </p:nvSpPr>
              <p:spPr>
                <a:xfrm>
                  <a:off x="181687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25"/>
                <p:cNvSpPr/>
                <p:nvPr/>
              </p:nvSpPr>
              <p:spPr>
                <a:xfrm>
                  <a:off x="207920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5"/>
                <p:cNvSpPr/>
                <p:nvPr/>
              </p:nvSpPr>
              <p:spPr>
                <a:xfrm>
                  <a:off x="205993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5"/>
                <p:cNvSpPr/>
                <p:nvPr/>
              </p:nvSpPr>
              <p:spPr>
                <a:xfrm>
                  <a:off x="219723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25"/>
                <p:cNvSpPr/>
                <p:nvPr/>
              </p:nvSpPr>
              <p:spPr>
                <a:xfrm>
                  <a:off x="225536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5"/>
                <p:cNvSpPr/>
                <p:nvPr/>
              </p:nvSpPr>
              <p:spPr>
                <a:xfrm>
                  <a:off x="30388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5"/>
                <p:cNvSpPr/>
                <p:nvPr/>
              </p:nvSpPr>
              <p:spPr>
                <a:xfrm>
                  <a:off x="230331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6" name="Google Shape;566;p25"/>
              <p:cNvGrpSpPr/>
              <p:nvPr/>
            </p:nvGrpSpPr>
            <p:grpSpPr>
              <a:xfrm flipH="1">
                <a:off x="-657980" y="4445837"/>
                <a:ext cx="2988670" cy="1555435"/>
                <a:chOff x="247500" y="3377600"/>
                <a:chExt cx="2497635" cy="1299879"/>
              </a:xfrm>
            </p:grpSpPr>
            <p:sp>
              <p:nvSpPr>
                <p:cNvPr id="567" name="Google Shape;567;p25"/>
                <p:cNvSpPr/>
                <p:nvPr/>
              </p:nvSpPr>
              <p:spPr>
                <a:xfrm>
                  <a:off x="79350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25"/>
                <p:cNvSpPr/>
                <p:nvPr/>
              </p:nvSpPr>
              <p:spPr>
                <a:xfrm>
                  <a:off x="30388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25"/>
                <p:cNvSpPr/>
                <p:nvPr/>
              </p:nvSpPr>
              <p:spPr>
                <a:xfrm>
                  <a:off x="24750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25"/>
                <p:cNvSpPr/>
                <p:nvPr/>
              </p:nvSpPr>
              <p:spPr>
                <a:xfrm>
                  <a:off x="24750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25"/>
                <p:cNvSpPr/>
                <p:nvPr/>
              </p:nvSpPr>
              <p:spPr>
                <a:xfrm>
                  <a:off x="1408159"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25"/>
                <p:cNvSpPr/>
                <p:nvPr/>
              </p:nvSpPr>
              <p:spPr>
                <a:xfrm>
                  <a:off x="1679410" y="3817847"/>
                  <a:ext cx="153384" cy="181579"/>
                </a:xfrm>
                <a:custGeom>
                  <a:avLst/>
                  <a:gdLst/>
                  <a:ahLst/>
                  <a:cxnLst/>
                  <a:rect l="l" t="t" r="r" b="b"/>
                  <a:pathLst>
                    <a:path w="963" h="1140" extrusionOk="0">
                      <a:moveTo>
                        <a:pt x="1" y="1"/>
                      </a:moveTo>
                      <a:lnTo>
                        <a:pt x="1" y="786"/>
                      </a:lnTo>
                      <a:cubicBezTo>
                        <a:pt x="1" y="985"/>
                        <a:pt x="155" y="1140"/>
                        <a:pt x="35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25"/>
                <p:cNvSpPr/>
                <p:nvPr/>
              </p:nvSpPr>
              <p:spPr>
                <a:xfrm>
                  <a:off x="1468047" y="3999265"/>
                  <a:ext cx="211521" cy="95249"/>
                </a:xfrm>
                <a:custGeom>
                  <a:avLst/>
                  <a:gdLst/>
                  <a:ahLst/>
                  <a:cxnLst/>
                  <a:rect l="l" t="t" r="r" b="b"/>
                  <a:pathLst>
                    <a:path w="1328" h="598" extrusionOk="0">
                      <a:moveTo>
                        <a:pt x="1" y="1"/>
                      </a:moveTo>
                      <a:lnTo>
                        <a:pt x="1" y="598"/>
                      </a:lnTo>
                      <a:lnTo>
                        <a:pt x="1328" y="598"/>
                      </a:lnTo>
                      <a:lnTo>
                        <a:pt x="13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25"/>
                <p:cNvSpPr/>
                <p:nvPr/>
              </p:nvSpPr>
              <p:spPr>
                <a:xfrm>
                  <a:off x="1679410"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25"/>
                <p:cNvSpPr/>
                <p:nvPr/>
              </p:nvSpPr>
              <p:spPr>
                <a:xfrm>
                  <a:off x="1468047" y="4094355"/>
                  <a:ext cx="211521" cy="583124"/>
                </a:xfrm>
                <a:custGeom>
                  <a:avLst/>
                  <a:gdLst/>
                  <a:ahLst/>
                  <a:cxnLst/>
                  <a:rect l="l" t="t" r="r" b="b"/>
                  <a:pathLst>
                    <a:path w="1328" h="3661" extrusionOk="0">
                      <a:moveTo>
                        <a:pt x="1" y="1"/>
                      </a:moveTo>
                      <a:lnTo>
                        <a:pt x="1" y="3661"/>
                      </a:lnTo>
                      <a:lnTo>
                        <a:pt x="1328" y="3661"/>
                      </a:lnTo>
                      <a:lnTo>
                        <a:pt x="13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25"/>
                <p:cNvSpPr/>
                <p:nvPr/>
              </p:nvSpPr>
              <p:spPr>
                <a:xfrm>
                  <a:off x="1679410"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25"/>
                <p:cNvSpPr/>
                <p:nvPr/>
              </p:nvSpPr>
              <p:spPr>
                <a:xfrm>
                  <a:off x="219723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25"/>
                <p:cNvSpPr/>
                <p:nvPr/>
              </p:nvSpPr>
              <p:spPr>
                <a:xfrm>
                  <a:off x="30388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25"/>
                <p:cNvSpPr/>
                <p:nvPr/>
              </p:nvSpPr>
              <p:spPr>
                <a:xfrm>
                  <a:off x="30388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25"/>
                <p:cNvSpPr/>
                <p:nvPr/>
              </p:nvSpPr>
              <p:spPr>
                <a:xfrm>
                  <a:off x="37619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25"/>
                <p:cNvSpPr/>
                <p:nvPr/>
              </p:nvSpPr>
              <p:spPr>
                <a:xfrm>
                  <a:off x="35676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25"/>
                <p:cNvSpPr/>
                <p:nvPr/>
              </p:nvSpPr>
              <p:spPr>
                <a:xfrm>
                  <a:off x="61925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25"/>
                <p:cNvSpPr/>
                <p:nvPr/>
              </p:nvSpPr>
              <p:spPr>
                <a:xfrm>
                  <a:off x="59982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5"/>
                <p:cNvSpPr/>
                <p:nvPr/>
              </p:nvSpPr>
              <p:spPr>
                <a:xfrm>
                  <a:off x="86231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25"/>
                <p:cNvSpPr/>
                <p:nvPr/>
              </p:nvSpPr>
              <p:spPr>
                <a:xfrm>
                  <a:off x="84288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25"/>
                <p:cNvSpPr/>
                <p:nvPr/>
              </p:nvSpPr>
              <p:spPr>
                <a:xfrm>
                  <a:off x="110537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25"/>
                <p:cNvSpPr/>
                <p:nvPr/>
              </p:nvSpPr>
              <p:spPr>
                <a:xfrm>
                  <a:off x="108594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25"/>
                <p:cNvSpPr/>
                <p:nvPr/>
              </p:nvSpPr>
              <p:spPr>
                <a:xfrm>
                  <a:off x="135018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25"/>
                <p:cNvSpPr/>
                <p:nvPr/>
              </p:nvSpPr>
              <p:spPr>
                <a:xfrm>
                  <a:off x="132900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25"/>
                <p:cNvSpPr/>
                <p:nvPr/>
              </p:nvSpPr>
              <p:spPr>
                <a:xfrm>
                  <a:off x="159308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25"/>
                <p:cNvSpPr/>
                <p:nvPr/>
              </p:nvSpPr>
              <p:spPr>
                <a:xfrm>
                  <a:off x="157206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25"/>
                <p:cNvSpPr/>
                <p:nvPr/>
              </p:nvSpPr>
              <p:spPr>
                <a:xfrm>
                  <a:off x="183614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25"/>
                <p:cNvSpPr/>
                <p:nvPr/>
              </p:nvSpPr>
              <p:spPr>
                <a:xfrm>
                  <a:off x="181687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25"/>
                <p:cNvSpPr/>
                <p:nvPr/>
              </p:nvSpPr>
              <p:spPr>
                <a:xfrm>
                  <a:off x="207920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25"/>
                <p:cNvSpPr/>
                <p:nvPr/>
              </p:nvSpPr>
              <p:spPr>
                <a:xfrm>
                  <a:off x="205993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25"/>
                <p:cNvSpPr/>
                <p:nvPr/>
              </p:nvSpPr>
              <p:spPr>
                <a:xfrm>
                  <a:off x="219723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25"/>
                <p:cNvSpPr/>
                <p:nvPr/>
              </p:nvSpPr>
              <p:spPr>
                <a:xfrm>
                  <a:off x="225536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25"/>
                <p:cNvSpPr/>
                <p:nvPr/>
              </p:nvSpPr>
              <p:spPr>
                <a:xfrm>
                  <a:off x="30388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25"/>
                <p:cNvSpPr/>
                <p:nvPr/>
              </p:nvSpPr>
              <p:spPr>
                <a:xfrm>
                  <a:off x="230331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00" name="Google Shape;600;p25"/>
            <p:cNvGrpSpPr/>
            <p:nvPr/>
          </p:nvGrpSpPr>
          <p:grpSpPr>
            <a:xfrm>
              <a:off x="2217378" y="3079875"/>
              <a:ext cx="8839168" cy="1365825"/>
              <a:chOff x="3779103" y="810625"/>
              <a:chExt cx="8839168" cy="1365825"/>
            </a:xfrm>
          </p:grpSpPr>
          <p:grpSp>
            <p:nvGrpSpPr>
              <p:cNvPr id="601" name="Google Shape;601;p25"/>
              <p:cNvGrpSpPr/>
              <p:nvPr/>
            </p:nvGrpSpPr>
            <p:grpSpPr>
              <a:xfrm flipH="1">
                <a:off x="7862900" y="810625"/>
                <a:ext cx="4755371" cy="1365825"/>
                <a:chOff x="635350" y="2679825"/>
                <a:chExt cx="4755371" cy="1365825"/>
              </a:xfrm>
            </p:grpSpPr>
            <p:sp>
              <p:nvSpPr>
                <p:cNvPr id="602" name="Google Shape;602;p25"/>
                <p:cNvSpPr/>
                <p:nvPr/>
              </p:nvSpPr>
              <p:spPr>
                <a:xfrm>
                  <a:off x="4600667" y="3910889"/>
                  <a:ext cx="742049" cy="134760"/>
                </a:xfrm>
                <a:custGeom>
                  <a:avLst/>
                  <a:gdLst/>
                  <a:ahLst/>
                  <a:cxnLst/>
                  <a:rect l="l" t="t" r="r" b="b"/>
                  <a:pathLst>
                    <a:path w="2566" h="466" extrusionOk="0">
                      <a:moveTo>
                        <a:pt x="608" y="1"/>
                      </a:moveTo>
                      <a:cubicBezTo>
                        <a:pt x="531" y="266"/>
                        <a:pt x="288" y="454"/>
                        <a:pt x="0" y="465"/>
                      </a:cubicBezTo>
                      <a:lnTo>
                        <a:pt x="1858" y="465"/>
                      </a:lnTo>
                      <a:cubicBezTo>
                        <a:pt x="2167" y="454"/>
                        <a:pt x="2444" y="277"/>
                        <a:pt x="256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25"/>
                <p:cNvSpPr/>
                <p:nvPr/>
              </p:nvSpPr>
              <p:spPr>
                <a:xfrm>
                  <a:off x="4600667" y="2679825"/>
                  <a:ext cx="719781" cy="96299"/>
                </a:xfrm>
                <a:custGeom>
                  <a:avLst/>
                  <a:gdLst/>
                  <a:ahLst/>
                  <a:cxnLst/>
                  <a:rect l="l" t="t" r="r" b="b"/>
                  <a:pathLst>
                    <a:path w="2489" h="333" extrusionOk="0">
                      <a:moveTo>
                        <a:pt x="0" y="1"/>
                      </a:moveTo>
                      <a:cubicBezTo>
                        <a:pt x="232" y="1"/>
                        <a:pt x="442" y="133"/>
                        <a:pt x="553" y="332"/>
                      </a:cubicBezTo>
                      <a:lnTo>
                        <a:pt x="2488" y="332"/>
                      </a:lnTo>
                      <a:cubicBezTo>
                        <a:pt x="2344" y="122"/>
                        <a:pt x="2112" y="1"/>
                        <a:pt x="18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25"/>
                <p:cNvSpPr/>
                <p:nvPr/>
              </p:nvSpPr>
              <p:spPr>
                <a:xfrm>
                  <a:off x="4779673" y="3543334"/>
                  <a:ext cx="61018" cy="176114"/>
                </a:xfrm>
                <a:custGeom>
                  <a:avLst/>
                  <a:gdLst/>
                  <a:ahLst/>
                  <a:cxnLst/>
                  <a:rect l="l" t="t" r="r" b="b"/>
                  <a:pathLst>
                    <a:path w="211" h="609" extrusionOk="0">
                      <a:moveTo>
                        <a:pt x="0" y="0"/>
                      </a:moveTo>
                      <a:lnTo>
                        <a:pt x="0" y="608"/>
                      </a:lnTo>
                      <a:lnTo>
                        <a:pt x="210" y="608"/>
                      </a:lnTo>
                      <a:lnTo>
                        <a:pt x="2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25"/>
                <p:cNvSpPr/>
                <p:nvPr/>
              </p:nvSpPr>
              <p:spPr>
                <a:xfrm>
                  <a:off x="4760587" y="2775835"/>
                  <a:ext cx="598035" cy="578948"/>
                </a:xfrm>
                <a:custGeom>
                  <a:avLst/>
                  <a:gdLst/>
                  <a:ahLst/>
                  <a:cxnLst/>
                  <a:rect l="l" t="t" r="r" b="b"/>
                  <a:pathLst>
                    <a:path w="2068" h="2002" extrusionOk="0">
                      <a:moveTo>
                        <a:pt x="0" y="0"/>
                      </a:moveTo>
                      <a:cubicBezTo>
                        <a:pt x="44" y="89"/>
                        <a:pt x="66" y="188"/>
                        <a:pt x="66" y="299"/>
                      </a:cubicBezTo>
                      <a:lnTo>
                        <a:pt x="66" y="2002"/>
                      </a:lnTo>
                      <a:lnTo>
                        <a:pt x="276" y="2002"/>
                      </a:lnTo>
                      <a:lnTo>
                        <a:pt x="276" y="288"/>
                      </a:lnTo>
                      <a:lnTo>
                        <a:pt x="1946" y="288"/>
                      </a:lnTo>
                      <a:cubicBezTo>
                        <a:pt x="1990" y="288"/>
                        <a:pt x="2035" y="299"/>
                        <a:pt x="2068" y="321"/>
                      </a:cubicBezTo>
                      <a:cubicBezTo>
                        <a:pt x="2057" y="210"/>
                        <a:pt x="2001" y="100"/>
                        <a:pt x="19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25"/>
                <p:cNvSpPr/>
                <p:nvPr/>
              </p:nvSpPr>
              <p:spPr>
                <a:xfrm>
                  <a:off x="4779673" y="3354496"/>
                  <a:ext cx="61018" cy="96299"/>
                </a:xfrm>
                <a:custGeom>
                  <a:avLst/>
                  <a:gdLst/>
                  <a:ahLst/>
                  <a:cxnLst/>
                  <a:rect l="l" t="t" r="r" b="b"/>
                  <a:pathLst>
                    <a:path w="211" h="333" extrusionOk="0">
                      <a:moveTo>
                        <a:pt x="0" y="1"/>
                      </a:moveTo>
                      <a:lnTo>
                        <a:pt x="0" y="332"/>
                      </a:lnTo>
                      <a:lnTo>
                        <a:pt x="210" y="332"/>
                      </a:lnTo>
                      <a:lnTo>
                        <a:pt x="21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25"/>
                <p:cNvSpPr/>
                <p:nvPr/>
              </p:nvSpPr>
              <p:spPr>
                <a:xfrm>
                  <a:off x="4776492" y="3814880"/>
                  <a:ext cx="585310" cy="96299"/>
                </a:xfrm>
                <a:custGeom>
                  <a:avLst/>
                  <a:gdLst/>
                  <a:ahLst/>
                  <a:cxnLst/>
                  <a:rect l="l" t="t" r="r" b="b"/>
                  <a:pathLst>
                    <a:path w="2024" h="333" extrusionOk="0">
                      <a:moveTo>
                        <a:pt x="11" y="1"/>
                      </a:moveTo>
                      <a:lnTo>
                        <a:pt x="11" y="167"/>
                      </a:lnTo>
                      <a:cubicBezTo>
                        <a:pt x="11" y="222"/>
                        <a:pt x="11" y="277"/>
                        <a:pt x="0" y="333"/>
                      </a:cubicBezTo>
                      <a:lnTo>
                        <a:pt x="1958" y="333"/>
                      </a:lnTo>
                      <a:cubicBezTo>
                        <a:pt x="1991" y="255"/>
                        <a:pt x="2013" y="167"/>
                        <a:pt x="2024" y="89"/>
                      </a:cubicBezTo>
                      <a:lnTo>
                        <a:pt x="2024" y="89"/>
                      </a:lnTo>
                      <a:cubicBezTo>
                        <a:pt x="1980" y="112"/>
                        <a:pt x="1935" y="134"/>
                        <a:pt x="1880" y="134"/>
                      </a:cubicBezTo>
                      <a:lnTo>
                        <a:pt x="221" y="134"/>
                      </a:lnTo>
                      <a:lnTo>
                        <a:pt x="22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25"/>
                <p:cNvSpPr/>
                <p:nvPr/>
              </p:nvSpPr>
              <p:spPr>
                <a:xfrm>
                  <a:off x="4779675" y="3448925"/>
                  <a:ext cx="61025" cy="96300"/>
                </a:xfrm>
                <a:custGeom>
                  <a:avLst/>
                  <a:gdLst/>
                  <a:ahLst/>
                  <a:cxnLst/>
                  <a:rect l="l" t="t" r="r" b="b"/>
                  <a:pathLst>
                    <a:path w="211" h="322" extrusionOk="0">
                      <a:moveTo>
                        <a:pt x="0" y="0"/>
                      </a:moveTo>
                      <a:lnTo>
                        <a:pt x="0" y="321"/>
                      </a:lnTo>
                      <a:lnTo>
                        <a:pt x="210" y="321"/>
                      </a:lnTo>
                      <a:lnTo>
                        <a:pt x="21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25"/>
                <p:cNvSpPr/>
                <p:nvPr/>
              </p:nvSpPr>
              <p:spPr>
                <a:xfrm>
                  <a:off x="4779673" y="3719159"/>
                  <a:ext cx="61018" cy="96009"/>
                </a:xfrm>
                <a:custGeom>
                  <a:avLst/>
                  <a:gdLst/>
                  <a:ahLst/>
                  <a:cxnLst/>
                  <a:rect l="l" t="t" r="r" b="b"/>
                  <a:pathLst>
                    <a:path w="211" h="332" extrusionOk="0">
                      <a:moveTo>
                        <a:pt x="0" y="0"/>
                      </a:moveTo>
                      <a:lnTo>
                        <a:pt x="0" y="332"/>
                      </a:lnTo>
                      <a:lnTo>
                        <a:pt x="210" y="332"/>
                      </a:lnTo>
                      <a:lnTo>
                        <a:pt x="21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25"/>
                <p:cNvSpPr/>
                <p:nvPr/>
              </p:nvSpPr>
              <p:spPr>
                <a:xfrm>
                  <a:off x="4840402" y="2858831"/>
                  <a:ext cx="550319" cy="994796"/>
                </a:xfrm>
                <a:custGeom>
                  <a:avLst/>
                  <a:gdLst/>
                  <a:ahLst/>
                  <a:cxnLst/>
                  <a:rect l="l" t="t" r="r" b="b"/>
                  <a:pathLst>
                    <a:path w="1903" h="3440" extrusionOk="0">
                      <a:moveTo>
                        <a:pt x="1792" y="399"/>
                      </a:moveTo>
                      <a:lnTo>
                        <a:pt x="1792" y="3097"/>
                      </a:lnTo>
                      <a:lnTo>
                        <a:pt x="354" y="3097"/>
                      </a:lnTo>
                      <a:lnTo>
                        <a:pt x="354" y="399"/>
                      </a:lnTo>
                      <a:close/>
                      <a:moveTo>
                        <a:pt x="0" y="1"/>
                      </a:moveTo>
                      <a:cubicBezTo>
                        <a:pt x="133" y="1"/>
                        <a:pt x="233" y="100"/>
                        <a:pt x="233" y="233"/>
                      </a:cubicBezTo>
                      <a:lnTo>
                        <a:pt x="233" y="3196"/>
                      </a:lnTo>
                      <a:cubicBezTo>
                        <a:pt x="233" y="3329"/>
                        <a:pt x="133" y="3440"/>
                        <a:pt x="0" y="3440"/>
                      </a:cubicBezTo>
                      <a:lnTo>
                        <a:pt x="1670" y="3440"/>
                      </a:lnTo>
                      <a:cubicBezTo>
                        <a:pt x="1792" y="3440"/>
                        <a:pt x="1902" y="3329"/>
                        <a:pt x="1902" y="3196"/>
                      </a:cubicBezTo>
                      <a:lnTo>
                        <a:pt x="1902" y="233"/>
                      </a:lnTo>
                      <a:cubicBezTo>
                        <a:pt x="1902" y="156"/>
                        <a:pt x="1858" y="78"/>
                        <a:pt x="1792" y="34"/>
                      </a:cubicBezTo>
                      <a:cubicBezTo>
                        <a:pt x="1759" y="12"/>
                        <a:pt x="1714" y="1"/>
                        <a:pt x="167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25"/>
                <p:cNvSpPr/>
                <p:nvPr/>
              </p:nvSpPr>
              <p:spPr>
                <a:xfrm>
                  <a:off x="4840402" y="2858831"/>
                  <a:ext cx="67380" cy="994796"/>
                </a:xfrm>
                <a:custGeom>
                  <a:avLst/>
                  <a:gdLst/>
                  <a:ahLst/>
                  <a:cxnLst/>
                  <a:rect l="l" t="t" r="r" b="b"/>
                  <a:pathLst>
                    <a:path w="233" h="3440" extrusionOk="0">
                      <a:moveTo>
                        <a:pt x="0" y="1"/>
                      </a:moveTo>
                      <a:lnTo>
                        <a:pt x="0" y="2046"/>
                      </a:lnTo>
                      <a:lnTo>
                        <a:pt x="0" y="3440"/>
                      </a:lnTo>
                      <a:cubicBezTo>
                        <a:pt x="133" y="3440"/>
                        <a:pt x="233" y="3329"/>
                        <a:pt x="233" y="3196"/>
                      </a:cubicBezTo>
                      <a:lnTo>
                        <a:pt x="233" y="233"/>
                      </a:lnTo>
                      <a:cubicBezTo>
                        <a:pt x="233" y="100"/>
                        <a:pt x="133" y="1"/>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25"/>
                <p:cNvSpPr/>
                <p:nvPr/>
              </p:nvSpPr>
              <p:spPr>
                <a:xfrm>
                  <a:off x="5332885" y="2973927"/>
                  <a:ext cx="28918" cy="780510"/>
                </a:xfrm>
                <a:custGeom>
                  <a:avLst/>
                  <a:gdLst/>
                  <a:ahLst/>
                  <a:cxnLst/>
                  <a:rect l="l" t="t" r="r" b="b"/>
                  <a:pathLst>
                    <a:path w="100" h="2699" extrusionOk="0">
                      <a:moveTo>
                        <a:pt x="0" y="1"/>
                      </a:moveTo>
                      <a:lnTo>
                        <a:pt x="0" y="2699"/>
                      </a:lnTo>
                      <a:lnTo>
                        <a:pt x="100" y="2699"/>
                      </a:lnTo>
                      <a:lnTo>
                        <a:pt x="10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25"/>
                <p:cNvSpPr/>
                <p:nvPr/>
              </p:nvSpPr>
              <p:spPr>
                <a:xfrm>
                  <a:off x="4942774" y="2973927"/>
                  <a:ext cx="390400" cy="780510"/>
                </a:xfrm>
                <a:custGeom>
                  <a:avLst/>
                  <a:gdLst/>
                  <a:ahLst/>
                  <a:cxnLst/>
                  <a:rect l="l" t="t" r="r" b="b"/>
                  <a:pathLst>
                    <a:path w="1350" h="2699" extrusionOk="0">
                      <a:moveTo>
                        <a:pt x="0" y="1"/>
                      </a:moveTo>
                      <a:lnTo>
                        <a:pt x="0" y="2699"/>
                      </a:lnTo>
                      <a:lnTo>
                        <a:pt x="1349" y="2699"/>
                      </a:lnTo>
                      <a:lnTo>
                        <a:pt x="13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25"/>
                <p:cNvSpPr/>
                <p:nvPr/>
              </p:nvSpPr>
              <p:spPr>
                <a:xfrm>
                  <a:off x="635350" y="2862012"/>
                  <a:ext cx="54656" cy="988434"/>
                </a:xfrm>
                <a:custGeom>
                  <a:avLst/>
                  <a:gdLst/>
                  <a:ahLst/>
                  <a:cxnLst/>
                  <a:rect l="l" t="t" r="r" b="b"/>
                  <a:pathLst>
                    <a:path w="189" h="3418" extrusionOk="0">
                      <a:moveTo>
                        <a:pt x="189" y="1"/>
                      </a:moveTo>
                      <a:cubicBezTo>
                        <a:pt x="78" y="23"/>
                        <a:pt x="1" y="111"/>
                        <a:pt x="1" y="222"/>
                      </a:cubicBezTo>
                      <a:lnTo>
                        <a:pt x="1" y="3185"/>
                      </a:lnTo>
                      <a:cubicBezTo>
                        <a:pt x="1" y="3296"/>
                        <a:pt x="78" y="3395"/>
                        <a:pt x="189" y="3418"/>
                      </a:cubicBezTo>
                      <a:lnTo>
                        <a:pt x="189" y="2975"/>
                      </a:lnTo>
                      <a:lnTo>
                        <a:pt x="189" y="2964"/>
                      </a:lnTo>
                      <a:lnTo>
                        <a:pt x="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25"/>
                <p:cNvSpPr/>
                <p:nvPr/>
              </p:nvSpPr>
              <p:spPr>
                <a:xfrm>
                  <a:off x="689717" y="3719159"/>
                  <a:ext cx="4090233" cy="96009"/>
                </a:xfrm>
                <a:custGeom>
                  <a:avLst/>
                  <a:gdLst/>
                  <a:ahLst/>
                  <a:cxnLst/>
                  <a:rect l="l" t="t" r="r" b="b"/>
                  <a:pathLst>
                    <a:path w="14144" h="332" extrusionOk="0">
                      <a:moveTo>
                        <a:pt x="1" y="0"/>
                      </a:moveTo>
                      <a:lnTo>
                        <a:pt x="1" y="332"/>
                      </a:lnTo>
                      <a:lnTo>
                        <a:pt x="14143" y="332"/>
                      </a:lnTo>
                      <a:lnTo>
                        <a:pt x="1414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25"/>
                <p:cNvSpPr/>
                <p:nvPr/>
              </p:nvSpPr>
              <p:spPr>
                <a:xfrm>
                  <a:off x="689717" y="3546515"/>
                  <a:ext cx="4090233" cy="172933"/>
                </a:xfrm>
                <a:custGeom>
                  <a:avLst/>
                  <a:gdLst/>
                  <a:ahLst/>
                  <a:cxnLst/>
                  <a:rect l="l" t="t" r="r" b="b"/>
                  <a:pathLst>
                    <a:path w="14144" h="598" extrusionOk="0">
                      <a:moveTo>
                        <a:pt x="1" y="0"/>
                      </a:moveTo>
                      <a:lnTo>
                        <a:pt x="1" y="597"/>
                      </a:lnTo>
                      <a:lnTo>
                        <a:pt x="14143" y="597"/>
                      </a:lnTo>
                      <a:lnTo>
                        <a:pt x="141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25"/>
                <p:cNvSpPr/>
                <p:nvPr/>
              </p:nvSpPr>
              <p:spPr>
                <a:xfrm>
                  <a:off x="689717" y="3814880"/>
                  <a:ext cx="4093414" cy="96299"/>
                </a:xfrm>
                <a:custGeom>
                  <a:avLst/>
                  <a:gdLst/>
                  <a:ahLst/>
                  <a:cxnLst/>
                  <a:rect l="l" t="t" r="r" b="b"/>
                  <a:pathLst>
                    <a:path w="14155" h="333" extrusionOk="0">
                      <a:moveTo>
                        <a:pt x="1" y="1"/>
                      </a:moveTo>
                      <a:lnTo>
                        <a:pt x="1" y="167"/>
                      </a:lnTo>
                      <a:cubicBezTo>
                        <a:pt x="1" y="222"/>
                        <a:pt x="1" y="277"/>
                        <a:pt x="12" y="333"/>
                      </a:cubicBezTo>
                      <a:lnTo>
                        <a:pt x="14132" y="333"/>
                      </a:lnTo>
                      <a:cubicBezTo>
                        <a:pt x="14143" y="277"/>
                        <a:pt x="14154" y="222"/>
                        <a:pt x="14154" y="167"/>
                      </a:cubicBezTo>
                      <a:lnTo>
                        <a:pt x="141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25"/>
                <p:cNvSpPr/>
                <p:nvPr/>
              </p:nvSpPr>
              <p:spPr>
                <a:xfrm>
                  <a:off x="692898" y="3910889"/>
                  <a:ext cx="4083871" cy="134760"/>
                </a:xfrm>
                <a:custGeom>
                  <a:avLst/>
                  <a:gdLst/>
                  <a:ahLst/>
                  <a:cxnLst/>
                  <a:rect l="l" t="t" r="r" b="b"/>
                  <a:pathLst>
                    <a:path w="14122" h="466" extrusionOk="0">
                      <a:moveTo>
                        <a:pt x="1" y="1"/>
                      </a:moveTo>
                      <a:cubicBezTo>
                        <a:pt x="78" y="266"/>
                        <a:pt x="321" y="454"/>
                        <a:pt x="609" y="465"/>
                      </a:cubicBezTo>
                      <a:lnTo>
                        <a:pt x="13513" y="465"/>
                      </a:lnTo>
                      <a:cubicBezTo>
                        <a:pt x="13801" y="454"/>
                        <a:pt x="14044" y="266"/>
                        <a:pt x="1412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25"/>
                <p:cNvSpPr/>
                <p:nvPr/>
              </p:nvSpPr>
              <p:spPr>
                <a:xfrm>
                  <a:off x="689717" y="3354496"/>
                  <a:ext cx="4090233" cy="96299"/>
                </a:xfrm>
                <a:custGeom>
                  <a:avLst/>
                  <a:gdLst/>
                  <a:ahLst/>
                  <a:cxnLst/>
                  <a:rect l="l" t="t" r="r" b="b"/>
                  <a:pathLst>
                    <a:path w="14144" h="333" extrusionOk="0">
                      <a:moveTo>
                        <a:pt x="1" y="1"/>
                      </a:moveTo>
                      <a:lnTo>
                        <a:pt x="1" y="332"/>
                      </a:lnTo>
                      <a:lnTo>
                        <a:pt x="14143" y="332"/>
                      </a:lnTo>
                      <a:lnTo>
                        <a:pt x="141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25"/>
                <p:cNvSpPr/>
                <p:nvPr/>
              </p:nvSpPr>
              <p:spPr>
                <a:xfrm>
                  <a:off x="689717" y="3450505"/>
                  <a:ext cx="4090233" cy="96299"/>
                </a:xfrm>
                <a:custGeom>
                  <a:avLst/>
                  <a:gdLst/>
                  <a:ahLst/>
                  <a:cxnLst/>
                  <a:rect l="l" t="t" r="r" b="b"/>
                  <a:pathLst>
                    <a:path w="14144" h="333" extrusionOk="0">
                      <a:moveTo>
                        <a:pt x="1" y="0"/>
                      </a:moveTo>
                      <a:lnTo>
                        <a:pt x="1" y="332"/>
                      </a:lnTo>
                      <a:lnTo>
                        <a:pt x="14143" y="332"/>
                      </a:lnTo>
                      <a:lnTo>
                        <a:pt x="1414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25"/>
                <p:cNvSpPr/>
                <p:nvPr/>
              </p:nvSpPr>
              <p:spPr>
                <a:xfrm>
                  <a:off x="686536" y="2775835"/>
                  <a:ext cx="4093414" cy="578948"/>
                </a:xfrm>
                <a:custGeom>
                  <a:avLst/>
                  <a:gdLst/>
                  <a:ahLst/>
                  <a:cxnLst/>
                  <a:rect l="l" t="t" r="r" b="b"/>
                  <a:pathLst>
                    <a:path w="14155" h="2002" extrusionOk="0">
                      <a:moveTo>
                        <a:pt x="78" y="0"/>
                      </a:moveTo>
                      <a:cubicBezTo>
                        <a:pt x="34" y="89"/>
                        <a:pt x="12" y="188"/>
                        <a:pt x="1" y="288"/>
                      </a:cubicBezTo>
                      <a:lnTo>
                        <a:pt x="12" y="2002"/>
                      </a:lnTo>
                      <a:lnTo>
                        <a:pt x="14154" y="2002"/>
                      </a:lnTo>
                      <a:lnTo>
                        <a:pt x="14154" y="299"/>
                      </a:lnTo>
                      <a:cubicBezTo>
                        <a:pt x="14154" y="188"/>
                        <a:pt x="14132" y="89"/>
                        <a:pt x="140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25"/>
                <p:cNvSpPr/>
                <p:nvPr/>
              </p:nvSpPr>
              <p:spPr>
                <a:xfrm>
                  <a:off x="709092" y="2679825"/>
                  <a:ext cx="4051771" cy="96299"/>
                </a:xfrm>
                <a:custGeom>
                  <a:avLst/>
                  <a:gdLst/>
                  <a:ahLst/>
                  <a:cxnLst/>
                  <a:rect l="l" t="t" r="r" b="b"/>
                  <a:pathLst>
                    <a:path w="14011" h="333" extrusionOk="0">
                      <a:moveTo>
                        <a:pt x="553" y="1"/>
                      </a:moveTo>
                      <a:cubicBezTo>
                        <a:pt x="321" y="1"/>
                        <a:pt x="100" y="122"/>
                        <a:pt x="0" y="332"/>
                      </a:cubicBezTo>
                      <a:lnTo>
                        <a:pt x="14010" y="332"/>
                      </a:lnTo>
                      <a:cubicBezTo>
                        <a:pt x="13899" y="133"/>
                        <a:pt x="13689" y="1"/>
                        <a:pt x="134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25"/>
                <p:cNvSpPr/>
                <p:nvPr/>
              </p:nvSpPr>
              <p:spPr>
                <a:xfrm>
                  <a:off x="1246111" y="2775835"/>
                  <a:ext cx="326490" cy="1039331"/>
                </a:xfrm>
                <a:custGeom>
                  <a:avLst/>
                  <a:gdLst/>
                  <a:ahLst/>
                  <a:cxnLst/>
                  <a:rect l="l" t="t" r="r" b="b"/>
                  <a:pathLst>
                    <a:path w="1129" h="3594" extrusionOk="0">
                      <a:moveTo>
                        <a:pt x="1" y="0"/>
                      </a:moveTo>
                      <a:lnTo>
                        <a:pt x="1" y="3594"/>
                      </a:lnTo>
                      <a:lnTo>
                        <a:pt x="1129" y="3594"/>
                      </a:lnTo>
                      <a:lnTo>
                        <a:pt x="1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25"/>
                <p:cNvSpPr/>
                <p:nvPr/>
              </p:nvSpPr>
              <p:spPr>
                <a:xfrm>
                  <a:off x="1546864" y="2775835"/>
                  <a:ext cx="25737" cy="1039331"/>
                </a:xfrm>
                <a:custGeom>
                  <a:avLst/>
                  <a:gdLst/>
                  <a:ahLst/>
                  <a:cxnLst/>
                  <a:rect l="l" t="t" r="r" b="b"/>
                  <a:pathLst>
                    <a:path w="89" h="3594" extrusionOk="0">
                      <a:moveTo>
                        <a:pt x="0" y="0"/>
                      </a:moveTo>
                      <a:lnTo>
                        <a:pt x="0" y="3594"/>
                      </a:lnTo>
                      <a:lnTo>
                        <a:pt x="89" y="3594"/>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25"/>
                <p:cNvSpPr/>
                <p:nvPr/>
              </p:nvSpPr>
              <p:spPr>
                <a:xfrm>
                  <a:off x="1220662" y="2775835"/>
                  <a:ext cx="25737" cy="1039331"/>
                </a:xfrm>
                <a:custGeom>
                  <a:avLst/>
                  <a:gdLst/>
                  <a:ahLst/>
                  <a:cxnLst/>
                  <a:rect l="l" t="t" r="r" b="b"/>
                  <a:pathLst>
                    <a:path w="89" h="3594" extrusionOk="0">
                      <a:moveTo>
                        <a:pt x="0" y="0"/>
                      </a:moveTo>
                      <a:lnTo>
                        <a:pt x="0" y="3594"/>
                      </a:lnTo>
                      <a:lnTo>
                        <a:pt x="89" y="3594"/>
                      </a:lnTo>
                      <a:lnTo>
                        <a:pt x="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25"/>
                <p:cNvSpPr/>
                <p:nvPr/>
              </p:nvSpPr>
              <p:spPr>
                <a:xfrm>
                  <a:off x="1901695" y="2775835"/>
                  <a:ext cx="326490" cy="1039331"/>
                </a:xfrm>
                <a:custGeom>
                  <a:avLst/>
                  <a:gdLst/>
                  <a:ahLst/>
                  <a:cxnLst/>
                  <a:rect l="l" t="t" r="r" b="b"/>
                  <a:pathLst>
                    <a:path w="1129" h="3594" extrusionOk="0">
                      <a:moveTo>
                        <a:pt x="1" y="0"/>
                      </a:moveTo>
                      <a:lnTo>
                        <a:pt x="1" y="3594"/>
                      </a:lnTo>
                      <a:lnTo>
                        <a:pt x="1128" y="3594"/>
                      </a:lnTo>
                      <a:lnTo>
                        <a:pt x="11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25"/>
                <p:cNvSpPr/>
                <p:nvPr/>
              </p:nvSpPr>
              <p:spPr>
                <a:xfrm>
                  <a:off x="2202159" y="2775835"/>
                  <a:ext cx="26027" cy="1039331"/>
                </a:xfrm>
                <a:custGeom>
                  <a:avLst/>
                  <a:gdLst/>
                  <a:ahLst/>
                  <a:cxnLst/>
                  <a:rect l="l" t="t" r="r" b="b"/>
                  <a:pathLst>
                    <a:path w="90" h="3594" extrusionOk="0">
                      <a:moveTo>
                        <a:pt x="1" y="0"/>
                      </a:moveTo>
                      <a:lnTo>
                        <a:pt x="1" y="3594"/>
                      </a:lnTo>
                      <a:lnTo>
                        <a:pt x="89" y="3594"/>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25"/>
                <p:cNvSpPr/>
                <p:nvPr/>
              </p:nvSpPr>
              <p:spPr>
                <a:xfrm>
                  <a:off x="1876247" y="2775835"/>
                  <a:ext cx="25737" cy="1039331"/>
                </a:xfrm>
                <a:custGeom>
                  <a:avLst/>
                  <a:gdLst/>
                  <a:ahLst/>
                  <a:cxnLst/>
                  <a:rect l="l" t="t" r="r" b="b"/>
                  <a:pathLst>
                    <a:path w="89" h="3594" extrusionOk="0">
                      <a:moveTo>
                        <a:pt x="0" y="0"/>
                      </a:moveTo>
                      <a:lnTo>
                        <a:pt x="0" y="3594"/>
                      </a:lnTo>
                      <a:lnTo>
                        <a:pt x="89" y="3594"/>
                      </a:lnTo>
                      <a:lnTo>
                        <a:pt x="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25"/>
                <p:cNvSpPr/>
                <p:nvPr/>
              </p:nvSpPr>
              <p:spPr>
                <a:xfrm>
                  <a:off x="2560460" y="2775835"/>
                  <a:ext cx="323309" cy="1039331"/>
                </a:xfrm>
                <a:custGeom>
                  <a:avLst/>
                  <a:gdLst/>
                  <a:ahLst/>
                  <a:cxnLst/>
                  <a:rect l="l" t="t" r="r" b="b"/>
                  <a:pathLst>
                    <a:path w="1118" h="3594" extrusionOk="0">
                      <a:moveTo>
                        <a:pt x="0" y="0"/>
                      </a:moveTo>
                      <a:lnTo>
                        <a:pt x="0" y="3594"/>
                      </a:lnTo>
                      <a:lnTo>
                        <a:pt x="1117" y="3594"/>
                      </a:lnTo>
                      <a:lnTo>
                        <a:pt x="111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25"/>
                <p:cNvSpPr/>
                <p:nvPr/>
              </p:nvSpPr>
              <p:spPr>
                <a:xfrm>
                  <a:off x="2857743" y="2775835"/>
                  <a:ext cx="26027" cy="1039331"/>
                </a:xfrm>
                <a:custGeom>
                  <a:avLst/>
                  <a:gdLst/>
                  <a:ahLst/>
                  <a:cxnLst/>
                  <a:rect l="l" t="t" r="r" b="b"/>
                  <a:pathLst>
                    <a:path w="90" h="3594" extrusionOk="0">
                      <a:moveTo>
                        <a:pt x="1" y="0"/>
                      </a:moveTo>
                      <a:lnTo>
                        <a:pt x="1" y="3594"/>
                      </a:lnTo>
                      <a:lnTo>
                        <a:pt x="89" y="3594"/>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25"/>
                <p:cNvSpPr/>
                <p:nvPr/>
              </p:nvSpPr>
              <p:spPr>
                <a:xfrm>
                  <a:off x="2534723" y="2775835"/>
                  <a:ext cx="26027" cy="1039331"/>
                </a:xfrm>
                <a:custGeom>
                  <a:avLst/>
                  <a:gdLst/>
                  <a:ahLst/>
                  <a:cxnLst/>
                  <a:rect l="l" t="t" r="r" b="b"/>
                  <a:pathLst>
                    <a:path w="90" h="3594" extrusionOk="0">
                      <a:moveTo>
                        <a:pt x="1" y="0"/>
                      </a:moveTo>
                      <a:lnTo>
                        <a:pt x="1" y="3594"/>
                      </a:lnTo>
                      <a:lnTo>
                        <a:pt x="89" y="3594"/>
                      </a:lnTo>
                      <a:lnTo>
                        <a:pt x="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25"/>
                <p:cNvSpPr/>
                <p:nvPr/>
              </p:nvSpPr>
              <p:spPr>
                <a:xfrm>
                  <a:off x="987289" y="2910017"/>
                  <a:ext cx="32100" cy="323309"/>
                </a:xfrm>
                <a:custGeom>
                  <a:avLst/>
                  <a:gdLst/>
                  <a:ahLst/>
                  <a:cxnLst/>
                  <a:rect l="l" t="t" r="r" b="b"/>
                  <a:pathLst>
                    <a:path w="111" h="1118" extrusionOk="0">
                      <a:moveTo>
                        <a:pt x="77" y="1"/>
                      </a:moveTo>
                      <a:cubicBezTo>
                        <a:pt x="33" y="1"/>
                        <a:pt x="0" y="34"/>
                        <a:pt x="0" y="89"/>
                      </a:cubicBezTo>
                      <a:lnTo>
                        <a:pt x="0" y="1040"/>
                      </a:lnTo>
                      <a:cubicBezTo>
                        <a:pt x="0" y="1084"/>
                        <a:pt x="33" y="1117"/>
                        <a:pt x="77" y="1117"/>
                      </a:cubicBezTo>
                      <a:lnTo>
                        <a:pt x="111" y="1117"/>
                      </a:lnTo>
                      <a:cubicBezTo>
                        <a:pt x="66" y="1117"/>
                        <a:pt x="33" y="1084"/>
                        <a:pt x="33" y="1040"/>
                      </a:cubicBezTo>
                      <a:lnTo>
                        <a:pt x="33" y="89"/>
                      </a:lnTo>
                      <a:cubicBezTo>
                        <a:pt x="33" y="34"/>
                        <a:pt x="66" y="1"/>
                        <a:pt x="1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25"/>
                <p:cNvSpPr/>
                <p:nvPr/>
              </p:nvSpPr>
              <p:spPr>
                <a:xfrm>
                  <a:off x="1116553" y="2910017"/>
                  <a:ext cx="32389" cy="323309"/>
                </a:xfrm>
                <a:custGeom>
                  <a:avLst/>
                  <a:gdLst/>
                  <a:ahLst/>
                  <a:cxnLst/>
                  <a:rect l="l" t="t" r="r" b="b"/>
                  <a:pathLst>
                    <a:path w="112" h="1118" extrusionOk="0">
                      <a:moveTo>
                        <a:pt x="0" y="1"/>
                      </a:moveTo>
                      <a:cubicBezTo>
                        <a:pt x="45" y="1"/>
                        <a:pt x="78" y="34"/>
                        <a:pt x="78" y="89"/>
                      </a:cubicBezTo>
                      <a:lnTo>
                        <a:pt x="78" y="1040"/>
                      </a:lnTo>
                      <a:cubicBezTo>
                        <a:pt x="78" y="1084"/>
                        <a:pt x="45" y="1117"/>
                        <a:pt x="0" y="1117"/>
                      </a:cubicBezTo>
                      <a:lnTo>
                        <a:pt x="34" y="1117"/>
                      </a:lnTo>
                      <a:cubicBezTo>
                        <a:pt x="78" y="1117"/>
                        <a:pt x="111" y="1084"/>
                        <a:pt x="111" y="1040"/>
                      </a:cubicBezTo>
                      <a:lnTo>
                        <a:pt x="111" y="89"/>
                      </a:lnTo>
                      <a:cubicBezTo>
                        <a:pt x="111" y="34"/>
                        <a:pt x="78" y="1"/>
                        <a:pt x="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25"/>
                <p:cNvSpPr/>
                <p:nvPr/>
              </p:nvSpPr>
              <p:spPr>
                <a:xfrm>
                  <a:off x="993651" y="2910017"/>
                  <a:ext cx="144014" cy="323309"/>
                </a:xfrm>
                <a:custGeom>
                  <a:avLst/>
                  <a:gdLst/>
                  <a:ahLst/>
                  <a:cxnLst/>
                  <a:rect l="l" t="t" r="r" b="b"/>
                  <a:pathLst>
                    <a:path w="498" h="1118" extrusionOk="0">
                      <a:moveTo>
                        <a:pt x="89" y="1"/>
                      </a:moveTo>
                      <a:cubicBezTo>
                        <a:pt x="44" y="1"/>
                        <a:pt x="0" y="34"/>
                        <a:pt x="0" y="78"/>
                      </a:cubicBezTo>
                      <a:lnTo>
                        <a:pt x="0" y="1040"/>
                      </a:lnTo>
                      <a:cubicBezTo>
                        <a:pt x="0" y="1084"/>
                        <a:pt x="44" y="1117"/>
                        <a:pt x="89" y="1117"/>
                      </a:cubicBezTo>
                      <a:lnTo>
                        <a:pt x="420" y="1117"/>
                      </a:lnTo>
                      <a:cubicBezTo>
                        <a:pt x="465" y="1117"/>
                        <a:pt x="498" y="1084"/>
                        <a:pt x="498" y="1040"/>
                      </a:cubicBezTo>
                      <a:lnTo>
                        <a:pt x="498" y="78"/>
                      </a:lnTo>
                      <a:cubicBezTo>
                        <a:pt x="498" y="34"/>
                        <a:pt x="465" y="1"/>
                        <a:pt x="42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25"/>
                <p:cNvSpPr/>
                <p:nvPr/>
              </p:nvSpPr>
              <p:spPr>
                <a:xfrm>
                  <a:off x="1313202" y="2910017"/>
                  <a:ext cx="35570" cy="323309"/>
                </a:xfrm>
                <a:custGeom>
                  <a:avLst/>
                  <a:gdLst/>
                  <a:ahLst/>
                  <a:cxnLst/>
                  <a:rect l="l" t="t" r="r" b="b"/>
                  <a:pathLst>
                    <a:path w="123" h="1118" extrusionOk="0">
                      <a:moveTo>
                        <a:pt x="78" y="1"/>
                      </a:moveTo>
                      <a:cubicBezTo>
                        <a:pt x="34" y="1"/>
                        <a:pt x="1" y="34"/>
                        <a:pt x="1" y="89"/>
                      </a:cubicBezTo>
                      <a:lnTo>
                        <a:pt x="1" y="1040"/>
                      </a:lnTo>
                      <a:cubicBezTo>
                        <a:pt x="1" y="1084"/>
                        <a:pt x="34" y="1117"/>
                        <a:pt x="78" y="1117"/>
                      </a:cubicBezTo>
                      <a:lnTo>
                        <a:pt x="123" y="1117"/>
                      </a:lnTo>
                      <a:cubicBezTo>
                        <a:pt x="78" y="1117"/>
                        <a:pt x="34" y="1084"/>
                        <a:pt x="34" y="1040"/>
                      </a:cubicBezTo>
                      <a:lnTo>
                        <a:pt x="34" y="89"/>
                      </a:lnTo>
                      <a:cubicBezTo>
                        <a:pt x="34" y="34"/>
                        <a:pt x="78" y="1"/>
                        <a:pt x="1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25"/>
                <p:cNvSpPr/>
                <p:nvPr/>
              </p:nvSpPr>
              <p:spPr>
                <a:xfrm>
                  <a:off x="1444492" y="2910017"/>
                  <a:ext cx="32100" cy="323309"/>
                </a:xfrm>
                <a:custGeom>
                  <a:avLst/>
                  <a:gdLst/>
                  <a:ahLst/>
                  <a:cxnLst/>
                  <a:rect l="l" t="t" r="r" b="b"/>
                  <a:pathLst>
                    <a:path w="111" h="1118" extrusionOk="0">
                      <a:moveTo>
                        <a:pt x="0" y="1"/>
                      </a:moveTo>
                      <a:cubicBezTo>
                        <a:pt x="45" y="1"/>
                        <a:pt x="78" y="34"/>
                        <a:pt x="78" y="89"/>
                      </a:cubicBezTo>
                      <a:lnTo>
                        <a:pt x="78" y="1040"/>
                      </a:lnTo>
                      <a:cubicBezTo>
                        <a:pt x="78" y="1084"/>
                        <a:pt x="45" y="1117"/>
                        <a:pt x="0" y="1117"/>
                      </a:cubicBezTo>
                      <a:lnTo>
                        <a:pt x="33" y="1117"/>
                      </a:lnTo>
                      <a:cubicBezTo>
                        <a:pt x="78" y="1117"/>
                        <a:pt x="111" y="1084"/>
                        <a:pt x="111" y="1040"/>
                      </a:cubicBezTo>
                      <a:lnTo>
                        <a:pt x="111" y="89"/>
                      </a:lnTo>
                      <a:cubicBezTo>
                        <a:pt x="111" y="34"/>
                        <a:pt x="78" y="1"/>
                        <a:pt x="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25"/>
                <p:cNvSpPr/>
                <p:nvPr/>
              </p:nvSpPr>
              <p:spPr>
                <a:xfrm>
                  <a:off x="1323034" y="2910017"/>
                  <a:ext cx="144014" cy="323309"/>
                </a:xfrm>
                <a:custGeom>
                  <a:avLst/>
                  <a:gdLst/>
                  <a:ahLst/>
                  <a:cxnLst/>
                  <a:rect l="l" t="t" r="r" b="b"/>
                  <a:pathLst>
                    <a:path w="498" h="1118" extrusionOk="0">
                      <a:moveTo>
                        <a:pt x="89" y="1"/>
                      </a:moveTo>
                      <a:cubicBezTo>
                        <a:pt x="44" y="1"/>
                        <a:pt x="0" y="34"/>
                        <a:pt x="0" y="78"/>
                      </a:cubicBezTo>
                      <a:lnTo>
                        <a:pt x="0" y="1040"/>
                      </a:lnTo>
                      <a:cubicBezTo>
                        <a:pt x="0" y="1084"/>
                        <a:pt x="44" y="1117"/>
                        <a:pt x="89" y="1117"/>
                      </a:cubicBezTo>
                      <a:lnTo>
                        <a:pt x="420" y="1117"/>
                      </a:lnTo>
                      <a:cubicBezTo>
                        <a:pt x="465" y="1117"/>
                        <a:pt x="498" y="1084"/>
                        <a:pt x="498" y="1040"/>
                      </a:cubicBezTo>
                      <a:lnTo>
                        <a:pt x="498" y="78"/>
                      </a:lnTo>
                      <a:cubicBezTo>
                        <a:pt x="498" y="34"/>
                        <a:pt x="465" y="1"/>
                        <a:pt x="42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25"/>
                <p:cNvSpPr/>
                <p:nvPr/>
              </p:nvSpPr>
              <p:spPr>
                <a:xfrm>
                  <a:off x="1642584" y="2910017"/>
                  <a:ext cx="35570" cy="323887"/>
                </a:xfrm>
                <a:custGeom>
                  <a:avLst/>
                  <a:gdLst/>
                  <a:ahLst/>
                  <a:cxnLst/>
                  <a:rect l="l" t="t" r="r" b="b"/>
                  <a:pathLst>
                    <a:path w="123" h="1120" extrusionOk="0">
                      <a:moveTo>
                        <a:pt x="78" y="1"/>
                      </a:moveTo>
                      <a:cubicBezTo>
                        <a:pt x="34" y="1"/>
                        <a:pt x="1" y="34"/>
                        <a:pt x="1" y="89"/>
                      </a:cubicBezTo>
                      <a:lnTo>
                        <a:pt x="1" y="1040"/>
                      </a:lnTo>
                      <a:cubicBezTo>
                        <a:pt x="1" y="1084"/>
                        <a:pt x="34" y="1117"/>
                        <a:pt x="78" y="1117"/>
                      </a:cubicBezTo>
                      <a:lnTo>
                        <a:pt x="90" y="1117"/>
                      </a:lnTo>
                      <a:cubicBezTo>
                        <a:pt x="54" y="1109"/>
                        <a:pt x="34" y="1075"/>
                        <a:pt x="34" y="1040"/>
                      </a:cubicBezTo>
                      <a:lnTo>
                        <a:pt x="34" y="89"/>
                      </a:lnTo>
                      <a:cubicBezTo>
                        <a:pt x="34" y="34"/>
                        <a:pt x="67" y="1"/>
                        <a:pt x="111" y="1"/>
                      </a:cubicBezTo>
                      <a:close/>
                      <a:moveTo>
                        <a:pt x="90" y="1117"/>
                      </a:moveTo>
                      <a:cubicBezTo>
                        <a:pt x="95" y="1119"/>
                        <a:pt x="100" y="1119"/>
                        <a:pt x="106" y="1119"/>
                      </a:cubicBezTo>
                      <a:cubicBezTo>
                        <a:pt x="111" y="1119"/>
                        <a:pt x="117" y="1119"/>
                        <a:pt x="123" y="111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25"/>
                <p:cNvSpPr/>
                <p:nvPr/>
              </p:nvSpPr>
              <p:spPr>
                <a:xfrm>
                  <a:off x="1770694" y="2910017"/>
                  <a:ext cx="35281" cy="323309"/>
                </a:xfrm>
                <a:custGeom>
                  <a:avLst/>
                  <a:gdLst/>
                  <a:ahLst/>
                  <a:cxnLst/>
                  <a:rect l="l" t="t" r="r" b="b"/>
                  <a:pathLst>
                    <a:path w="122" h="1118" extrusionOk="0">
                      <a:moveTo>
                        <a:pt x="0" y="1"/>
                      </a:moveTo>
                      <a:cubicBezTo>
                        <a:pt x="44" y="1"/>
                        <a:pt x="89" y="34"/>
                        <a:pt x="89" y="89"/>
                      </a:cubicBezTo>
                      <a:lnTo>
                        <a:pt x="89" y="1040"/>
                      </a:lnTo>
                      <a:cubicBezTo>
                        <a:pt x="89" y="1084"/>
                        <a:pt x="44" y="1117"/>
                        <a:pt x="0" y="1117"/>
                      </a:cubicBezTo>
                      <a:lnTo>
                        <a:pt x="44" y="1117"/>
                      </a:lnTo>
                      <a:cubicBezTo>
                        <a:pt x="89" y="1117"/>
                        <a:pt x="122" y="1084"/>
                        <a:pt x="122" y="1040"/>
                      </a:cubicBezTo>
                      <a:lnTo>
                        <a:pt x="122" y="89"/>
                      </a:lnTo>
                      <a:cubicBezTo>
                        <a:pt x="122" y="34"/>
                        <a:pt x="89" y="1"/>
                        <a:pt x="4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25"/>
                <p:cNvSpPr/>
                <p:nvPr/>
              </p:nvSpPr>
              <p:spPr>
                <a:xfrm>
                  <a:off x="1652417" y="2910017"/>
                  <a:ext cx="144014" cy="323309"/>
                </a:xfrm>
                <a:custGeom>
                  <a:avLst/>
                  <a:gdLst/>
                  <a:ahLst/>
                  <a:cxnLst/>
                  <a:rect l="l" t="t" r="r" b="b"/>
                  <a:pathLst>
                    <a:path w="498" h="1118" extrusionOk="0">
                      <a:moveTo>
                        <a:pt x="77" y="1"/>
                      </a:moveTo>
                      <a:cubicBezTo>
                        <a:pt x="33" y="1"/>
                        <a:pt x="0" y="34"/>
                        <a:pt x="0" y="78"/>
                      </a:cubicBezTo>
                      <a:lnTo>
                        <a:pt x="0" y="1040"/>
                      </a:lnTo>
                      <a:cubicBezTo>
                        <a:pt x="0" y="1084"/>
                        <a:pt x="33" y="1117"/>
                        <a:pt x="77" y="1117"/>
                      </a:cubicBezTo>
                      <a:lnTo>
                        <a:pt x="409" y="1117"/>
                      </a:lnTo>
                      <a:cubicBezTo>
                        <a:pt x="453" y="1117"/>
                        <a:pt x="498" y="1084"/>
                        <a:pt x="498" y="1040"/>
                      </a:cubicBezTo>
                      <a:lnTo>
                        <a:pt x="498" y="78"/>
                      </a:lnTo>
                      <a:cubicBezTo>
                        <a:pt x="498" y="34"/>
                        <a:pt x="453" y="1"/>
                        <a:pt x="40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25"/>
                <p:cNvSpPr/>
                <p:nvPr/>
              </p:nvSpPr>
              <p:spPr>
                <a:xfrm>
                  <a:off x="1968786" y="2910017"/>
                  <a:ext cx="35570" cy="323309"/>
                </a:xfrm>
                <a:custGeom>
                  <a:avLst/>
                  <a:gdLst/>
                  <a:ahLst/>
                  <a:cxnLst/>
                  <a:rect l="l" t="t" r="r" b="b"/>
                  <a:pathLst>
                    <a:path w="123" h="1118" extrusionOk="0">
                      <a:moveTo>
                        <a:pt x="89" y="1"/>
                      </a:moveTo>
                      <a:cubicBezTo>
                        <a:pt x="45" y="1"/>
                        <a:pt x="1" y="34"/>
                        <a:pt x="1" y="89"/>
                      </a:cubicBezTo>
                      <a:lnTo>
                        <a:pt x="1" y="1040"/>
                      </a:lnTo>
                      <a:cubicBezTo>
                        <a:pt x="1" y="1084"/>
                        <a:pt x="45" y="1117"/>
                        <a:pt x="89" y="1117"/>
                      </a:cubicBezTo>
                      <a:lnTo>
                        <a:pt x="122" y="1117"/>
                      </a:lnTo>
                      <a:cubicBezTo>
                        <a:pt x="78" y="1117"/>
                        <a:pt x="45" y="1084"/>
                        <a:pt x="45" y="1040"/>
                      </a:cubicBezTo>
                      <a:lnTo>
                        <a:pt x="45" y="89"/>
                      </a:lnTo>
                      <a:cubicBezTo>
                        <a:pt x="45"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25"/>
                <p:cNvSpPr/>
                <p:nvPr/>
              </p:nvSpPr>
              <p:spPr>
                <a:xfrm>
                  <a:off x="2100076" y="2910017"/>
                  <a:ext cx="35281" cy="323309"/>
                </a:xfrm>
                <a:custGeom>
                  <a:avLst/>
                  <a:gdLst/>
                  <a:ahLst/>
                  <a:cxnLst/>
                  <a:rect l="l" t="t" r="r" b="b"/>
                  <a:pathLst>
                    <a:path w="122" h="1118" extrusionOk="0">
                      <a:moveTo>
                        <a:pt x="0" y="1"/>
                      </a:moveTo>
                      <a:cubicBezTo>
                        <a:pt x="44" y="1"/>
                        <a:pt x="89" y="34"/>
                        <a:pt x="89" y="89"/>
                      </a:cubicBezTo>
                      <a:lnTo>
                        <a:pt x="89" y="1040"/>
                      </a:lnTo>
                      <a:cubicBezTo>
                        <a:pt x="89" y="1084"/>
                        <a:pt x="44" y="1117"/>
                        <a:pt x="0" y="1117"/>
                      </a:cubicBezTo>
                      <a:lnTo>
                        <a:pt x="33" y="1117"/>
                      </a:lnTo>
                      <a:cubicBezTo>
                        <a:pt x="78" y="1117"/>
                        <a:pt x="122" y="1084"/>
                        <a:pt x="122" y="1040"/>
                      </a:cubicBezTo>
                      <a:lnTo>
                        <a:pt x="122" y="89"/>
                      </a:lnTo>
                      <a:cubicBezTo>
                        <a:pt x="122" y="34"/>
                        <a:pt x="78" y="1"/>
                        <a:pt x="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25"/>
                <p:cNvSpPr/>
                <p:nvPr/>
              </p:nvSpPr>
              <p:spPr>
                <a:xfrm>
                  <a:off x="1981510" y="2910017"/>
                  <a:ext cx="144303" cy="323309"/>
                </a:xfrm>
                <a:custGeom>
                  <a:avLst/>
                  <a:gdLst/>
                  <a:ahLst/>
                  <a:cxnLst/>
                  <a:rect l="l" t="t" r="r" b="b"/>
                  <a:pathLst>
                    <a:path w="499" h="1118" extrusionOk="0">
                      <a:moveTo>
                        <a:pt x="78" y="1"/>
                      </a:moveTo>
                      <a:cubicBezTo>
                        <a:pt x="34" y="1"/>
                        <a:pt x="1" y="34"/>
                        <a:pt x="1" y="78"/>
                      </a:cubicBezTo>
                      <a:lnTo>
                        <a:pt x="1" y="1040"/>
                      </a:lnTo>
                      <a:cubicBezTo>
                        <a:pt x="1" y="1084"/>
                        <a:pt x="34" y="1117"/>
                        <a:pt x="78" y="1117"/>
                      </a:cubicBezTo>
                      <a:lnTo>
                        <a:pt x="410" y="1117"/>
                      </a:lnTo>
                      <a:cubicBezTo>
                        <a:pt x="454" y="1117"/>
                        <a:pt x="499" y="1084"/>
                        <a:pt x="499" y="1040"/>
                      </a:cubicBezTo>
                      <a:lnTo>
                        <a:pt x="499" y="78"/>
                      </a:lnTo>
                      <a:cubicBezTo>
                        <a:pt x="499" y="34"/>
                        <a:pt x="454" y="1"/>
                        <a:pt x="4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25"/>
                <p:cNvSpPr/>
                <p:nvPr/>
              </p:nvSpPr>
              <p:spPr>
                <a:xfrm>
                  <a:off x="2298169" y="2910017"/>
                  <a:ext cx="35570" cy="323309"/>
                </a:xfrm>
                <a:custGeom>
                  <a:avLst/>
                  <a:gdLst/>
                  <a:ahLst/>
                  <a:cxnLst/>
                  <a:rect l="l" t="t" r="r" b="b"/>
                  <a:pathLst>
                    <a:path w="123" h="1118" extrusionOk="0">
                      <a:moveTo>
                        <a:pt x="78" y="1"/>
                      </a:moveTo>
                      <a:cubicBezTo>
                        <a:pt x="34" y="1"/>
                        <a:pt x="1" y="34"/>
                        <a:pt x="1" y="89"/>
                      </a:cubicBezTo>
                      <a:lnTo>
                        <a:pt x="1" y="1040"/>
                      </a:lnTo>
                      <a:cubicBezTo>
                        <a:pt x="1" y="1084"/>
                        <a:pt x="34" y="1117"/>
                        <a:pt x="78" y="1117"/>
                      </a:cubicBezTo>
                      <a:lnTo>
                        <a:pt x="122" y="1117"/>
                      </a:lnTo>
                      <a:cubicBezTo>
                        <a:pt x="78" y="1117"/>
                        <a:pt x="34" y="1084"/>
                        <a:pt x="34" y="1040"/>
                      </a:cubicBezTo>
                      <a:lnTo>
                        <a:pt x="34" y="89"/>
                      </a:lnTo>
                      <a:cubicBezTo>
                        <a:pt x="34"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25"/>
                <p:cNvSpPr/>
                <p:nvPr/>
              </p:nvSpPr>
              <p:spPr>
                <a:xfrm>
                  <a:off x="2429459" y="2910017"/>
                  <a:ext cx="32100" cy="323309"/>
                </a:xfrm>
                <a:custGeom>
                  <a:avLst/>
                  <a:gdLst/>
                  <a:ahLst/>
                  <a:cxnLst/>
                  <a:rect l="l" t="t" r="r" b="b"/>
                  <a:pathLst>
                    <a:path w="111" h="1118" extrusionOk="0">
                      <a:moveTo>
                        <a:pt x="0" y="1"/>
                      </a:moveTo>
                      <a:cubicBezTo>
                        <a:pt x="44" y="1"/>
                        <a:pt x="77" y="34"/>
                        <a:pt x="77" y="89"/>
                      </a:cubicBezTo>
                      <a:lnTo>
                        <a:pt x="77" y="1040"/>
                      </a:lnTo>
                      <a:cubicBezTo>
                        <a:pt x="77" y="1084"/>
                        <a:pt x="44" y="1117"/>
                        <a:pt x="0" y="1117"/>
                      </a:cubicBezTo>
                      <a:lnTo>
                        <a:pt x="33" y="1117"/>
                      </a:lnTo>
                      <a:cubicBezTo>
                        <a:pt x="77" y="1117"/>
                        <a:pt x="111" y="1084"/>
                        <a:pt x="111" y="1040"/>
                      </a:cubicBezTo>
                      <a:lnTo>
                        <a:pt x="111" y="89"/>
                      </a:lnTo>
                      <a:cubicBezTo>
                        <a:pt x="111" y="34"/>
                        <a:pt x="77" y="1"/>
                        <a:pt x="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25"/>
                <p:cNvSpPr/>
                <p:nvPr/>
              </p:nvSpPr>
              <p:spPr>
                <a:xfrm>
                  <a:off x="2307712" y="2910017"/>
                  <a:ext cx="144303" cy="323309"/>
                </a:xfrm>
                <a:custGeom>
                  <a:avLst/>
                  <a:gdLst/>
                  <a:ahLst/>
                  <a:cxnLst/>
                  <a:rect l="l" t="t" r="r" b="b"/>
                  <a:pathLst>
                    <a:path w="499" h="1118" extrusionOk="0">
                      <a:moveTo>
                        <a:pt x="89" y="1"/>
                      </a:moveTo>
                      <a:cubicBezTo>
                        <a:pt x="45" y="1"/>
                        <a:pt x="1" y="34"/>
                        <a:pt x="1" y="78"/>
                      </a:cubicBezTo>
                      <a:lnTo>
                        <a:pt x="1" y="1040"/>
                      </a:lnTo>
                      <a:cubicBezTo>
                        <a:pt x="1" y="1084"/>
                        <a:pt x="45" y="1117"/>
                        <a:pt x="89" y="1117"/>
                      </a:cubicBezTo>
                      <a:lnTo>
                        <a:pt x="421" y="1117"/>
                      </a:lnTo>
                      <a:cubicBezTo>
                        <a:pt x="465" y="1117"/>
                        <a:pt x="498" y="1084"/>
                        <a:pt x="498" y="1040"/>
                      </a:cubicBezTo>
                      <a:lnTo>
                        <a:pt x="498" y="78"/>
                      </a:lnTo>
                      <a:cubicBezTo>
                        <a:pt x="498" y="34"/>
                        <a:pt x="465" y="1"/>
                        <a:pt x="4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25"/>
                <p:cNvSpPr/>
                <p:nvPr/>
              </p:nvSpPr>
              <p:spPr>
                <a:xfrm>
                  <a:off x="2624370" y="2910017"/>
                  <a:ext cx="35570" cy="323309"/>
                </a:xfrm>
                <a:custGeom>
                  <a:avLst/>
                  <a:gdLst/>
                  <a:ahLst/>
                  <a:cxnLst/>
                  <a:rect l="l" t="t" r="r" b="b"/>
                  <a:pathLst>
                    <a:path w="123" h="1118" extrusionOk="0">
                      <a:moveTo>
                        <a:pt x="89" y="1"/>
                      </a:moveTo>
                      <a:cubicBezTo>
                        <a:pt x="45" y="1"/>
                        <a:pt x="1" y="34"/>
                        <a:pt x="1" y="89"/>
                      </a:cubicBezTo>
                      <a:lnTo>
                        <a:pt x="1" y="1040"/>
                      </a:lnTo>
                      <a:cubicBezTo>
                        <a:pt x="1" y="1084"/>
                        <a:pt x="45" y="1117"/>
                        <a:pt x="89" y="1117"/>
                      </a:cubicBezTo>
                      <a:lnTo>
                        <a:pt x="122" y="1117"/>
                      </a:lnTo>
                      <a:cubicBezTo>
                        <a:pt x="78" y="1117"/>
                        <a:pt x="34" y="1084"/>
                        <a:pt x="45" y="1040"/>
                      </a:cubicBezTo>
                      <a:lnTo>
                        <a:pt x="45" y="89"/>
                      </a:lnTo>
                      <a:cubicBezTo>
                        <a:pt x="34"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25"/>
                <p:cNvSpPr/>
                <p:nvPr/>
              </p:nvSpPr>
              <p:spPr>
                <a:xfrm>
                  <a:off x="2755372" y="2910017"/>
                  <a:ext cx="35570" cy="323309"/>
                </a:xfrm>
                <a:custGeom>
                  <a:avLst/>
                  <a:gdLst/>
                  <a:ahLst/>
                  <a:cxnLst/>
                  <a:rect l="l" t="t" r="r" b="b"/>
                  <a:pathLst>
                    <a:path w="123" h="1118" extrusionOk="0">
                      <a:moveTo>
                        <a:pt x="1" y="1"/>
                      </a:moveTo>
                      <a:cubicBezTo>
                        <a:pt x="45" y="1"/>
                        <a:pt x="78" y="34"/>
                        <a:pt x="78" y="89"/>
                      </a:cubicBezTo>
                      <a:lnTo>
                        <a:pt x="78" y="1040"/>
                      </a:lnTo>
                      <a:cubicBezTo>
                        <a:pt x="78" y="1084"/>
                        <a:pt x="45" y="1117"/>
                        <a:pt x="1" y="1117"/>
                      </a:cubicBezTo>
                      <a:lnTo>
                        <a:pt x="34" y="1117"/>
                      </a:lnTo>
                      <a:cubicBezTo>
                        <a:pt x="78" y="1117"/>
                        <a:pt x="123" y="1084"/>
                        <a:pt x="123" y="1040"/>
                      </a:cubicBezTo>
                      <a:lnTo>
                        <a:pt x="123" y="89"/>
                      </a:lnTo>
                      <a:cubicBezTo>
                        <a:pt x="123" y="45"/>
                        <a:pt x="89" y="1"/>
                        <a:pt x="4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25"/>
                <p:cNvSpPr/>
                <p:nvPr/>
              </p:nvSpPr>
              <p:spPr>
                <a:xfrm>
                  <a:off x="2637095" y="2910017"/>
                  <a:ext cx="144303" cy="323309"/>
                </a:xfrm>
                <a:custGeom>
                  <a:avLst/>
                  <a:gdLst/>
                  <a:ahLst/>
                  <a:cxnLst/>
                  <a:rect l="l" t="t" r="r" b="b"/>
                  <a:pathLst>
                    <a:path w="499" h="1118" extrusionOk="0">
                      <a:moveTo>
                        <a:pt x="78" y="1"/>
                      </a:moveTo>
                      <a:cubicBezTo>
                        <a:pt x="34" y="1"/>
                        <a:pt x="1" y="34"/>
                        <a:pt x="1" y="78"/>
                      </a:cubicBezTo>
                      <a:lnTo>
                        <a:pt x="1" y="1040"/>
                      </a:lnTo>
                      <a:cubicBezTo>
                        <a:pt x="1" y="1084"/>
                        <a:pt x="34" y="1117"/>
                        <a:pt x="78" y="1117"/>
                      </a:cubicBezTo>
                      <a:lnTo>
                        <a:pt x="410" y="1117"/>
                      </a:lnTo>
                      <a:cubicBezTo>
                        <a:pt x="465" y="1117"/>
                        <a:pt x="498" y="1084"/>
                        <a:pt x="498" y="1040"/>
                      </a:cubicBezTo>
                      <a:lnTo>
                        <a:pt x="498" y="78"/>
                      </a:lnTo>
                      <a:cubicBezTo>
                        <a:pt x="498" y="34"/>
                        <a:pt x="465" y="1"/>
                        <a:pt x="4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25"/>
                <p:cNvSpPr/>
                <p:nvPr/>
              </p:nvSpPr>
              <p:spPr>
                <a:xfrm>
                  <a:off x="2953753" y="2910017"/>
                  <a:ext cx="35570" cy="323309"/>
                </a:xfrm>
                <a:custGeom>
                  <a:avLst/>
                  <a:gdLst/>
                  <a:ahLst/>
                  <a:cxnLst/>
                  <a:rect l="l" t="t" r="r" b="b"/>
                  <a:pathLst>
                    <a:path w="123" h="1118" extrusionOk="0">
                      <a:moveTo>
                        <a:pt x="89" y="1"/>
                      </a:moveTo>
                      <a:cubicBezTo>
                        <a:pt x="45" y="1"/>
                        <a:pt x="0" y="34"/>
                        <a:pt x="12" y="89"/>
                      </a:cubicBezTo>
                      <a:lnTo>
                        <a:pt x="12" y="1040"/>
                      </a:lnTo>
                      <a:cubicBezTo>
                        <a:pt x="0" y="1084"/>
                        <a:pt x="45" y="1117"/>
                        <a:pt x="89" y="1117"/>
                      </a:cubicBezTo>
                      <a:lnTo>
                        <a:pt x="122" y="1117"/>
                      </a:lnTo>
                      <a:cubicBezTo>
                        <a:pt x="78" y="1117"/>
                        <a:pt x="45" y="1084"/>
                        <a:pt x="45" y="1040"/>
                      </a:cubicBezTo>
                      <a:lnTo>
                        <a:pt x="45" y="89"/>
                      </a:lnTo>
                      <a:cubicBezTo>
                        <a:pt x="45"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25"/>
                <p:cNvSpPr/>
                <p:nvPr/>
              </p:nvSpPr>
              <p:spPr>
                <a:xfrm>
                  <a:off x="3084754" y="2910017"/>
                  <a:ext cx="35570" cy="323309"/>
                </a:xfrm>
                <a:custGeom>
                  <a:avLst/>
                  <a:gdLst/>
                  <a:ahLst/>
                  <a:cxnLst/>
                  <a:rect l="l" t="t" r="r" b="b"/>
                  <a:pathLst>
                    <a:path w="123" h="1118" extrusionOk="0">
                      <a:moveTo>
                        <a:pt x="1" y="1"/>
                      </a:moveTo>
                      <a:cubicBezTo>
                        <a:pt x="45" y="1"/>
                        <a:pt x="89" y="34"/>
                        <a:pt x="89" y="89"/>
                      </a:cubicBezTo>
                      <a:lnTo>
                        <a:pt x="89" y="1040"/>
                      </a:lnTo>
                      <a:cubicBezTo>
                        <a:pt x="89" y="1084"/>
                        <a:pt x="45" y="1117"/>
                        <a:pt x="1" y="1117"/>
                      </a:cubicBezTo>
                      <a:lnTo>
                        <a:pt x="34" y="1117"/>
                      </a:lnTo>
                      <a:cubicBezTo>
                        <a:pt x="78" y="1117"/>
                        <a:pt x="122" y="1084"/>
                        <a:pt x="122" y="1040"/>
                      </a:cubicBezTo>
                      <a:lnTo>
                        <a:pt x="122" y="89"/>
                      </a:lnTo>
                      <a:cubicBezTo>
                        <a:pt x="122" y="34"/>
                        <a:pt x="78" y="1"/>
                        <a:pt x="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25"/>
                <p:cNvSpPr/>
                <p:nvPr/>
              </p:nvSpPr>
              <p:spPr>
                <a:xfrm>
                  <a:off x="2966477" y="2910017"/>
                  <a:ext cx="141122" cy="323309"/>
                </a:xfrm>
                <a:custGeom>
                  <a:avLst/>
                  <a:gdLst/>
                  <a:ahLst/>
                  <a:cxnLst/>
                  <a:rect l="l" t="t" r="r" b="b"/>
                  <a:pathLst>
                    <a:path w="488" h="1118" extrusionOk="0">
                      <a:moveTo>
                        <a:pt x="78" y="1"/>
                      </a:moveTo>
                      <a:cubicBezTo>
                        <a:pt x="34" y="1"/>
                        <a:pt x="1" y="34"/>
                        <a:pt x="1" y="78"/>
                      </a:cubicBezTo>
                      <a:lnTo>
                        <a:pt x="1" y="1040"/>
                      </a:lnTo>
                      <a:cubicBezTo>
                        <a:pt x="1" y="1084"/>
                        <a:pt x="34" y="1117"/>
                        <a:pt x="78" y="1117"/>
                      </a:cubicBezTo>
                      <a:lnTo>
                        <a:pt x="410" y="1117"/>
                      </a:lnTo>
                      <a:cubicBezTo>
                        <a:pt x="454" y="1117"/>
                        <a:pt x="487" y="1084"/>
                        <a:pt x="487" y="1040"/>
                      </a:cubicBezTo>
                      <a:lnTo>
                        <a:pt x="487" y="78"/>
                      </a:lnTo>
                      <a:cubicBezTo>
                        <a:pt x="487" y="34"/>
                        <a:pt x="454" y="1"/>
                        <a:pt x="4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25"/>
                <p:cNvSpPr/>
                <p:nvPr/>
              </p:nvSpPr>
              <p:spPr>
                <a:xfrm>
                  <a:off x="3216045" y="2775835"/>
                  <a:ext cx="326490" cy="1039331"/>
                </a:xfrm>
                <a:custGeom>
                  <a:avLst/>
                  <a:gdLst/>
                  <a:ahLst/>
                  <a:cxnLst/>
                  <a:rect l="l" t="t" r="r" b="b"/>
                  <a:pathLst>
                    <a:path w="1129" h="3594" extrusionOk="0">
                      <a:moveTo>
                        <a:pt x="0" y="0"/>
                      </a:moveTo>
                      <a:lnTo>
                        <a:pt x="0" y="3594"/>
                      </a:lnTo>
                      <a:lnTo>
                        <a:pt x="1128" y="3594"/>
                      </a:lnTo>
                      <a:lnTo>
                        <a:pt x="11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25"/>
                <p:cNvSpPr/>
                <p:nvPr/>
              </p:nvSpPr>
              <p:spPr>
                <a:xfrm>
                  <a:off x="3516509" y="2775835"/>
                  <a:ext cx="26027" cy="1039331"/>
                </a:xfrm>
                <a:custGeom>
                  <a:avLst/>
                  <a:gdLst/>
                  <a:ahLst/>
                  <a:cxnLst/>
                  <a:rect l="l" t="t" r="r" b="b"/>
                  <a:pathLst>
                    <a:path w="90" h="3594" extrusionOk="0">
                      <a:moveTo>
                        <a:pt x="1" y="0"/>
                      </a:moveTo>
                      <a:lnTo>
                        <a:pt x="1" y="3594"/>
                      </a:lnTo>
                      <a:lnTo>
                        <a:pt x="89" y="3594"/>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25"/>
                <p:cNvSpPr/>
                <p:nvPr/>
              </p:nvSpPr>
              <p:spPr>
                <a:xfrm>
                  <a:off x="3190307" y="2775835"/>
                  <a:ext cx="26027" cy="1039331"/>
                </a:xfrm>
                <a:custGeom>
                  <a:avLst/>
                  <a:gdLst/>
                  <a:ahLst/>
                  <a:cxnLst/>
                  <a:rect l="l" t="t" r="r" b="b"/>
                  <a:pathLst>
                    <a:path w="90" h="3594" extrusionOk="0">
                      <a:moveTo>
                        <a:pt x="1" y="0"/>
                      </a:moveTo>
                      <a:lnTo>
                        <a:pt x="1" y="3594"/>
                      </a:lnTo>
                      <a:lnTo>
                        <a:pt x="89" y="3594"/>
                      </a:lnTo>
                      <a:lnTo>
                        <a:pt x="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25"/>
                <p:cNvSpPr/>
                <p:nvPr/>
              </p:nvSpPr>
              <p:spPr>
                <a:xfrm>
                  <a:off x="3874810" y="2775835"/>
                  <a:ext cx="323020" cy="1039331"/>
                </a:xfrm>
                <a:custGeom>
                  <a:avLst/>
                  <a:gdLst/>
                  <a:ahLst/>
                  <a:cxnLst/>
                  <a:rect l="l" t="t" r="r" b="b"/>
                  <a:pathLst>
                    <a:path w="1117" h="3594" extrusionOk="0">
                      <a:moveTo>
                        <a:pt x="0" y="0"/>
                      </a:moveTo>
                      <a:lnTo>
                        <a:pt x="0" y="3594"/>
                      </a:lnTo>
                      <a:lnTo>
                        <a:pt x="1117" y="3594"/>
                      </a:lnTo>
                      <a:lnTo>
                        <a:pt x="111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25"/>
                <p:cNvSpPr/>
                <p:nvPr/>
              </p:nvSpPr>
              <p:spPr>
                <a:xfrm>
                  <a:off x="4172093" y="2775835"/>
                  <a:ext cx="25737" cy="1039331"/>
                </a:xfrm>
                <a:custGeom>
                  <a:avLst/>
                  <a:gdLst/>
                  <a:ahLst/>
                  <a:cxnLst/>
                  <a:rect l="l" t="t" r="r" b="b"/>
                  <a:pathLst>
                    <a:path w="89" h="3594" extrusionOk="0">
                      <a:moveTo>
                        <a:pt x="0" y="0"/>
                      </a:moveTo>
                      <a:lnTo>
                        <a:pt x="0" y="3594"/>
                      </a:lnTo>
                      <a:lnTo>
                        <a:pt x="89" y="3594"/>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25"/>
                <p:cNvSpPr/>
                <p:nvPr/>
              </p:nvSpPr>
              <p:spPr>
                <a:xfrm>
                  <a:off x="3849073" y="2775835"/>
                  <a:ext cx="26027" cy="1039331"/>
                </a:xfrm>
                <a:custGeom>
                  <a:avLst/>
                  <a:gdLst/>
                  <a:ahLst/>
                  <a:cxnLst/>
                  <a:rect l="l" t="t" r="r" b="b"/>
                  <a:pathLst>
                    <a:path w="90" h="3594" extrusionOk="0">
                      <a:moveTo>
                        <a:pt x="1" y="0"/>
                      </a:moveTo>
                      <a:lnTo>
                        <a:pt x="1" y="3594"/>
                      </a:lnTo>
                      <a:lnTo>
                        <a:pt x="89" y="3594"/>
                      </a:lnTo>
                      <a:lnTo>
                        <a:pt x="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25"/>
                <p:cNvSpPr/>
                <p:nvPr/>
              </p:nvSpPr>
              <p:spPr>
                <a:xfrm>
                  <a:off x="3283136" y="2910017"/>
                  <a:ext cx="35570" cy="323309"/>
                </a:xfrm>
                <a:custGeom>
                  <a:avLst/>
                  <a:gdLst/>
                  <a:ahLst/>
                  <a:cxnLst/>
                  <a:rect l="l" t="t" r="r" b="b"/>
                  <a:pathLst>
                    <a:path w="123" h="1118" extrusionOk="0">
                      <a:moveTo>
                        <a:pt x="89" y="1"/>
                      </a:moveTo>
                      <a:cubicBezTo>
                        <a:pt x="45" y="1"/>
                        <a:pt x="0" y="34"/>
                        <a:pt x="0" y="89"/>
                      </a:cubicBezTo>
                      <a:lnTo>
                        <a:pt x="0" y="1040"/>
                      </a:lnTo>
                      <a:cubicBezTo>
                        <a:pt x="0" y="1084"/>
                        <a:pt x="45" y="1117"/>
                        <a:pt x="89" y="1117"/>
                      </a:cubicBezTo>
                      <a:lnTo>
                        <a:pt x="122" y="1117"/>
                      </a:lnTo>
                      <a:cubicBezTo>
                        <a:pt x="78" y="1117"/>
                        <a:pt x="45" y="1084"/>
                        <a:pt x="45" y="1040"/>
                      </a:cubicBezTo>
                      <a:lnTo>
                        <a:pt x="45" y="89"/>
                      </a:lnTo>
                      <a:cubicBezTo>
                        <a:pt x="45"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25"/>
                <p:cNvSpPr/>
                <p:nvPr/>
              </p:nvSpPr>
              <p:spPr>
                <a:xfrm>
                  <a:off x="3414137" y="2910017"/>
                  <a:ext cx="35570" cy="323309"/>
                </a:xfrm>
                <a:custGeom>
                  <a:avLst/>
                  <a:gdLst/>
                  <a:ahLst/>
                  <a:cxnLst/>
                  <a:rect l="l" t="t" r="r" b="b"/>
                  <a:pathLst>
                    <a:path w="123" h="1118" extrusionOk="0">
                      <a:moveTo>
                        <a:pt x="1" y="1"/>
                      </a:moveTo>
                      <a:cubicBezTo>
                        <a:pt x="45" y="1"/>
                        <a:pt x="89" y="34"/>
                        <a:pt x="89" y="89"/>
                      </a:cubicBezTo>
                      <a:lnTo>
                        <a:pt x="89" y="1040"/>
                      </a:lnTo>
                      <a:cubicBezTo>
                        <a:pt x="89" y="1084"/>
                        <a:pt x="45" y="1117"/>
                        <a:pt x="1" y="1117"/>
                      </a:cubicBezTo>
                      <a:lnTo>
                        <a:pt x="34" y="1117"/>
                      </a:lnTo>
                      <a:cubicBezTo>
                        <a:pt x="78" y="1117"/>
                        <a:pt x="122" y="1084"/>
                        <a:pt x="122" y="1040"/>
                      </a:cubicBezTo>
                      <a:lnTo>
                        <a:pt x="122" y="89"/>
                      </a:lnTo>
                      <a:cubicBezTo>
                        <a:pt x="122" y="34"/>
                        <a:pt x="78" y="1"/>
                        <a:pt x="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5"/>
                <p:cNvSpPr/>
                <p:nvPr/>
              </p:nvSpPr>
              <p:spPr>
                <a:xfrm>
                  <a:off x="3295860" y="2910017"/>
                  <a:ext cx="144303" cy="323309"/>
                </a:xfrm>
                <a:custGeom>
                  <a:avLst/>
                  <a:gdLst/>
                  <a:ahLst/>
                  <a:cxnLst/>
                  <a:rect l="l" t="t" r="r" b="b"/>
                  <a:pathLst>
                    <a:path w="499" h="1118" extrusionOk="0">
                      <a:moveTo>
                        <a:pt x="78" y="1"/>
                      </a:moveTo>
                      <a:cubicBezTo>
                        <a:pt x="34" y="1"/>
                        <a:pt x="1" y="34"/>
                        <a:pt x="1" y="78"/>
                      </a:cubicBezTo>
                      <a:lnTo>
                        <a:pt x="1" y="1040"/>
                      </a:lnTo>
                      <a:cubicBezTo>
                        <a:pt x="1" y="1084"/>
                        <a:pt x="34" y="1117"/>
                        <a:pt x="78" y="1117"/>
                      </a:cubicBezTo>
                      <a:lnTo>
                        <a:pt x="410" y="1117"/>
                      </a:lnTo>
                      <a:cubicBezTo>
                        <a:pt x="454" y="1117"/>
                        <a:pt x="498" y="1084"/>
                        <a:pt x="498" y="1040"/>
                      </a:cubicBezTo>
                      <a:lnTo>
                        <a:pt x="498" y="78"/>
                      </a:lnTo>
                      <a:cubicBezTo>
                        <a:pt x="498" y="34"/>
                        <a:pt x="454" y="1"/>
                        <a:pt x="4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25"/>
                <p:cNvSpPr/>
                <p:nvPr/>
              </p:nvSpPr>
              <p:spPr>
                <a:xfrm>
                  <a:off x="3612519" y="2910017"/>
                  <a:ext cx="35281" cy="323309"/>
                </a:xfrm>
                <a:custGeom>
                  <a:avLst/>
                  <a:gdLst/>
                  <a:ahLst/>
                  <a:cxnLst/>
                  <a:rect l="l" t="t" r="r" b="b"/>
                  <a:pathLst>
                    <a:path w="122" h="1118" extrusionOk="0">
                      <a:moveTo>
                        <a:pt x="78" y="1"/>
                      </a:moveTo>
                      <a:cubicBezTo>
                        <a:pt x="34" y="1"/>
                        <a:pt x="0" y="34"/>
                        <a:pt x="0" y="89"/>
                      </a:cubicBezTo>
                      <a:lnTo>
                        <a:pt x="0" y="1040"/>
                      </a:lnTo>
                      <a:cubicBezTo>
                        <a:pt x="0" y="1084"/>
                        <a:pt x="34" y="1117"/>
                        <a:pt x="78" y="1117"/>
                      </a:cubicBezTo>
                      <a:lnTo>
                        <a:pt x="111" y="1117"/>
                      </a:lnTo>
                      <a:cubicBezTo>
                        <a:pt x="67" y="1117"/>
                        <a:pt x="34" y="1084"/>
                        <a:pt x="34" y="1040"/>
                      </a:cubicBezTo>
                      <a:lnTo>
                        <a:pt x="34" y="89"/>
                      </a:lnTo>
                      <a:cubicBezTo>
                        <a:pt x="34"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25"/>
                <p:cNvSpPr/>
                <p:nvPr/>
              </p:nvSpPr>
              <p:spPr>
                <a:xfrm>
                  <a:off x="3743520" y="2910017"/>
                  <a:ext cx="35570" cy="323309"/>
                </a:xfrm>
                <a:custGeom>
                  <a:avLst/>
                  <a:gdLst/>
                  <a:ahLst/>
                  <a:cxnLst/>
                  <a:rect l="l" t="t" r="r" b="b"/>
                  <a:pathLst>
                    <a:path w="123" h="1118" extrusionOk="0">
                      <a:moveTo>
                        <a:pt x="1" y="1"/>
                      </a:moveTo>
                      <a:cubicBezTo>
                        <a:pt x="45" y="1"/>
                        <a:pt x="89" y="34"/>
                        <a:pt x="89" y="89"/>
                      </a:cubicBezTo>
                      <a:lnTo>
                        <a:pt x="89" y="1040"/>
                      </a:lnTo>
                      <a:cubicBezTo>
                        <a:pt x="89" y="1084"/>
                        <a:pt x="45" y="1117"/>
                        <a:pt x="1" y="1117"/>
                      </a:cubicBezTo>
                      <a:lnTo>
                        <a:pt x="45" y="1117"/>
                      </a:lnTo>
                      <a:cubicBezTo>
                        <a:pt x="89" y="1117"/>
                        <a:pt x="122" y="1084"/>
                        <a:pt x="122" y="1040"/>
                      </a:cubicBezTo>
                      <a:lnTo>
                        <a:pt x="122" y="89"/>
                      </a:lnTo>
                      <a:cubicBezTo>
                        <a:pt x="122" y="34"/>
                        <a:pt x="89" y="1"/>
                        <a:pt x="4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25"/>
                <p:cNvSpPr/>
                <p:nvPr/>
              </p:nvSpPr>
              <p:spPr>
                <a:xfrm>
                  <a:off x="3622062" y="2910017"/>
                  <a:ext cx="144303" cy="323309"/>
                </a:xfrm>
                <a:custGeom>
                  <a:avLst/>
                  <a:gdLst/>
                  <a:ahLst/>
                  <a:cxnLst/>
                  <a:rect l="l" t="t" r="r" b="b"/>
                  <a:pathLst>
                    <a:path w="499" h="1118" extrusionOk="0">
                      <a:moveTo>
                        <a:pt x="89" y="1"/>
                      </a:moveTo>
                      <a:cubicBezTo>
                        <a:pt x="45" y="1"/>
                        <a:pt x="1" y="34"/>
                        <a:pt x="1" y="78"/>
                      </a:cubicBezTo>
                      <a:lnTo>
                        <a:pt x="1" y="1040"/>
                      </a:lnTo>
                      <a:cubicBezTo>
                        <a:pt x="1" y="1084"/>
                        <a:pt x="45" y="1117"/>
                        <a:pt x="89" y="1117"/>
                      </a:cubicBezTo>
                      <a:lnTo>
                        <a:pt x="421" y="1117"/>
                      </a:lnTo>
                      <a:cubicBezTo>
                        <a:pt x="465" y="1117"/>
                        <a:pt x="498" y="1084"/>
                        <a:pt x="498" y="1040"/>
                      </a:cubicBezTo>
                      <a:lnTo>
                        <a:pt x="498" y="78"/>
                      </a:lnTo>
                      <a:cubicBezTo>
                        <a:pt x="498" y="34"/>
                        <a:pt x="465" y="1"/>
                        <a:pt x="4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25"/>
                <p:cNvSpPr/>
                <p:nvPr/>
              </p:nvSpPr>
              <p:spPr>
                <a:xfrm>
                  <a:off x="3941901" y="2910017"/>
                  <a:ext cx="32100" cy="323309"/>
                </a:xfrm>
                <a:custGeom>
                  <a:avLst/>
                  <a:gdLst/>
                  <a:ahLst/>
                  <a:cxnLst/>
                  <a:rect l="l" t="t" r="r" b="b"/>
                  <a:pathLst>
                    <a:path w="111" h="1118" extrusionOk="0">
                      <a:moveTo>
                        <a:pt x="78" y="1"/>
                      </a:moveTo>
                      <a:cubicBezTo>
                        <a:pt x="33" y="1"/>
                        <a:pt x="0" y="34"/>
                        <a:pt x="0" y="89"/>
                      </a:cubicBezTo>
                      <a:lnTo>
                        <a:pt x="0" y="1040"/>
                      </a:lnTo>
                      <a:cubicBezTo>
                        <a:pt x="0" y="1084"/>
                        <a:pt x="33" y="1117"/>
                        <a:pt x="78" y="1117"/>
                      </a:cubicBezTo>
                      <a:lnTo>
                        <a:pt x="111" y="1117"/>
                      </a:lnTo>
                      <a:cubicBezTo>
                        <a:pt x="67" y="1117"/>
                        <a:pt x="33" y="1084"/>
                        <a:pt x="33" y="1040"/>
                      </a:cubicBezTo>
                      <a:lnTo>
                        <a:pt x="33" y="89"/>
                      </a:lnTo>
                      <a:cubicBezTo>
                        <a:pt x="33" y="34"/>
                        <a:pt x="67" y="1"/>
                        <a:pt x="1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25"/>
                <p:cNvSpPr/>
                <p:nvPr/>
              </p:nvSpPr>
              <p:spPr>
                <a:xfrm>
                  <a:off x="4072903" y="2910017"/>
                  <a:ext cx="32389" cy="323309"/>
                </a:xfrm>
                <a:custGeom>
                  <a:avLst/>
                  <a:gdLst/>
                  <a:ahLst/>
                  <a:cxnLst/>
                  <a:rect l="l" t="t" r="r" b="b"/>
                  <a:pathLst>
                    <a:path w="112" h="1118" extrusionOk="0">
                      <a:moveTo>
                        <a:pt x="1" y="1"/>
                      </a:moveTo>
                      <a:cubicBezTo>
                        <a:pt x="45" y="1"/>
                        <a:pt x="78" y="34"/>
                        <a:pt x="78" y="89"/>
                      </a:cubicBezTo>
                      <a:lnTo>
                        <a:pt x="78" y="1040"/>
                      </a:lnTo>
                      <a:cubicBezTo>
                        <a:pt x="78" y="1084"/>
                        <a:pt x="45" y="1117"/>
                        <a:pt x="1" y="1117"/>
                      </a:cubicBezTo>
                      <a:lnTo>
                        <a:pt x="34" y="1117"/>
                      </a:lnTo>
                      <a:cubicBezTo>
                        <a:pt x="78" y="1117"/>
                        <a:pt x="111" y="1084"/>
                        <a:pt x="111" y="1040"/>
                      </a:cubicBezTo>
                      <a:lnTo>
                        <a:pt x="111" y="89"/>
                      </a:lnTo>
                      <a:cubicBezTo>
                        <a:pt x="111" y="34"/>
                        <a:pt x="78" y="1"/>
                        <a:pt x="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25"/>
                <p:cNvSpPr/>
                <p:nvPr/>
              </p:nvSpPr>
              <p:spPr>
                <a:xfrm>
                  <a:off x="3951444" y="2910017"/>
                  <a:ext cx="144303" cy="323309"/>
                </a:xfrm>
                <a:custGeom>
                  <a:avLst/>
                  <a:gdLst/>
                  <a:ahLst/>
                  <a:cxnLst/>
                  <a:rect l="l" t="t" r="r" b="b"/>
                  <a:pathLst>
                    <a:path w="499" h="1118" extrusionOk="0">
                      <a:moveTo>
                        <a:pt x="78" y="1"/>
                      </a:moveTo>
                      <a:cubicBezTo>
                        <a:pt x="34" y="1"/>
                        <a:pt x="0" y="34"/>
                        <a:pt x="0" y="78"/>
                      </a:cubicBezTo>
                      <a:lnTo>
                        <a:pt x="0" y="1040"/>
                      </a:lnTo>
                      <a:cubicBezTo>
                        <a:pt x="0" y="1084"/>
                        <a:pt x="34" y="1117"/>
                        <a:pt x="78" y="1117"/>
                      </a:cubicBezTo>
                      <a:lnTo>
                        <a:pt x="410" y="1117"/>
                      </a:lnTo>
                      <a:cubicBezTo>
                        <a:pt x="465" y="1117"/>
                        <a:pt x="498" y="1084"/>
                        <a:pt x="498" y="1040"/>
                      </a:cubicBezTo>
                      <a:lnTo>
                        <a:pt x="498" y="78"/>
                      </a:lnTo>
                      <a:cubicBezTo>
                        <a:pt x="498" y="34"/>
                        <a:pt x="465" y="1"/>
                        <a:pt x="4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25"/>
                <p:cNvSpPr/>
                <p:nvPr/>
              </p:nvSpPr>
              <p:spPr>
                <a:xfrm>
                  <a:off x="4268103" y="2910017"/>
                  <a:ext cx="35281" cy="323309"/>
                </a:xfrm>
                <a:custGeom>
                  <a:avLst/>
                  <a:gdLst/>
                  <a:ahLst/>
                  <a:cxnLst/>
                  <a:rect l="l" t="t" r="r" b="b"/>
                  <a:pathLst>
                    <a:path w="122" h="1118" extrusionOk="0">
                      <a:moveTo>
                        <a:pt x="89" y="1"/>
                      </a:moveTo>
                      <a:cubicBezTo>
                        <a:pt x="44" y="1"/>
                        <a:pt x="0" y="34"/>
                        <a:pt x="11" y="89"/>
                      </a:cubicBezTo>
                      <a:lnTo>
                        <a:pt x="11" y="1040"/>
                      </a:lnTo>
                      <a:cubicBezTo>
                        <a:pt x="0" y="1084"/>
                        <a:pt x="44" y="1117"/>
                        <a:pt x="89" y="1117"/>
                      </a:cubicBezTo>
                      <a:lnTo>
                        <a:pt x="122" y="1117"/>
                      </a:lnTo>
                      <a:cubicBezTo>
                        <a:pt x="78" y="1117"/>
                        <a:pt x="44" y="1084"/>
                        <a:pt x="44" y="1040"/>
                      </a:cubicBezTo>
                      <a:lnTo>
                        <a:pt x="44" y="89"/>
                      </a:lnTo>
                      <a:cubicBezTo>
                        <a:pt x="44"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25"/>
                <p:cNvSpPr/>
                <p:nvPr/>
              </p:nvSpPr>
              <p:spPr>
                <a:xfrm>
                  <a:off x="4399104" y="2910017"/>
                  <a:ext cx="35570" cy="323309"/>
                </a:xfrm>
                <a:custGeom>
                  <a:avLst/>
                  <a:gdLst/>
                  <a:ahLst/>
                  <a:cxnLst/>
                  <a:rect l="l" t="t" r="r" b="b"/>
                  <a:pathLst>
                    <a:path w="123" h="1118" extrusionOk="0">
                      <a:moveTo>
                        <a:pt x="1" y="1"/>
                      </a:moveTo>
                      <a:cubicBezTo>
                        <a:pt x="45" y="1"/>
                        <a:pt x="89" y="34"/>
                        <a:pt x="89" y="89"/>
                      </a:cubicBezTo>
                      <a:lnTo>
                        <a:pt x="89" y="1040"/>
                      </a:lnTo>
                      <a:cubicBezTo>
                        <a:pt x="89" y="1084"/>
                        <a:pt x="45" y="1117"/>
                        <a:pt x="1" y="1117"/>
                      </a:cubicBezTo>
                      <a:lnTo>
                        <a:pt x="45" y="1117"/>
                      </a:lnTo>
                      <a:cubicBezTo>
                        <a:pt x="89" y="1117"/>
                        <a:pt x="122" y="1084"/>
                        <a:pt x="122" y="1040"/>
                      </a:cubicBezTo>
                      <a:lnTo>
                        <a:pt x="122" y="89"/>
                      </a:lnTo>
                      <a:cubicBezTo>
                        <a:pt x="122" y="34"/>
                        <a:pt x="89" y="1"/>
                        <a:pt x="4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25"/>
                <p:cNvSpPr/>
                <p:nvPr/>
              </p:nvSpPr>
              <p:spPr>
                <a:xfrm>
                  <a:off x="4280827" y="2910017"/>
                  <a:ext cx="144014" cy="323309"/>
                </a:xfrm>
                <a:custGeom>
                  <a:avLst/>
                  <a:gdLst/>
                  <a:ahLst/>
                  <a:cxnLst/>
                  <a:rect l="l" t="t" r="r" b="b"/>
                  <a:pathLst>
                    <a:path w="498" h="1118" extrusionOk="0">
                      <a:moveTo>
                        <a:pt x="78" y="1"/>
                      </a:moveTo>
                      <a:cubicBezTo>
                        <a:pt x="34" y="1"/>
                        <a:pt x="0" y="34"/>
                        <a:pt x="0" y="78"/>
                      </a:cubicBezTo>
                      <a:lnTo>
                        <a:pt x="0" y="1040"/>
                      </a:lnTo>
                      <a:cubicBezTo>
                        <a:pt x="0" y="1084"/>
                        <a:pt x="34" y="1117"/>
                        <a:pt x="78" y="1117"/>
                      </a:cubicBezTo>
                      <a:lnTo>
                        <a:pt x="410" y="1117"/>
                      </a:lnTo>
                      <a:cubicBezTo>
                        <a:pt x="454" y="1117"/>
                        <a:pt x="498" y="1084"/>
                        <a:pt x="498" y="1040"/>
                      </a:cubicBezTo>
                      <a:lnTo>
                        <a:pt x="498" y="78"/>
                      </a:lnTo>
                      <a:cubicBezTo>
                        <a:pt x="498" y="34"/>
                        <a:pt x="454" y="1"/>
                        <a:pt x="4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25"/>
                <p:cNvSpPr/>
                <p:nvPr/>
              </p:nvSpPr>
              <p:spPr>
                <a:xfrm>
                  <a:off x="824188" y="3575144"/>
                  <a:ext cx="326490" cy="118566"/>
                </a:xfrm>
                <a:custGeom>
                  <a:avLst/>
                  <a:gdLst/>
                  <a:ahLst/>
                  <a:cxnLst/>
                  <a:rect l="l" t="t" r="r" b="b"/>
                  <a:pathLst>
                    <a:path w="1129" h="410" extrusionOk="0">
                      <a:moveTo>
                        <a:pt x="0" y="1"/>
                      </a:moveTo>
                      <a:lnTo>
                        <a:pt x="0" y="410"/>
                      </a:lnTo>
                      <a:lnTo>
                        <a:pt x="1128" y="410"/>
                      </a:lnTo>
                      <a:lnTo>
                        <a:pt x="112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25"/>
                <p:cNvSpPr/>
                <p:nvPr/>
              </p:nvSpPr>
              <p:spPr>
                <a:xfrm>
                  <a:off x="1124653" y="3575144"/>
                  <a:ext cx="26027" cy="118566"/>
                </a:xfrm>
                <a:custGeom>
                  <a:avLst/>
                  <a:gdLst/>
                  <a:ahLst/>
                  <a:cxnLst/>
                  <a:rect l="l" t="t" r="r" b="b"/>
                  <a:pathLst>
                    <a:path w="90" h="410" extrusionOk="0">
                      <a:moveTo>
                        <a:pt x="1" y="1"/>
                      </a:moveTo>
                      <a:lnTo>
                        <a:pt x="1" y="410"/>
                      </a:lnTo>
                      <a:lnTo>
                        <a:pt x="89" y="410"/>
                      </a:lnTo>
                      <a:lnTo>
                        <a:pt x="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25"/>
                <p:cNvSpPr/>
                <p:nvPr/>
              </p:nvSpPr>
              <p:spPr>
                <a:xfrm>
                  <a:off x="798451" y="3575144"/>
                  <a:ext cx="26027" cy="118566"/>
                </a:xfrm>
                <a:custGeom>
                  <a:avLst/>
                  <a:gdLst/>
                  <a:ahLst/>
                  <a:cxnLst/>
                  <a:rect l="l" t="t" r="r" b="b"/>
                  <a:pathLst>
                    <a:path w="90" h="410" extrusionOk="0">
                      <a:moveTo>
                        <a:pt x="1" y="1"/>
                      </a:moveTo>
                      <a:lnTo>
                        <a:pt x="1" y="410"/>
                      </a:lnTo>
                      <a:lnTo>
                        <a:pt x="89" y="410"/>
                      </a:lnTo>
                      <a:lnTo>
                        <a:pt x="8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25"/>
                <p:cNvSpPr/>
                <p:nvPr/>
              </p:nvSpPr>
              <p:spPr>
                <a:xfrm>
                  <a:off x="910366" y="3616787"/>
                  <a:ext cx="64199" cy="35570"/>
                </a:xfrm>
                <a:custGeom>
                  <a:avLst/>
                  <a:gdLst/>
                  <a:ahLst/>
                  <a:cxnLst/>
                  <a:rect l="l" t="t" r="r" b="b"/>
                  <a:pathLst>
                    <a:path w="222" h="123" extrusionOk="0">
                      <a:moveTo>
                        <a:pt x="1" y="0"/>
                      </a:moveTo>
                      <a:lnTo>
                        <a:pt x="1" y="122"/>
                      </a:lnTo>
                      <a:lnTo>
                        <a:pt x="222" y="122"/>
                      </a:lnTo>
                      <a:lnTo>
                        <a:pt x="222" y="0"/>
                      </a:lnTo>
                      <a:close/>
                    </a:path>
                  </a:pathLst>
                </a:custGeom>
                <a:solidFill>
                  <a:srgbClr val="E845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25"/>
                <p:cNvSpPr/>
                <p:nvPr/>
              </p:nvSpPr>
              <p:spPr>
                <a:xfrm>
                  <a:off x="974276" y="3616787"/>
                  <a:ext cx="67669" cy="35570"/>
                </a:xfrm>
                <a:custGeom>
                  <a:avLst/>
                  <a:gdLst/>
                  <a:ahLst/>
                  <a:cxnLst/>
                  <a:rect l="l" t="t" r="r" b="b"/>
                  <a:pathLst>
                    <a:path w="234" h="123" extrusionOk="0">
                      <a:moveTo>
                        <a:pt x="1" y="0"/>
                      </a:moveTo>
                      <a:lnTo>
                        <a:pt x="1" y="122"/>
                      </a:lnTo>
                      <a:lnTo>
                        <a:pt x="233" y="122"/>
                      </a:lnTo>
                      <a:lnTo>
                        <a:pt x="233" y="0"/>
                      </a:lnTo>
                      <a:close/>
                    </a:path>
                  </a:pathLst>
                </a:custGeom>
                <a:solidFill>
                  <a:srgbClr val="ED6A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25"/>
                <p:cNvSpPr/>
                <p:nvPr/>
              </p:nvSpPr>
              <p:spPr>
                <a:xfrm>
                  <a:off x="894461" y="3616787"/>
                  <a:ext cx="147484" cy="51475"/>
                </a:xfrm>
                <a:custGeom>
                  <a:avLst/>
                  <a:gdLst/>
                  <a:ahLst/>
                  <a:cxnLst/>
                  <a:rect l="l" t="t" r="r" b="b"/>
                  <a:pathLst>
                    <a:path w="510" h="178" extrusionOk="0">
                      <a:moveTo>
                        <a:pt x="0" y="0"/>
                      </a:moveTo>
                      <a:lnTo>
                        <a:pt x="0" y="177"/>
                      </a:lnTo>
                      <a:lnTo>
                        <a:pt x="509" y="177"/>
                      </a:lnTo>
                      <a:lnTo>
                        <a:pt x="509" y="133"/>
                      </a:lnTo>
                      <a:lnTo>
                        <a:pt x="56" y="133"/>
                      </a:lnTo>
                      <a:lnTo>
                        <a:pt x="5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25"/>
                <p:cNvSpPr/>
                <p:nvPr/>
              </p:nvSpPr>
              <p:spPr>
                <a:xfrm>
                  <a:off x="4303095" y="3575144"/>
                  <a:ext cx="326490" cy="118566"/>
                </a:xfrm>
                <a:custGeom>
                  <a:avLst/>
                  <a:gdLst/>
                  <a:ahLst/>
                  <a:cxnLst/>
                  <a:rect l="l" t="t" r="r" b="b"/>
                  <a:pathLst>
                    <a:path w="1129" h="410" extrusionOk="0">
                      <a:moveTo>
                        <a:pt x="1" y="1"/>
                      </a:moveTo>
                      <a:lnTo>
                        <a:pt x="1" y="410"/>
                      </a:lnTo>
                      <a:lnTo>
                        <a:pt x="1129" y="410"/>
                      </a:lnTo>
                      <a:lnTo>
                        <a:pt x="112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25"/>
                <p:cNvSpPr/>
                <p:nvPr/>
              </p:nvSpPr>
              <p:spPr>
                <a:xfrm>
                  <a:off x="4603848" y="3575144"/>
                  <a:ext cx="25737" cy="118566"/>
                </a:xfrm>
                <a:custGeom>
                  <a:avLst/>
                  <a:gdLst/>
                  <a:ahLst/>
                  <a:cxnLst/>
                  <a:rect l="l" t="t" r="r" b="b"/>
                  <a:pathLst>
                    <a:path w="89" h="410" extrusionOk="0">
                      <a:moveTo>
                        <a:pt x="0" y="1"/>
                      </a:moveTo>
                      <a:lnTo>
                        <a:pt x="0" y="410"/>
                      </a:lnTo>
                      <a:lnTo>
                        <a:pt x="89" y="410"/>
                      </a:lnTo>
                      <a:lnTo>
                        <a:pt x="8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25"/>
                <p:cNvSpPr/>
                <p:nvPr/>
              </p:nvSpPr>
              <p:spPr>
                <a:xfrm>
                  <a:off x="4277646" y="3575144"/>
                  <a:ext cx="25737" cy="118566"/>
                </a:xfrm>
                <a:custGeom>
                  <a:avLst/>
                  <a:gdLst/>
                  <a:ahLst/>
                  <a:cxnLst/>
                  <a:rect l="l" t="t" r="r" b="b"/>
                  <a:pathLst>
                    <a:path w="89" h="410" extrusionOk="0">
                      <a:moveTo>
                        <a:pt x="0" y="1"/>
                      </a:moveTo>
                      <a:lnTo>
                        <a:pt x="0" y="410"/>
                      </a:lnTo>
                      <a:lnTo>
                        <a:pt x="89" y="410"/>
                      </a:lnTo>
                      <a:lnTo>
                        <a:pt x="8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25"/>
                <p:cNvSpPr/>
                <p:nvPr/>
              </p:nvSpPr>
              <p:spPr>
                <a:xfrm>
                  <a:off x="4389561" y="3616787"/>
                  <a:ext cx="64199" cy="35570"/>
                </a:xfrm>
                <a:custGeom>
                  <a:avLst/>
                  <a:gdLst/>
                  <a:ahLst/>
                  <a:cxnLst/>
                  <a:rect l="l" t="t" r="r" b="b"/>
                  <a:pathLst>
                    <a:path w="222" h="123" extrusionOk="0">
                      <a:moveTo>
                        <a:pt x="0" y="0"/>
                      </a:moveTo>
                      <a:lnTo>
                        <a:pt x="0" y="122"/>
                      </a:lnTo>
                      <a:lnTo>
                        <a:pt x="221" y="122"/>
                      </a:lnTo>
                      <a:lnTo>
                        <a:pt x="2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25"/>
                <p:cNvSpPr/>
                <p:nvPr/>
              </p:nvSpPr>
              <p:spPr>
                <a:xfrm>
                  <a:off x="4453471" y="3616787"/>
                  <a:ext cx="67380" cy="35570"/>
                </a:xfrm>
                <a:custGeom>
                  <a:avLst/>
                  <a:gdLst/>
                  <a:ahLst/>
                  <a:cxnLst/>
                  <a:rect l="l" t="t" r="r" b="b"/>
                  <a:pathLst>
                    <a:path w="233" h="123" extrusionOk="0">
                      <a:moveTo>
                        <a:pt x="0" y="0"/>
                      </a:moveTo>
                      <a:lnTo>
                        <a:pt x="0" y="122"/>
                      </a:lnTo>
                      <a:lnTo>
                        <a:pt x="233" y="122"/>
                      </a:lnTo>
                      <a:lnTo>
                        <a:pt x="2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25"/>
                <p:cNvSpPr/>
                <p:nvPr/>
              </p:nvSpPr>
              <p:spPr>
                <a:xfrm>
                  <a:off x="4373656" y="3616787"/>
                  <a:ext cx="147195" cy="51475"/>
                </a:xfrm>
                <a:custGeom>
                  <a:avLst/>
                  <a:gdLst/>
                  <a:ahLst/>
                  <a:cxnLst/>
                  <a:rect l="l" t="t" r="r" b="b"/>
                  <a:pathLst>
                    <a:path w="509" h="178" extrusionOk="0">
                      <a:moveTo>
                        <a:pt x="0" y="0"/>
                      </a:moveTo>
                      <a:lnTo>
                        <a:pt x="0" y="177"/>
                      </a:lnTo>
                      <a:lnTo>
                        <a:pt x="509" y="177"/>
                      </a:lnTo>
                      <a:lnTo>
                        <a:pt x="509" y="133"/>
                      </a:lnTo>
                      <a:lnTo>
                        <a:pt x="55" y="133"/>
                      </a:lnTo>
                      <a:lnTo>
                        <a:pt x="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3" name="Google Shape;683;p25"/>
              <p:cNvGrpSpPr/>
              <p:nvPr/>
            </p:nvGrpSpPr>
            <p:grpSpPr>
              <a:xfrm>
                <a:off x="3779103" y="810636"/>
                <a:ext cx="4281911" cy="1365808"/>
                <a:chOff x="4284336" y="2590450"/>
                <a:chExt cx="3552274" cy="1133075"/>
              </a:xfrm>
            </p:grpSpPr>
            <p:sp>
              <p:nvSpPr>
                <p:cNvPr id="684" name="Google Shape;684;p25"/>
                <p:cNvSpPr/>
                <p:nvPr/>
              </p:nvSpPr>
              <p:spPr>
                <a:xfrm flipH="1">
                  <a:off x="7791268" y="2741591"/>
                  <a:ext cx="45342" cy="819995"/>
                </a:xfrm>
                <a:custGeom>
                  <a:avLst/>
                  <a:gdLst/>
                  <a:ahLst/>
                  <a:cxnLst/>
                  <a:rect l="l" t="t" r="r" b="b"/>
                  <a:pathLst>
                    <a:path w="189" h="3418" extrusionOk="0">
                      <a:moveTo>
                        <a:pt x="189" y="1"/>
                      </a:moveTo>
                      <a:cubicBezTo>
                        <a:pt x="78" y="23"/>
                        <a:pt x="1" y="111"/>
                        <a:pt x="1" y="222"/>
                      </a:cubicBezTo>
                      <a:lnTo>
                        <a:pt x="1" y="3185"/>
                      </a:lnTo>
                      <a:cubicBezTo>
                        <a:pt x="1" y="3296"/>
                        <a:pt x="78" y="3395"/>
                        <a:pt x="189" y="3418"/>
                      </a:cubicBezTo>
                      <a:lnTo>
                        <a:pt x="189" y="2975"/>
                      </a:lnTo>
                      <a:lnTo>
                        <a:pt x="189" y="2964"/>
                      </a:lnTo>
                      <a:lnTo>
                        <a:pt x="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25"/>
                <p:cNvSpPr/>
                <p:nvPr/>
              </p:nvSpPr>
              <p:spPr>
                <a:xfrm flipH="1">
                  <a:off x="4300170" y="3611729"/>
                  <a:ext cx="3016326" cy="111796"/>
                </a:xfrm>
                <a:custGeom>
                  <a:avLst/>
                  <a:gdLst/>
                  <a:ahLst/>
                  <a:cxnLst/>
                  <a:rect l="l" t="t" r="r" b="b"/>
                  <a:pathLst>
                    <a:path w="12573" h="466" extrusionOk="0">
                      <a:moveTo>
                        <a:pt x="0" y="1"/>
                      </a:moveTo>
                      <a:cubicBezTo>
                        <a:pt x="122" y="277"/>
                        <a:pt x="398" y="454"/>
                        <a:pt x="708" y="465"/>
                      </a:cubicBezTo>
                      <a:lnTo>
                        <a:pt x="11865" y="465"/>
                      </a:lnTo>
                      <a:cubicBezTo>
                        <a:pt x="12175" y="465"/>
                        <a:pt x="12451" y="277"/>
                        <a:pt x="12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25"/>
                <p:cNvSpPr/>
                <p:nvPr/>
              </p:nvSpPr>
              <p:spPr>
                <a:xfrm flipH="1">
                  <a:off x="4284336" y="2590450"/>
                  <a:ext cx="3013687" cy="1021515"/>
                </a:xfrm>
                <a:custGeom>
                  <a:avLst/>
                  <a:gdLst/>
                  <a:ahLst/>
                  <a:cxnLst/>
                  <a:rect l="l" t="t" r="r" b="b"/>
                  <a:pathLst>
                    <a:path w="12562" h="4258" extrusionOk="0">
                      <a:moveTo>
                        <a:pt x="631" y="1"/>
                      </a:moveTo>
                      <a:cubicBezTo>
                        <a:pt x="377" y="1"/>
                        <a:pt x="144" y="122"/>
                        <a:pt x="1" y="332"/>
                      </a:cubicBezTo>
                      <a:lnTo>
                        <a:pt x="8625" y="332"/>
                      </a:lnTo>
                      <a:cubicBezTo>
                        <a:pt x="10616" y="332"/>
                        <a:pt x="12230" y="1947"/>
                        <a:pt x="12230" y="3948"/>
                      </a:cubicBezTo>
                      <a:cubicBezTo>
                        <a:pt x="12230" y="4059"/>
                        <a:pt x="12186" y="4169"/>
                        <a:pt x="12109" y="4258"/>
                      </a:cubicBezTo>
                      <a:lnTo>
                        <a:pt x="12496" y="4258"/>
                      </a:lnTo>
                      <a:cubicBezTo>
                        <a:pt x="12540" y="4158"/>
                        <a:pt x="12562" y="4048"/>
                        <a:pt x="12562" y="3948"/>
                      </a:cubicBezTo>
                      <a:cubicBezTo>
                        <a:pt x="12562" y="1770"/>
                        <a:pt x="10793" y="1"/>
                        <a:pt x="86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25"/>
                <p:cNvSpPr/>
                <p:nvPr/>
              </p:nvSpPr>
              <p:spPr>
                <a:xfrm flipH="1">
                  <a:off x="4393013" y="3150150"/>
                  <a:ext cx="2939556" cy="461817"/>
                </a:xfrm>
                <a:custGeom>
                  <a:avLst/>
                  <a:gdLst/>
                  <a:ahLst/>
                  <a:cxnLst/>
                  <a:rect l="l" t="t" r="r" b="b"/>
                  <a:pathLst>
                    <a:path w="12253" h="1925" extrusionOk="0">
                      <a:moveTo>
                        <a:pt x="1" y="1"/>
                      </a:moveTo>
                      <a:lnTo>
                        <a:pt x="1" y="1615"/>
                      </a:lnTo>
                      <a:cubicBezTo>
                        <a:pt x="1" y="1715"/>
                        <a:pt x="23" y="1825"/>
                        <a:pt x="67" y="1925"/>
                      </a:cubicBezTo>
                      <a:lnTo>
                        <a:pt x="12253" y="1925"/>
                      </a:lnTo>
                      <a:cubicBezTo>
                        <a:pt x="11545" y="730"/>
                        <a:pt x="10251" y="1"/>
                        <a:pt x="8869" y="1"/>
                      </a:cubicBezTo>
                      <a:close/>
                    </a:path>
                  </a:pathLst>
                </a:custGeom>
                <a:solidFill>
                  <a:srgbClr val="F0F0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25"/>
                <p:cNvSpPr/>
                <p:nvPr/>
              </p:nvSpPr>
              <p:spPr>
                <a:xfrm flipH="1">
                  <a:off x="4361106" y="2670099"/>
                  <a:ext cx="2971463" cy="941867"/>
                </a:xfrm>
                <a:custGeom>
                  <a:avLst/>
                  <a:gdLst/>
                  <a:ahLst/>
                  <a:cxnLst/>
                  <a:rect l="l" t="t" r="r" b="b"/>
                  <a:pathLst>
                    <a:path w="12386" h="3926" extrusionOk="0">
                      <a:moveTo>
                        <a:pt x="145" y="0"/>
                      </a:moveTo>
                      <a:cubicBezTo>
                        <a:pt x="45" y="133"/>
                        <a:pt x="1" y="288"/>
                        <a:pt x="1" y="443"/>
                      </a:cubicBezTo>
                      <a:lnTo>
                        <a:pt x="1" y="2002"/>
                      </a:lnTo>
                      <a:lnTo>
                        <a:pt x="321" y="2002"/>
                      </a:lnTo>
                      <a:lnTo>
                        <a:pt x="10295" y="3926"/>
                      </a:lnTo>
                      <a:lnTo>
                        <a:pt x="12253" y="3926"/>
                      </a:lnTo>
                      <a:cubicBezTo>
                        <a:pt x="12341" y="3837"/>
                        <a:pt x="12385" y="3727"/>
                        <a:pt x="12374" y="3616"/>
                      </a:cubicBezTo>
                      <a:cubicBezTo>
                        <a:pt x="12374" y="1615"/>
                        <a:pt x="10760" y="0"/>
                        <a:pt x="876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25"/>
                <p:cNvSpPr/>
                <p:nvPr/>
              </p:nvSpPr>
              <p:spPr>
                <a:xfrm flipH="1">
                  <a:off x="4393013" y="2670099"/>
                  <a:ext cx="2968584" cy="941867"/>
                </a:xfrm>
                <a:custGeom>
                  <a:avLst/>
                  <a:gdLst/>
                  <a:ahLst/>
                  <a:cxnLst/>
                  <a:rect l="l" t="t" r="r" b="b"/>
                  <a:pathLst>
                    <a:path w="12374" h="3926" extrusionOk="0">
                      <a:moveTo>
                        <a:pt x="133" y="0"/>
                      </a:moveTo>
                      <a:cubicBezTo>
                        <a:pt x="44" y="133"/>
                        <a:pt x="0" y="288"/>
                        <a:pt x="0" y="443"/>
                      </a:cubicBezTo>
                      <a:lnTo>
                        <a:pt x="0" y="2002"/>
                      </a:lnTo>
                      <a:lnTo>
                        <a:pt x="321" y="2002"/>
                      </a:lnTo>
                      <a:lnTo>
                        <a:pt x="10416" y="3926"/>
                      </a:lnTo>
                      <a:lnTo>
                        <a:pt x="12252" y="3926"/>
                      </a:lnTo>
                      <a:cubicBezTo>
                        <a:pt x="12329" y="3837"/>
                        <a:pt x="12374" y="3727"/>
                        <a:pt x="12374" y="3616"/>
                      </a:cubicBezTo>
                      <a:cubicBezTo>
                        <a:pt x="12374" y="1615"/>
                        <a:pt x="10759" y="0"/>
                        <a:pt x="875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25"/>
                <p:cNvSpPr/>
                <p:nvPr/>
              </p:nvSpPr>
              <p:spPr>
                <a:xfrm flipH="1">
                  <a:off x="4300169" y="3484339"/>
                  <a:ext cx="501641" cy="127629"/>
                </a:xfrm>
                <a:custGeom>
                  <a:avLst/>
                  <a:gdLst/>
                  <a:ahLst/>
                  <a:cxnLst/>
                  <a:rect l="l" t="t" r="r" b="b"/>
                  <a:pathLst>
                    <a:path w="2091" h="532" extrusionOk="0">
                      <a:moveTo>
                        <a:pt x="1" y="1"/>
                      </a:moveTo>
                      <a:lnTo>
                        <a:pt x="1" y="532"/>
                      </a:lnTo>
                      <a:lnTo>
                        <a:pt x="2091" y="532"/>
                      </a:lnTo>
                      <a:lnTo>
                        <a:pt x="20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25"/>
                <p:cNvSpPr/>
                <p:nvPr/>
              </p:nvSpPr>
              <p:spPr>
                <a:xfrm flipH="1">
                  <a:off x="4822682" y="2632913"/>
                  <a:ext cx="504280" cy="124991"/>
                </a:xfrm>
                <a:custGeom>
                  <a:avLst/>
                  <a:gdLst/>
                  <a:ahLst/>
                  <a:cxnLst/>
                  <a:rect l="l" t="t" r="r" b="b"/>
                  <a:pathLst>
                    <a:path w="2102" h="521" extrusionOk="0">
                      <a:moveTo>
                        <a:pt x="0" y="0"/>
                      </a:moveTo>
                      <a:lnTo>
                        <a:pt x="0" y="520"/>
                      </a:lnTo>
                      <a:lnTo>
                        <a:pt x="2101" y="520"/>
                      </a:lnTo>
                      <a:lnTo>
                        <a:pt x="115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25"/>
                <p:cNvSpPr/>
                <p:nvPr/>
              </p:nvSpPr>
              <p:spPr>
                <a:xfrm flipH="1">
                  <a:off x="4676821" y="2590450"/>
                  <a:ext cx="3013687" cy="1021515"/>
                </a:xfrm>
                <a:custGeom>
                  <a:avLst/>
                  <a:gdLst/>
                  <a:ahLst/>
                  <a:cxnLst/>
                  <a:rect l="l" t="t" r="r" b="b"/>
                  <a:pathLst>
                    <a:path w="12562" h="4258" extrusionOk="0">
                      <a:moveTo>
                        <a:pt x="630" y="1"/>
                      </a:moveTo>
                      <a:cubicBezTo>
                        <a:pt x="376" y="1"/>
                        <a:pt x="144" y="122"/>
                        <a:pt x="0" y="332"/>
                      </a:cubicBezTo>
                      <a:lnTo>
                        <a:pt x="8625" y="332"/>
                      </a:lnTo>
                      <a:cubicBezTo>
                        <a:pt x="10615" y="332"/>
                        <a:pt x="12230" y="1947"/>
                        <a:pt x="12230" y="3948"/>
                      </a:cubicBezTo>
                      <a:cubicBezTo>
                        <a:pt x="12230" y="4059"/>
                        <a:pt x="12185" y="4169"/>
                        <a:pt x="12108" y="4258"/>
                      </a:cubicBezTo>
                      <a:lnTo>
                        <a:pt x="12495" y="4258"/>
                      </a:lnTo>
                      <a:cubicBezTo>
                        <a:pt x="12539" y="4158"/>
                        <a:pt x="12561" y="4048"/>
                        <a:pt x="12561" y="3948"/>
                      </a:cubicBezTo>
                      <a:cubicBezTo>
                        <a:pt x="12561" y="1770"/>
                        <a:pt x="10803" y="1"/>
                        <a:pt x="86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25"/>
                <p:cNvSpPr/>
                <p:nvPr/>
              </p:nvSpPr>
              <p:spPr>
                <a:xfrm flipH="1">
                  <a:off x="4769664" y="3611729"/>
                  <a:ext cx="3016565" cy="111796"/>
                </a:xfrm>
                <a:custGeom>
                  <a:avLst/>
                  <a:gdLst/>
                  <a:ahLst/>
                  <a:cxnLst/>
                  <a:rect l="l" t="t" r="r" b="b"/>
                  <a:pathLst>
                    <a:path w="12574" h="466" extrusionOk="0">
                      <a:moveTo>
                        <a:pt x="1" y="1"/>
                      </a:moveTo>
                      <a:cubicBezTo>
                        <a:pt x="123" y="277"/>
                        <a:pt x="399" y="454"/>
                        <a:pt x="709" y="465"/>
                      </a:cubicBezTo>
                      <a:lnTo>
                        <a:pt x="11866" y="465"/>
                      </a:lnTo>
                      <a:cubicBezTo>
                        <a:pt x="12175" y="465"/>
                        <a:pt x="12452" y="277"/>
                        <a:pt x="125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25"/>
                <p:cNvSpPr/>
                <p:nvPr/>
              </p:nvSpPr>
              <p:spPr>
                <a:xfrm flipH="1">
                  <a:off x="4753831" y="2590450"/>
                  <a:ext cx="3013687" cy="1021515"/>
                </a:xfrm>
                <a:custGeom>
                  <a:avLst/>
                  <a:gdLst/>
                  <a:ahLst/>
                  <a:cxnLst/>
                  <a:rect l="l" t="t" r="r" b="b"/>
                  <a:pathLst>
                    <a:path w="12562" h="4258" extrusionOk="0">
                      <a:moveTo>
                        <a:pt x="631" y="1"/>
                      </a:moveTo>
                      <a:cubicBezTo>
                        <a:pt x="376" y="1"/>
                        <a:pt x="144" y="122"/>
                        <a:pt x="0" y="332"/>
                      </a:cubicBezTo>
                      <a:lnTo>
                        <a:pt x="8625" y="332"/>
                      </a:lnTo>
                      <a:cubicBezTo>
                        <a:pt x="10616" y="332"/>
                        <a:pt x="12230" y="1947"/>
                        <a:pt x="12230" y="3948"/>
                      </a:cubicBezTo>
                      <a:cubicBezTo>
                        <a:pt x="12230" y="4059"/>
                        <a:pt x="12186" y="4169"/>
                        <a:pt x="12108" y="4258"/>
                      </a:cubicBezTo>
                      <a:lnTo>
                        <a:pt x="12495" y="4258"/>
                      </a:lnTo>
                      <a:cubicBezTo>
                        <a:pt x="12540" y="4158"/>
                        <a:pt x="12562" y="4048"/>
                        <a:pt x="12562" y="3948"/>
                      </a:cubicBezTo>
                      <a:cubicBezTo>
                        <a:pt x="12562" y="1770"/>
                        <a:pt x="10793" y="1"/>
                        <a:pt x="86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25"/>
                <p:cNvSpPr/>
                <p:nvPr/>
              </p:nvSpPr>
              <p:spPr>
                <a:xfrm flipH="1">
                  <a:off x="4862508" y="3150150"/>
                  <a:ext cx="2939556" cy="461817"/>
                </a:xfrm>
                <a:custGeom>
                  <a:avLst/>
                  <a:gdLst/>
                  <a:ahLst/>
                  <a:cxnLst/>
                  <a:rect l="l" t="t" r="r" b="b"/>
                  <a:pathLst>
                    <a:path w="12253" h="1925" extrusionOk="0">
                      <a:moveTo>
                        <a:pt x="1" y="1"/>
                      </a:moveTo>
                      <a:lnTo>
                        <a:pt x="1" y="1615"/>
                      </a:lnTo>
                      <a:cubicBezTo>
                        <a:pt x="1" y="1715"/>
                        <a:pt x="23" y="1825"/>
                        <a:pt x="67" y="1925"/>
                      </a:cubicBezTo>
                      <a:lnTo>
                        <a:pt x="12252" y="1925"/>
                      </a:lnTo>
                      <a:cubicBezTo>
                        <a:pt x="11534" y="730"/>
                        <a:pt x="10251" y="1"/>
                        <a:pt x="88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25"/>
                <p:cNvSpPr/>
                <p:nvPr/>
              </p:nvSpPr>
              <p:spPr>
                <a:xfrm flipH="1">
                  <a:off x="4833239" y="2670099"/>
                  <a:ext cx="2968824" cy="941867"/>
                </a:xfrm>
                <a:custGeom>
                  <a:avLst/>
                  <a:gdLst/>
                  <a:ahLst/>
                  <a:cxnLst/>
                  <a:rect l="l" t="t" r="r" b="b"/>
                  <a:pathLst>
                    <a:path w="12375" h="3926" extrusionOk="0">
                      <a:moveTo>
                        <a:pt x="144" y="0"/>
                      </a:moveTo>
                      <a:cubicBezTo>
                        <a:pt x="45" y="133"/>
                        <a:pt x="1" y="288"/>
                        <a:pt x="1" y="443"/>
                      </a:cubicBezTo>
                      <a:lnTo>
                        <a:pt x="1" y="2002"/>
                      </a:lnTo>
                      <a:lnTo>
                        <a:pt x="8869" y="2002"/>
                      </a:lnTo>
                      <a:cubicBezTo>
                        <a:pt x="10251" y="2002"/>
                        <a:pt x="11534" y="2731"/>
                        <a:pt x="12252" y="3926"/>
                      </a:cubicBezTo>
                      <a:cubicBezTo>
                        <a:pt x="12330" y="3837"/>
                        <a:pt x="12374" y="3727"/>
                        <a:pt x="12374" y="3616"/>
                      </a:cubicBezTo>
                      <a:cubicBezTo>
                        <a:pt x="12374" y="1615"/>
                        <a:pt x="10760" y="0"/>
                        <a:pt x="87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25"/>
                <p:cNvSpPr/>
                <p:nvPr/>
              </p:nvSpPr>
              <p:spPr>
                <a:xfrm flipH="1">
                  <a:off x="4862508" y="3150150"/>
                  <a:ext cx="2939556" cy="461817"/>
                </a:xfrm>
                <a:custGeom>
                  <a:avLst/>
                  <a:gdLst/>
                  <a:ahLst/>
                  <a:cxnLst/>
                  <a:rect l="l" t="t" r="r" b="b"/>
                  <a:pathLst>
                    <a:path w="12253" h="1925" extrusionOk="0">
                      <a:moveTo>
                        <a:pt x="1" y="1"/>
                      </a:moveTo>
                      <a:lnTo>
                        <a:pt x="1" y="332"/>
                      </a:lnTo>
                      <a:lnTo>
                        <a:pt x="8869" y="332"/>
                      </a:lnTo>
                      <a:cubicBezTo>
                        <a:pt x="9919" y="332"/>
                        <a:pt x="10925" y="786"/>
                        <a:pt x="11611" y="1593"/>
                      </a:cubicBezTo>
                      <a:lnTo>
                        <a:pt x="1" y="1593"/>
                      </a:lnTo>
                      <a:lnTo>
                        <a:pt x="1" y="1615"/>
                      </a:lnTo>
                      <a:cubicBezTo>
                        <a:pt x="1" y="1715"/>
                        <a:pt x="23" y="1825"/>
                        <a:pt x="67" y="1925"/>
                      </a:cubicBezTo>
                      <a:lnTo>
                        <a:pt x="12252" y="1925"/>
                      </a:lnTo>
                      <a:cubicBezTo>
                        <a:pt x="11534" y="730"/>
                        <a:pt x="10251" y="1"/>
                        <a:pt x="88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25"/>
                <p:cNvSpPr/>
                <p:nvPr/>
              </p:nvSpPr>
              <p:spPr>
                <a:xfrm flipH="1">
                  <a:off x="5016287" y="3229799"/>
                  <a:ext cx="2785777" cy="302520"/>
                </a:xfrm>
                <a:custGeom>
                  <a:avLst/>
                  <a:gdLst/>
                  <a:ahLst/>
                  <a:cxnLst/>
                  <a:rect l="l" t="t" r="r" b="b"/>
                  <a:pathLst>
                    <a:path w="11612" h="1261" extrusionOk="0">
                      <a:moveTo>
                        <a:pt x="1" y="0"/>
                      </a:moveTo>
                      <a:lnTo>
                        <a:pt x="1" y="332"/>
                      </a:lnTo>
                      <a:lnTo>
                        <a:pt x="8869" y="332"/>
                      </a:lnTo>
                      <a:cubicBezTo>
                        <a:pt x="8885" y="332"/>
                        <a:pt x="8902" y="332"/>
                        <a:pt x="8918" y="332"/>
                      </a:cubicBezTo>
                      <a:cubicBezTo>
                        <a:pt x="9586" y="332"/>
                        <a:pt x="10231" y="551"/>
                        <a:pt x="10782" y="929"/>
                      </a:cubicBezTo>
                      <a:lnTo>
                        <a:pt x="10782" y="940"/>
                      </a:lnTo>
                      <a:lnTo>
                        <a:pt x="1" y="940"/>
                      </a:lnTo>
                      <a:lnTo>
                        <a:pt x="1" y="1261"/>
                      </a:lnTo>
                      <a:lnTo>
                        <a:pt x="11611" y="1261"/>
                      </a:lnTo>
                      <a:cubicBezTo>
                        <a:pt x="10925" y="454"/>
                        <a:pt x="9919" y="0"/>
                        <a:pt x="886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25"/>
                <p:cNvSpPr/>
                <p:nvPr/>
              </p:nvSpPr>
              <p:spPr>
                <a:xfrm flipH="1">
                  <a:off x="4968545" y="2781415"/>
                  <a:ext cx="626392" cy="538827"/>
                </a:xfrm>
                <a:custGeom>
                  <a:avLst/>
                  <a:gdLst/>
                  <a:ahLst/>
                  <a:cxnLst/>
                  <a:rect l="l" t="t" r="r" b="b"/>
                  <a:pathLst>
                    <a:path w="2611" h="2246" extrusionOk="0">
                      <a:moveTo>
                        <a:pt x="1" y="1"/>
                      </a:moveTo>
                      <a:lnTo>
                        <a:pt x="1" y="12"/>
                      </a:lnTo>
                      <a:cubicBezTo>
                        <a:pt x="1173" y="200"/>
                        <a:pt x="2135" y="1029"/>
                        <a:pt x="2511" y="2157"/>
                      </a:cubicBezTo>
                      <a:lnTo>
                        <a:pt x="2610" y="2245"/>
                      </a:lnTo>
                      <a:cubicBezTo>
                        <a:pt x="2599" y="2212"/>
                        <a:pt x="2588" y="2190"/>
                        <a:pt x="2588" y="2168"/>
                      </a:cubicBezTo>
                      <a:cubicBezTo>
                        <a:pt x="2212" y="1029"/>
                        <a:pt x="1239" y="200"/>
                        <a:pt x="56" y="12"/>
                      </a:cubicBezTo>
                      <a:lnTo>
                        <a:pt x="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25"/>
                <p:cNvSpPr/>
                <p:nvPr/>
              </p:nvSpPr>
              <p:spPr>
                <a:xfrm flipH="1">
                  <a:off x="4992535" y="2784054"/>
                  <a:ext cx="602401" cy="514836"/>
                </a:xfrm>
                <a:custGeom>
                  <a:avLst/>
                  <a:gdLst/>
                  <a:ahLst/>
                  <a:cxnLst/>
                  <a:rect l="l" t="t" r="r" b="b"/>
                  <a:pathLst>
                    <a:path w="2511" h="2146" extrusionOk="0">
                      <a:moveTo>
                        <a:pt x="1" y="1"/>
                      </a:moveTo>
                      <a:lnTo>
                        <a:pt x="1" y="1106"/>
                      </a:lnTo>
                      <a:cubicBezTo>
                        <a:pt x="929" y="1184"/>
                        <a:pt x="1803" y="1549"/>
                        <a:pt x="2511" y="2146"/>
                      </a:cubicBezTo>
                      <a:lnTo>
                        <a:pt x="2488" y="2091"/>
                      </a:lnTo>
                      <a:cubicBezTo>
                        <a:pt x="1792" y="1527"/>
                        <a:pt x="940" y="1184"/>
                        <a:pt x="45" y="1106"/>
                      </a:cubicBezTo>
                      <a:lnTo>
                        <a:pt x="45" y="12"/>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25"/>
                <p:cNvSpPr/>
                <p:nvPr/>
              </p:nvSpPr>
              <p:spPr>
                <a:xfrm flipH="1">
                  <a:off x="4997813" y="2786693"/>
                  <a:ext cx="586568" cy="499002"/>
                </a:xfrm>
                <a:custGeom>
                  <a:avLst/>
                  <a:gdLst/>
                  <a:ahLst/>
                  <a:cxnLst/>
                  <a:rect l="l" t="t" r="r" b="b"/>
                  <a:pathLst>
                    <a:path w="2445" h="2080" extrusionOk="0">
                      <a:moveTo>
                        <a:pt x="1" y="1"/>
                      </a:moveTo>
                      <a:lnTo>
                        <a:pt x="1" y="1095"/>
                      </a:lnTo>
                      <a:cubicBezTo>
                        <a:pt x="896" y="1173"/>
                        <a:pt x="1748" y="1516"/>
                        <a:pt x="2444" y="2080"/>
                      </a:cubicBezTo>
                      <a:cubicBezTo>
                        <a:pt x="2069" y="996"/>
                        <a:pt x="1129" y="211"/>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25"/>
                <p:cNvSpPr/>
                <p:nvPr/>
              </p:nvSpPr>
              <p:spPr>
                <a:xfrm flipH="1">
                  <a:off x="7016614" y="2670099"/>
                  <a:ext cx="268214" cy="862219"/>
                </a:xfrm>
                <a:custGeom>
                  <a:avLst/>
                  <a:gdLst/>
                  <a:ahLst/>
                  <a:cxnLst/>
                  <a:rect l="l" t="t" r="r" b="b"/>
                  <a:pathLst>
                    <a:path w="1118" h="3594" extrusionOk="0">
                      <a:moveTo>
                        <a:pt x="1" y="0"/>
                      </a:moveTo>
                      <a:lnTo>
                        <a:pt x="1" y="3594"/>
                      </a:lnTo>
                      <a:lnTo>
                        <a:pt x="1118" y="3594"/>
                      </a:lnTo>
                      <a:lnTo>
                        <a:pt x="11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25"/>
                <p:cNvSpPr/>
                <p:nvPr/>
              </p:nvSpPr>
              <p:spPr>
                <a:xfrm flipH="1">
                  <a:off x="7016614" y="2670099"/>
                  <a:ext cx="21352" cy="862219"/>
                </a:xfrm>
                <a:custGeom>
                  <a:avLst/>
                  <a:gdLst/>
                  <a:ahLst/>
                  <a:cxnLst/>
                  <a:rect l="l" t="t" r="r" b="b"/>
                  <a:pathLst>
                    <a:path w="89" h="3594" extrusionOk="0">
                      <a:moveTo>
                        <a:pt x="0" y="0"/>
                      </a:moveTo>
                      <a:lnTo>
                        <a:pt x="0" y="3594"/>
                      </a:lnTo>
                      <a:lnTo>
                        <a:pt x="89" y="3594"/>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25"/>
                <p:cNvSpPr/>
                <p:nvPr/>
              </p:nvSpPr>
              <p:spPr>
                <a:xfrm flipH="1">
                  <a:off x="7284588" y="2670099"/>
                  <a:ext cx="21352" cy="862219"/>
                </a:xfrm>
                <a:custGeom>
                  <a:avLst/>
                  <a:gdLst/>
                  <a:ahLst/>
                  <a:cxnLst/>
                  <a:rect l="l" t="t" r="r" b="b"/>
                  <a:pathLst>
                    <a:path w="89" h="3594" extrusionOk="0">
                      <a:moveTo>
                        <a:pt x="0" y="0"/>
                      </a:moveTo>
                      <a:lnTo>
                        <a:pt x="0" y="3594"/>
                      </a:lnTo>
                      <a:lnTo>
                        <a:pt x="89" y="3594"/>
                      </a:lnTo>
                      <a:lnTo>
                        <a:pt x="8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25"/>
                <p:cNvSpPr/>
                <p:nvPr/>
              </p:nvSpPr>
              <p:spPr>
                <a:xfrm flipH="1">
                  <a:off x="6470111" y="2670099"/>
                  <a:ext cx="270853" cy="862219"/>
                </a:xfrm>
                <a:custGeom>
                  <a:avLst/>
                  <a:gdLst/>
                  <a:ahLst/>
                  <a:cxnLst/>
                  <a:rect l="l" t="t" r="r" b="b"/>
                  <a:pathLst>
                    <a:path w="1129" h="3594" extrusionOk="0">
                      <a:moveTo>
                        <a:pt x="1" y="0"/>
                      </a:moveTo>
                      <a:lnTo>
                        <a:pt x="1" y="3594"/>
                      </a:lnTo>
                      <a:lnTo>
                        <a:pt x="1129" y="3594"/>
                      </a:lnTo>
                      <a:lnTo>
                        <a:pt x="1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25"/>
                <p:cNvSpPr/>
                <p:nvPr/>
              </p:nvSpPr>
              <p:spPr>
                <a:xfrm flipH="1">
                  <a:off x="6470110" y="2670099"/>
                  <a:ext cx="21352" cy="862219"/>
                </a:xfrm>
                <a:custGeom>
                  <a:avLst/>
                  <a:gdLst/>
                  <a:ahLst/>
                  <a:cxnLst/>
                  <a:rect l="l" t="t" r="r" b="b"/>
                  <a:pathLst>
                    <a:path w="89" h="3594" extrusionOk="0">
                      <a:moveTo>
                        <a:pt x="0" y="0"/>
                      </a:moveTo>
                      <a:lnTo>
                        <a:pt x="0" y="3594"/>
                      </a:lnTo>
                      <a:lnTo>
                        <a:pt x="89" y="3594"/>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25"/>
                <p:cNvSpPr/>
                <p:nvPr/>
              </p:nvSpPr>
              <p:spPr>
                <a:xfrm flipH="1">
                  <a:off x="6740723" y="2670099"/>
                  <a:ext cx="21352" cy="862219"/>
                </a:xfrm>
                <a:custGeom>
                  <a:avLst/>
                  <a:gdLst/>
                  <a:ahLst/>
                  <a:cxnLst/>
                  <a:rect l="l" t="t" r="r" b="b"/>
                  <a:pathLst>
                    <a:path w="89" h="3594" extrusionOk="0">
                      <a:moveTo>
                        <a:pt x="0" y="0"/>
                      </a:moveTo>
                      <a:lnTo>
                        <a:pt x="0" y="3594"/>
                      </a:lnTo>
                      <a:lnTo>
                        <a:pt x="89" y="3594"/>
                      </a:lnTo>
                      <a:lnTo>
                        <a:pt x="8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25"/>
                <p:cNvSpPr/>
                <p:nvPr/>
              </p:nvSpPr>
              <p:spPr>
                <a:xfrm flipH="1">
                  <a:off x="5926246" y="2670099"/>
                  <a:ext cx="270853" cy="862219"/>
                </a:xfrm>
                <a:custGeom>
                  <a:avLst/>
                  <a:gdLst/>
                  <a:ahLst/>
                  <a:cxnLst/>
                  <a:rect l="l" t="t" r="r" b="b"/>
                  <a:pathLst>
                    <a:path w="1129" h="3594" extrusionOk="0">
                      <a:moveTo>
                        <a:pt x="0" y="0"/>
                      </a:moveTo>
                      <a:lnTo>
                        <a:pt x="0" y="3594"/>
                      </a:lnTo>
                      <a:lnTo>
                        <a:pt x="1128" y="3594"/>
                      </a:lnTo>
                      <a:lnTo>
                        <a:pt x="11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25"/>
                <p:cNvSpPr/>
                <p:nvPr/>
              </p:nvSpPr>
              <p:spPr>
                <a:xfrm flipH="1">
                  <a:off x="5926246" y="2670099"/>
                  <a:ext cx="21591" cy="862219"/>
                </a:xfrm>
                <a:custGeom>
                  <a:avLst/>
                  <a:gdLst/>
                  <a:ahLst/>
                  <a:cxnLst/>
                  <a:rect l="l" t="t" r="r" b="b"/>
                  <a:pathLst>
                    <a:path w="90" h="3594" extrusionOk="0">
                      <a:moveTo>
                        <a:pt x="1" y="0"/>
                      </a:moveTo>
                      <a:lnTo>
                        <a:pt x="1" y="3594"/>
                      </a:lnTo>
                      <a:lnTo>
                        <a:pt x="89" y="3594"/>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25"/>
                <p:cNvSpPr/>
                <p:nvPr/>
              </p:nvSpPr>
              <p:spPr>
                <a:xfrm flipH="1">
                  <a:off x="6196859" y="2670099"/>
                  <a:ext cx="21591" cy="862219"/>
                </a:xfrm>
                <a:custGeom>
                  <a:avLst/>
                  <a:gdLst/>
                  <a:ahLst/>
                  <a:cxnLst/>
                  <a:rect l="l" t="t" r="r" b="b"/>
                  <a:pathLst>
                    <a:path w="90" h="3594" extrusionOk="0">
                      <a:moveTo>
                        <a:pt x="1" y="0"/>
                      </a:moveTo>
                      <a:lnTo>
                        <a:pt x="1" y="3594"/>
                      </a:lnTo>
                      <a:lnTo>
                        <a:pt x="89" y="3594"/>
                      </a:lnTo>
                      <a:lnTo>
                        <a:pt x="8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25"/>
                <p:cNvSpPr/>
                <p:nvPr/>
              </p:nvSpPr>
              <p:spPr>
                <a:xfrm flipH="1">
                  <a:off x="7472914" y="2781415"/>
                  <a:ext cx="29268" cy="268214"/>
                </a:xfrm>
                <a:custGeom>
                  <a:avLst/>
                  <a:gdLst/>
                  <a:ahLst/>
                  <a:cxnLst/>
                  <a:rect l="l" t="t" r="r" b="b"/>
                  <a:pathLst>
                    <a:path w="122" h="1118" extrusionOk="0">
                      <a:moveTo>
                        <a:pt x="89" y="1"/>
                      </a:moveTo>
                      <a:cubicBezTo>
                        <a:pt x="33" y="1"/>
                        <a:pt x="0" y="34"/>
                        <a:pt x="0" y="89"/>
                      </a:cubicBezTo>
                      <a:lnTo>
                        <a:pt x="0" y="1040"/>
                      </a:lnTo>
                      <a:cubicBezTo>
                        <a:pt x="0" y="1084"/>
                        <a:pt x="33" y="1117"/>
                        <a:pt x="89" y="1117"/>
                      </a:cubicBezTo>
                      <a:lnTo>
                        <a:pt x="122" y="1117"/>
                      </a:lnTo>
                      <a:cubicBezTo>
                        <a:pt x="78" y="1117"/>
                        <a:pt x="33" y="1084"/>
                        <a:pt x="33" y="1040"/>
                      </a:cubicBezTo>
                      <a:lnTo>
                        <a:pt x="33" y="89"/>
                      </a:lnTo>
                      <a:cubicBezTo>
                        <a:pt x="33"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25"/>
                <p:cNvSpPr/>
                <p:nvPr/>
              </p:nvSpPr>
              <p:spPr>
                <a:xfrm flipH="1">
                  <a:off x="7363997" y="2781415"/>
                  <a:ext cx="29508" cy="268214"/>
                </a:xfrm>
                <a:custGeom>
                  <a:avLst/>
                  <a:gdLst/>
                  <a:ahLst/>
                  <a:cxnLst/>
                  <a:rect l="l" t="t" r="r" b="b"/>
                  <a:pathLst>
                    <a:path w="123" h="1118" extrusionOk="0">
                      <a:moveTo>
                        <a:pt x="0" y="1"/>
                      </a:moveTo>
                      <a:cubicBezTo>
                        <a:pt x="45" y="1"/>
                        <a:pt x="78" y="34"/>
                        <a:pt x="78" y="89"/>
                      </a:cubicBezTo>
                      <a:lnTo>
                        <a:pt x="78" y="1040"/>
                      </a:lnTo>
                      <a:cubicBezTo>
                        <a:pt x="78" y="1084"/>
                        <a:pt x="45" y="1117"/>
                        <a:pt x="0" y="1117"/>
                      </a:cubicBezTo>
                      <a:lnTo>
                        <a:pt x="34" y="1117"/>
                      </a:lnTo>
                      <a:cubicBezTo>
                        <a:pt x="78" y="1117"/>
                        <a:pt x="122" y="1084"/>
                        <a:pt x="122" y="1040"/>
                      </a:cubicBezTo>
                      <a:lnTo>
                        <a:pt x="122" y="89"/>
                      </a:lnTo>
                      <a:cubicBezTo>
                        <a:pt x="111" y="34"/>
                        <a:pt x="78" y="1"/>
                        <a:pt x="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25"/>
                <p:cNvSpPr/>
                <p:nvPr/>
              </p:nvSpPr>
              <p:spPr>
                <a:xfrm flipH="1">
                  <a:off x="7374793" y="2781415"/>
                  <a:ext cx="119473" cy="268214"/>
                </a:xfrm>
                <a:custGeom>
                  <a:avLst/>
                  <a:gdLst/>
                  <a:ahLst/>
                  <a:cxnLst/>
                  <a:rect l="l" t="t" r="r" b="b"/>
                  <a:pathLst>
                    <a:path w="498" h="1118" extrusionOk="0">
                      <a:moveTo>
                        <a:pt x="89" y="1"/>
                      </a:moveTo>
                      <a:cubicBezTo>
                        <a:pt x="45" y="1"/>
                        <a:pt x="0" y="34"/>
                        <a:pt x="0" y="78"/>
                      </a:cubicBezTo>
                      <a:lnTo>
                        <a:pt x="0" y="1040"/>
                      </a:lnTo>
                      <a:cubicBezTo>
                        <a:pt x="0" y="1084"/>
                        <a:pt x="45" y="1117"/>
                        <a:pt x="89" y="1117"/>
                      </a:cubicBezTo>
                      <a:lnTo>
                        <a:pt x="420" y="1117"/>
                      </a:lnTo>
                      <a:cubicBezTo>
                        <a:pt x="465" y="1117"/>
                        <a:pt x="498" y="1084"/>
                        <a:pt x="498" y="1040"/>
                      </a:cubicBezTo>
                      <a:lnTo>
                        <a:pt x="498" y="78"/>
                      </a:lnTo>
                      <a:cubicBezTo>
                        <a:pt x="498" y="34"/>
                        <a:pt x="465" y="1"/>
                        <a:pt x="42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25"/>
                <p:cNvSpPr/>
                <p:nvPr/>
              </p:nvSpPr>
              <p:spPr>
                <a:xfrm flipH="1">
                  <a:off x="7202301" y="2781415"/>
                  <a:ext cx="26629" cy="268214"/>
                </a:xfrm>
                <a:custGeom>
                  <a:avLst/>
                  <a:gdLst/>
                  <a:ahLst/>
                  <a:cxnLst/>
                  <a:rect l="l" t="t" r="r" b="b"/>
                  <a:pathLst>
                    <a:path w="111" h="1118" extrusionOk="0">
                      <a:moveTo>
                        <a:pt x="77" y="1"/>
                      </a:moveTo>
                      <a:cubicBezTo>
                        <a:pt x="33" y="1"/>
                        <a:pt x="0" y="34"/>
                        <a:pt x="0" y="89"/>
                      </a:cubicBezTo>
                      <a:lnTo>
                        <a:pt x="0" y="1040"/>
                      </a:lnTo>
                      <a:cubicBezTo>
                        <a:pt x="0" y="1084"/>
                        <a:pt x="33" y="1117"/>
                        <a:pt x="77" y="1117"/>
                      </a:cubicBezTo>
                      <a:lnTo>
                        <a:pt x="111" y="1117"/>
                      </a:lnTo>
                      <a:cubicBezTo>
                        <a:pt x="66" y="1117"/>
                        <a:pt x="33" y="1084"/>
                        <a:pt x="33" y="1040"/>
                      </a:cubicBezTo>
                      <a:lnTo>
                        <a:pt x="33" y="89"/>
                      </a:lnTo>
                      <a:cubicBezTo>
                        <a:pt x="33" y="34"/>
                        <a:pt x="66" y="1"/>
                        <a:pt x="1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25"/>
                <p:cNvSpPr/>
                <p:nvPr/>
              </p:nvSpPr>
              <p:spPr>
                <a:xfrm flipH="1">
                  <a:off x="7093624" y="2781415"/>
                  <a:ext cx="26629" cy="268214"/>
                </a:xfrm>
                <a:custGeom>
                  <a:avLst/>
                  <a:gdLst/>
                  <a:ahLst/>
                  <a:cxnLst/>
                  <a:rect l="l" t="t" r="r" b="b"/>
                  <a:pathLst>
                    <a:path w="111" h="1118" extrusionOk="0">
                      <a:moveTo>
                        <a:pt x="0" y="1"/>
                      </a:moveTo>
                      <a:cubicBezTo>
                        <a:pt x="45" y="1"/>
                        <a:pt x="78" y="34"/>
                        <a:pt x="78" y="89"/>
                      </a:cubicBezTo>
                      <a:lnTo>
                        <a:pt x="78" y="1040"/>
                      </a:lnTo>
                      <a:cubicBezTo>
                        <a:pt x="78" y="1084"/>
                        <a:pt x="45" y="1117"/>
                        <a:pt x="0" y="1117"/>
                      </a:cubicBezTo>
                      <a:lnTo>
                        <a:pt x="34" y="1117"/>
                      </a:lnTo>
                      <a:cubicBezTo>
                        <a:pt x="78" y="1117"/>
                        <a:pt x="111" y="1084"/>
                        <a:pt x="111" y="1040"/>
                      </a:cubicBezTo>
                      <a:lnTo>
                        <a:pt x="111" y="89"/>
                      </a:lnTo>
                      <a:cubicBezTo>
                        <a:pt x="111" y="34"/>
                        <a:pt x="78" y="1"/>
                        <a:pt x="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25"/>
                <p:cNvSpPr/>
                <p:nvPr/>
              </p:nvSpPr>
              <p:spPr>
                <a:xfrm flipH="1">
                  <a:off x="7101541" y="2781415"/>
                  <a:ext cx="119473" cy="268214"/>
                </a:xfrm>
                <a:custGeom>
                  <a:avLst/>
                  <a:gdLst/>
                  <a:ahLst/>
                  <a:cxnLst/>
                  <a:rect l="l" t="t" r="r" b="b"/>
                  <a:pathLst>
                    <a:path w="498" h="1118" extrusionOk="0">
                      <a:moveTo>
                        <a:pt x="78" y="1"/>
                      </a:moveTo>
                      <a:cubicBezTo>
                        <a:pt x="33" y="1"/>
                        <a:pt x="0" y="34"/>
                        <a:pt x="0" y="78"/>
                      </a:cubicBezTo>
                      <a:lnTo>
                        <a:pt x="0" y="1040"/>
                      </a:lnTo>
                      <a:cubicBezTo>
                        <a:pt x="0" y="1084"/>
                        <a:pt x="33" y="1117"/>
                        <a:pt x="78" y="1117"/>
                      </a:cubicBezTo>
                      <a:lnTo>
                        <a:pt x="420" y="1117"/>
                      </a:lnTo>
                      <a:cubicBezTo>
                        <a:pt x="465" y="1117"/>
                        <a:pt x="498" y="1084"/>
                        <a:pt x="498" y="1040"/>
                      </a:cubicBezTo>
                      <a:lnTo>
                        <a:pt x="498" y="78"/>
                      </a:lnTo>
                      <a:cubicBezTo>
                        <a:pt x="498" y="34"/>
                        <a:pt x="465" y="1"/>
                        <a:pt x="42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25"/>
                <p:cNvSpPr/>
                <p:nvPr/>
              </p:nvSpPr>
              <p:spPr>
                <a:xfrm flipH="1">
                  <a:off x="6929049" y="2781415"/>
                  <a:ext cx="29508" cy="268214"/>
                </a:xfrm>
                <a:custGeom>
                  <a:avLst/>
                  <a:gdLst/>
                  <a:ahLst/>
                  <a:cxnLst/>
                  <a:rect l="l" t="t" r="r" b="b"/>
                  <a:pathLst>
                    <a:path w="123" h="1118" extrusionOk="0">
                      <a:moveTo>
                        <a:pt x="89" y="1"/>
                      </a:moveTo>
                      <a:cubicBezTo>
                        <a:pt x="45" y="1"/>
                        <a:pt x="1" y="34"/>
                        <a:pt x="12" y="89"/>
                      </a:cubicBezTo>
                      <a:lnTo>
                        <a:pt x="12" y="1040"/>
                      </a:lnTo>
                      <a:cubicBezTo>
                        <a:pt x="1" y="1084"/>
                        <a:pt x="45" y="1117"/>
                        <a:pt x="89" y="1117"/>
                      </a:cubicBezTo>
                      <a:lnTo>
                        <a:pt x="123" y="1117"/>
                      </a:lnTo>
                      <a:cubicBezTo>
                        <a:pt x="78" y="1117"/>
                        <a:pt x="45" y="1084"/>
                        <a:pt x="45" y="1040"/>
                      </a:cubicBezTo>
                      <a:lnTo>
                        <a:pt x="45" y="89"/>
                      </a:lnTo>
                      <a:cubicBezTo>
                        <a:pt x="45" y="34"/>
                        <a:pt x="78" y="1"/>
                        <a:pt x="1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25"/>
                <p:cNvSpPr/>
                <p:nvPr/>
              </p:nvSpPr>
              <p:spPr>
                <a:xfrm flipH="1">
                  <a:off x="6820372" y="2781415"/>
                  <a:ext cx="29268" cy="268214"/>
                </a:xfrm>
                <a:custGeom>
                  <a:avLst/>
                  <a:gdLst/>
                  <a:ahLst/>
                  <a:cxnLst/>
                  <a:rect l="l" t="t" r="r" b="b"/>
                  <a:pathLst>
                    <a:path w="122" h="1118" extrusionOk="0">
                      <a:moveTo>
                        <a:pt x="0" y="1"/>
                      </a:moveTo>
                      <a:cubicBezTo>
                        <a:pt x="45" y="1"/>
                        <a:pt x="89" y="34"/>
                        <a:pt x="89" y="89"/>
                      </a:cubicBezTo>
                      <a:lnTo>
                        <a:pt x="89" y="1040"/>
                      </a:lnTo>
                      <a:cubicBezTo>
                        <a:pt x="89" y="1084"/>
                        <a:pt x="45" y="1117"/>
                        <a:pt x="0" y="1117"/>
                      </a:cubicBezTo>
                      <a:lnTo>
                        <a:pt x="45" y="1117"/>
                      </a:lnTo>
                      <a:cubicBezTo>
                        <a:pt x="89" y="1117"/>
                        <a:pt x="122" y="1084"/>
                        <a:pt x="122" y="1040"/>
                      </a:cubicBezTo>
                      <a:lnTo>
                        <a:pt x="122" y="89"/>
                      </a:lnTo>
                      <a:cubicBezTo>
                        <a:pt x="122" y="34"/>
                        <a:pt x="89" y="1"/>
                        <a:pt x="45" y="1"/>
                      </a:cubicBezTo>
                      <a:close/>
                    </a:path>
                  </a:pathLst>
                </a:custGeom>
                <a:solidFill>
                  <a:srgbClr val="5E8D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25"/>
                <p:cNvSpPr/>
                <p:nvPr/>
              </p:nvSpPr>
              <p:spPr>
                <a:xfrm flipH="1">
                  <a:off x="6828289" y="2781415"/>
                  <a:ext cx="119473" cy="268214"/>
                </a:xfrm>
                <a:custGeom>
                  <a:avLst/>
                  <a:gdLst/>
                  <a:ahLst/>
                  <a:cxnLst/>
                  <a:rect l="l" t="t" r="r" b="b"/>
                  <a:pathLst>
                    <a:path w="498" h="1118" extrusionOk="0">
                      <a:moveTo>
                        <a:pt x="78" y="1"/>
                      </a:moveTo>
                      <a:cubicBezTo>
                        <a:pt x="33" y="1"/>
                        <a:pt x="0" y="34"/>
                        <a:pt x="0" y="78"/>
                      </a:cubicBezTo>
                      <a:lnTo>
                        <a:pt x="0" y="1040"/>
                      </a:lnTo>
                      <a:cubicBezTo>
                        <a:pt x="0" y="1084"/>
                        <a:pt x="33" y="1117"/>
                        <a:pt x="78" y="1117"/>
                      </a:cubicBezTo>
                      <a:lnTo>
                        <a:pt x="409" y="1117"/>
                      </a:lnTo>
                      <a:cubicBezTo>
                        <a:pt x="454" y="1117"/>
                        <a:pt x="498" y="1084"/>
                        <a:pt x="498" y="1040"/>
                      </a:cubicBezTo>
                      <a:lnTo>
                        <a:pt x="498" y="78"/>
                      </a:lnTo>
                      <a:cubicBezTo>
                        <a:pt x="498" y="34"/>
                        <a:pt x="454" y="1"/>
                        <a:pt x="40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25"/>
                <p:cNvSpPr/>
                <p:nvPr/>
              </p:nvSpPr>
              <p:spPr>
                <a:xfrm flipH="1">
                  <a:off x="6655797" y="2781415"/>
                  <a:ext cx="29508" cy="268214"/>
                </a:xfrm>
                <a:custGeom>
                  <a:avLst/>
                  <a:gdLst/>
                  <a:ahLst/>
                  <a:cxnLst/>
                  <a:rect l="l" t="t" r="r" b="b"/>
                  <a:pathLst>
                    <a:path w="123" h="1118" extrusionOk="0">
                      <a:moveTo>
                        <a:pt x="89" y="1"/>
                      </a:moveTo>
                      <a:cubicBezTo>
                        <a:pt x="45" y="1"/>
                        <a:pt x="1" y="34"/>
                        <a:pt x="1" y="89"/>
                      </a:cubicBezTo>
                      <a:lnTo>
                        <a:pt x="1" y="1040"/>
                      </a:lnTo>
                      <a:cubicBezTo>
                        <a:pt x="1" y="1084"/>
                        <a:pt x="45" y="1117"/>
                        <a:pt x="89" y="1117"/>
                      </a:cubicBezTo>
                      <a:lnTo>
                        <a:pt x="122" y="1117"/>
                      </a:lnTo>
                      <a:cubicBezTo>
                        <a:pt x="78" y="1117"/>
                        <a:pt x="34" y="1084"/>
                        <a:pt x="45" y="1040"/>
                      </a:cubicBezTo>
                      <a:lnTo>
                        <a:pt x="45" y="89"/>
                      </a:lnTo>
                      <a:cubicBezTo>
                        <a:pt x="34"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25"/>
                <p:cNvSpPr/>
                <p:nvPr/>
              </p:nvSpPr>
              <p:spPr>
                <a:xfrm flipH="1">
                  <a:off x="6547120" y="2781415"/>
                  <a:ext cx="29268" cy="268214"/>
                </a:xfrm>
                <a:custGeom>
                  <a:avLst/>
                  <a:gdLst/>
                  <a:ahLst/>
                  <a:cxnLst/>
                  <a:rect l="l" t="t" r="r" b="b"/>
                  <a:pathLst>
                    <a:path w="122" h="1118" extrusionOk="0">
                      <a:moveTo>
                        <a:pt x="0" y="1"/>
                      </a:moveTo>
                      <a:cubicBezTo>
                        <a:pt x="44" y="1"/>
                        <a:pt x="78" y="34"/>
                        <a:pt x="78" y="89"/>
                      </a:cubicBezTo>
                      <a:lnTo>
                        <a:pt x="78" y="1040"/>
                      </a:lnTo>
                      <a:cubicBezTo>
                        <a:pt x="78" y="1084"/>
                        <a:pt x="44" y="1117"/>
                        <a:pt x="0" y="1117"/>
                      </a:cubicBezTo>
                      <a:lnTo>
                        <a:pt x="33" y="1117"/>
                      </a:lnTo>
                      <a:cubicBezTo>
                        <a:pt x="78" y="1117"/>
                        <a:pt x="122" y="1084"/>
                        <a:pt x="122" y="1040"/>
                      </a:cubicBezTo>
                      <a:lnTo>
                        <a:pt x="122" y="89"/>
                      </a:lnTo>
                      <a:cubicBezTo>
                        <a:pt x="122" y="34"/>
                        <a:pt x="78" y="1"/>
                        <a:pt x="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25"/>
                <p:cNvSpPr/>
                <p:nvPr/>
              </p:nvSpPr>
              <p:spPr>
                <a:xfrm flipH="1">
                  <a:off x="6557676" y="2781415"/>
                  <a:ext cx="116834" cy="268214"/>
                </a:xfrm>
                <a:custGeom>
                  <a:avLst/>
                  <a:gdLst/>
                  <a:ahLst/>
                  <a:cxnLst/>
                  <a:rect l="l" t="t" r="r" b="b"/>
                  <a:pathLst>
                    <a:path w="487" h="1118" extrusionOk="0">
                      <a:moveTo>
                        <a:pt x="77" y="1"/>
                      </a:moveTo>
                      <a:cubicBezTo>
                        <a:pt x="33" y="1"/>
                        <a:pt x="0" y="34"/>
                        <a:pt x="0" y="78"/>
                      </a:cubicBezTo>
                      <a:lnTo>
                        <a:pt x="0" y="1040"/>
                      </a:lnTo>
                      <a:cubicBezTo>
                        <a:pt x="0" y="1084"/>
                        <a:pt x="33" y="1117"/>
                        <a:pt x="77" y="1117"/>
                      </a:cubicBezTo>
                      <a:lnTo>
                        <a:pt x="409" y="1117"/>
                      </a:lnTo>
                      <a:cubicBezTo>
                        <a:pt x="453" y="1117"/>
                        <a:pt x="487" y="1084"/>
                        <a:pt x="487" y="1040"/>
                      </a:cubicBezTo>
                      <a:lnTo>
                        <a:pt x="487" y="78"/>
                      </a:lnTo>
                      <a:cubicBezTo>
                        <a:pt x="487" y="34"/>
                        <a:pt x="453" y="1"/>
                        <a:pt x="40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25"/>
                <p:cNvSpPr/>
                <p:nvPr/>
              </p:nvSpPr>
              <p:spPr>
                <a:xfrm flipH="1">
                  <a:off x="6382545" y="2781415"/>
                  <a:ext cx="29508" cy="268694"/>
                </a:xfrm>
                <a:custGeom>
                  <a:avLst/>
                  <a:gdLst/>
                  <a:ahLst/>
                  <a:cxnLst/>
                  <a:rect l="l" t="t" r="r" b="b"/>
                  <a:pathLst>
                    <a:path w="123" h="1120" extrusionOk="0">
                      <a:moveTo>
                        <a:pt x="78" y="1"/>
                      </a:moveTo>
                      <a:cubicBezTo>
                        <a:pt x="34" y="1"/>
                        <a:pt x="1" y="34"/>
                        <a:pt x="1" y="89"/>
                      </a:cubicBezTo>
                      <a:lnTo>
                        <a:pt x="1" y="1040"/>
                      </a:lnTo>
                      <a:cubicBezTo>
                        <a:pt x="1" y="1084"/>
                        <a:pt x="34" y="1117"/>
                        <a:pt x="78" y="1117"/>
                      </a:cubicBezTo>
                      <a:lnTo>
                        <a:pt x="94" y="1117"/>
                      </a:lnTo>
                      <a:cubicBezTo>
                        <a:pt x="61" y="1109"/>
                        <a:pt x="34" y="1075"/>
                        <a:pt x="34" y="1040"/>
                      </a:cubicBezTo>
                      <a:lnTo>
                        <a:pt x="34" y="89"/>
                      </a:lnTo>
                      <a:cubicBezTo>
                        <a:pt x="34" y="34"/>
                        <a:pt x="67" y="1"/>
                        <a:pt x="111" y="1"/>
                      </a:cubicBezTo>
                      <a:close/>
                      <a:moveTo>
                        <a:pt x="94" y="1117"/>
                      </a:moveTo>
                      <a:lnTo>
                        <a:pt x="94" y="1117"/>
                      </a:lnTo>
                      <a:cubicBezTo>
                        <a:pt x="99" y="1119"/>
                        <a:pt x="104" y="1119"/>
                        <a:pt x="108" y="1119"/>
                      </a:cubicBezTo>
                      <a:cubicBezTo>
                        <a:pt x="113" y="1119"/>
                        <a:pt x="118" y="1119"/>
                        <a:pt x="122" y="111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25"/>
                <p:cNvSpPr/>
                <p:nvPr/>
              </p:nvSpPr>
              <p:spPr>
                <a:xfrm flipH="1">
                  <a:off x="6276507" y="2781415"/>
                  <a:ext cx="26629" cy="268214"/>
                </a:xfrm>
                <a:custGeom>
                  <a:avLst/>
                  <a:gdLst/>
                  <a:ahLst/>
                  <a:cxnLst/>
                  <a:rect l="l" t="t" r="r" b="b"/>
                  <a:pathLst>
                    <a:path w="111" h="1118" extrusionOk="0">
                      <a:moveTo>
                        <a:pt x="0" y="1"/>
                      </a:moveTo>
                      <a:cubicBezTo>
                        <a:pt x="44" y="1"/>
                        <a:pt x="78" y="34"/>
                        <a:pt x="78" y="89"/>
                      </a:cubicBezTo>
                      <a:lnTo>
                        <a:pt x="78" y="1040"/>
                      </a:lnTo>
                      <a:cubicBezTo>
                        <a:pt x="78" y="1084"/>
                        <a:pt x="44" y="1117"/>
                        <a:pt x="0" y="1117"/>
                      </a:cubicBezTo>
                      <a:lnTo>
                        <a:pt x="33" y="1117"/>
                      </a:lnTo>
                      <a:cubicBezTo>
                        <a:pt x="78" y="1117"/>
                        <a:pt x="111" y="1084"/>
                        <a:pt x="111" y="1040"/>
                      </a:cubicBezTo>
                      <a:lnTo>
                        <a:pt x="111" y="89"/>
                      </a:lnTo>
                      <a:cubicBezTo>
                        <a:pt x="111" y="34"/>
                        <a:pt x="78" y="1"/>
                        <a:pt x="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25"/>
                <p:cNvSpPr/>
                <p:nvPr/>
              </p:nvSpPr>
              <p:spPr>
                <a:xfrm flipH="1">
                  <a:off x="6284424" y="2781415"/>
                  <a:ext cx="119713" cy="268214"/>
                </a:xfrm>
                <a:custGeom>
                  <a:avLst/>
                  <a:gdLst/>
                  <a:ahLst/>
                  <a:cxnLst/>
                  <a:rect l="l" t="t" r="r" b="b"/>
                  <a:pathLst>
                    <a:path w="499" h="1118" extrusionOk="0">
                      <a:moveTo>
                        <a:pt x="78" y="1"/>
                      </a:moveTo>
                      <a:cubicBezTo>
                        <a:pt x="34" y="1"/>
                        <a:pt x="1" y="34"/>
                        <a:pt x="1" y="78"/>
                      </a:cubicBezTo>
                      <a:lnTo>
                        <a:pt x="1" y="1040"/>
                      </a:lnTo>
                      <a:cubicBezTo>
                        <a:pt x="1" y="1084"/>
                        <a:pt x="34" y="1117"/>
                        <a:pt x="78" y="1117"/>
                      </a:cubicBezTo>
                      <a:lnTo>
                        <a:pt x="421" y="1117"/>
                      </a:lnTo>
                      <a:cubicBezTo>
                        <a:pt x="465" y="1117"/>
                        <a:pt x="499" y="1084"/>
                        <a:pt x="499" y="1040"/>
                      </a:cubicBezTo>
                      <a:lnTo>
                        <a:pt x="499" y="78"/>
                      </a:lnTo>
                      <a:cubicBezTo>
                        <a:pt x="499" y="34"/>
                        <a:pt x="465" y="1"/>
                        <a:pt x="4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25"/>
                <p:cNvSpPr/>
                <p:nvPr/>
              </p:nvSpPr>
              <p:spPr>
                <a:xfrm flipH="1">
                  <a:off x="6111932" y="2781415"/>
                  <a:ext cx="26869" cy="268214"/>
                </a:xfrm>
                <a:custGeom>
                  <a:avLst/>
                  <a:gdLst/>
                  <a:ahLst/>
                  <a:cxnLst/>
                  <a:rect l="l" t="t" r="r" b="b"/>
                  <a:pathLst>
                    <a:path w="112" h="1118" extrusionOk="0">
                      <a:moveTo>
                        <a:pt x="78" y="1"/>
                      </a:moveTo>
                      <a:cubicBezTo>
                        <a:pt x="34" y="1"/>
                        <a:pt x="1" y="34"/>
                        <a:pt x="1" y="89"/>
                      </a:cubicBezTo>
                      <a:lnTo>
                        <a:pt x="1" y="1040"/>
                      </a:lnTo>
                      <a:cubicBezTo>
                        <a:pt x="1" y="1084"/>
                        <a:pt x="34" y="1117"/>
                        <a:pt x="78" y="1117"/>
                      </a:cubicBezTo>
                      <a:lnTo>
                        <a:pt x="111" y="1117"/>
                      </a:lnTo>
                      <a:cubicBezTo>
                        <a:pt x="67" y="1117"/>
                        <a:pt x="34" y="1084"/>
                        <a:pt x="34" y="1040"/>
                      </a:cubicBezTo>
                      <a:lnTo>
                        <a:pt x="34" y="89"/>
                      </a:lnTo>
                      <a:cubicBezTo>
                        <a:pt x="34" y="34"/>
                        <a:pt x="67" y="1"/>
                        <a:pt x="1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25"/>
                <p:cNvSpPr/>
                <p:nvPr/>
              </p:nvSpPr>
              <p:spPr>
                <a:xfrm flipH="1">
                  <a:off x="6003255" y="2781415"/>
                  <a:ext cx="29268" cy="268214"/>
                </a:xfrm>
                <a:custGeom>
                  <a:avLst/>
                  <a:gdLst/>
                  <a:ahLst/>
                  <a:cxnLst/>
                  <a:rect l="l" t="t" r="r" b="b"/>
                  <a:pathLst>
                    <a:path w="122" h="1118" extrusionOk="0">
                      <a:moveTo>
                        <a:pt x="0" y="1"/>
                      </a:moveTo>
                      <a:cubicBezTo>
                        <a:pt x="44" y="1"/>
                        <a:pt x="88" y="34"/>
                        <a:pt x="88" y="89"/>
                      </a:cubicBezTo>
                      <a:lnTo>
                        <a:pt x="88" y="1040"/>
                      </a:lnTo>
                      <a:cubicBezTo>
                        <a:pt x="88" y="1084"/>
                        <a:pt x="44" y="1117"/>
                        <a:pt x="0" y="1117"/>
                      </a:cubicBezTo>
                      <a:lnTo>
                        <a:pt x="44" y="1117"/>
                      </a:lnTo>
                      <a:cubicBezTo>
                        <a:pt x="88" y="1117"/>
                        <a:pt x="122" y="1084"/>
                        <a:pt x="122" y="1040"/>
                      </a:cubicBezTo>
                      <a:lnTo>
                        <a:pt x="122" y="89"/>
                      </a:lnTo>
                      <a:cubicBezTo>
                        <a:pt x="122" y="34"/>
                        <a:pt x="88" y="1"/>
                        <a:pt x="4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25"/>
                <p:cNvSpPr/>
                <p:nvPr/>
              </p:nvSpPr>
              <p:spPr>
                <a:xfrm flipH="1">
                  <a:off x="6011172" y="2781415"/>
                  <a:ext cx="119713" cy="268214"/>
                </a:xfrm>
                <a:custGeom>
                  <a:avLst/>
                  <a:gdLst/>
                  <a:ahLst/>
                  <a:cxnLst/>
                  <a:rect l="l" t="t" r="r" b="b"/>
                  <a:pathLst>
                    <a:path w="499" h="1118" extrusionOk="0">
                      <a:moveTo>
                        <a:pt x="78" y="1"/>
                      </a:moveTo>
                      <a:cubicBezTo>
                        <a:pt x="34" y="1"/>
                        <a:pt x="1" y="34"/>
                        <a:pt x="1" y="78"/>
                      </a:cubicBezTo>
                      <a:lnTo>
                        <a:pt x="1" y="1040"/>
                      </a:lnTo>
                      <a:cubicBezTo>
                        <a:pt x="1" y="1084"/>
                        <a:pt x="34" y="1117"/>
                        <a:pt x="78" y="1117"/>
                      </a:cubicBezTo>
                      <a:lnTo>
                        <a:pt x="410" y="1117"/>
                      </a:lnTo>
                      <a:cubicBezTo>
                        <a:pt x="454" y="1117"/>
                        <a:pt x="498" y="1084"/>
                        <a:pt x="498" y="1040"/>
                      </a:cubicBezTo>
                      <a:lnTo>
                        <a:pt x="498" y="78"/>
                      </a:lnTo>
                      <a:cubicBezTo>
                        <a:pt x="498" y="34"/>
                        <a:pt x="454" y="1"/>
                        <a:pt x="4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25"/>
                <p:cNvSpPr/>
                <p:nvPr/>
              </p:nvSpPr>
              <p:spPr>
                <a:xfrm flipH="1">
                  <a:off x="5838680" y="2781415"/>
                  <a:ext cx="29508" cy="268214"/>
                </a:xfrm>
                <a:custGeom>
                  <a:avLst/>
                  <a:gdLst/>
                  <a:ahLst/>
                  <a:cxnLst/>
                  <a:rect l="l" t="t" r="r" b="b"/>
                  <a:pathLst>
                    <a:path w="123" h="1118" extrusionOk="0">
                      <a:moveTo>
                        <a:pt x="89" y="1"/>
                      </a:moveTo>
                      <a:cubicBezTo>
                        <a:pt x="45" y="1"/>
                        <a:pt x="1" y="34"/>
                        <a:pt x="1" y="89"/>
                      </a:cubicBezTo>
                      <a:lnTo>
                        <a:pt x="1" y="1040"/>
                      </a:lnTo>
                      <a:cubicBezTo>
                        <a:pt x="1" y="1084"/>
                        <a:pt x="45" y="1117"/>
                        <a:pt x="89" y="1117"/>
                      </a:cubicBezTo>
                      <a:lnTo>
                        <a:pt x="122" y="1117"/>
                      </a:lnTo>
                      <a:cubicBezTo>
                        <a:pt x="78" y="1117"/>
                        <a:pt x="45" y="1084"/>
                        <a:pt x="45" y="1040"/>
                      </a:cubicBezTo>
                      <a:lnTo>
                        <a:pt x="45" y="89"/>
                      </a:lnTo>
                      <a:cubicBezTo>
                        <a:pt x="45"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25"/>
                <p:cNvSpPr/>
                <p:nvPr/>
              </p:nvSpPr>
              <p:spPr>
                <a:xfrm flipH="1">
                  <a:off x="5730003" y="2781415"/>
                  <a:ext cx="29508" cy="268214"/>
                </a:xfrm>
                <a:custGeom>
                  <a:avLst/>
                  <a:gdLst/>
                  <a:ahLst/>
                  <a:cxnLst/>
                  <a:rect l="l" t="t" r="r" b="b"/>
                  <a:pathLst>
                    <a:path w="123" h="1118" extrusionOk="0">
                      <a:moveTo>
                        <a:pt x="1" y="1"/>
                      </a:moveTo>
                      <a:cubicBezTo>
                        <a:pt x="45" y="1"/>
                        <a:pt x="78" y="34"/>
                        <a:pt x="78" y="89"/>
                      </a:cubicBezTo>
                      <a:lnTo>
                        <a:pt x="78" y="1040"/>
                      </a:lnTo>
                      <a:cubicBezTo>
                        <a:pt x="78" y="1084"/>
                        <a:pt x="45" y="1117"/>
                        <a:pt x="1" y="1117"/>
                      </a:cubicBezTo>
                      <a:lnTo>
                        <a:pt x="34" y="1117"/>
                      </a:lnTo>
                      <a:cubicBezTo>
                        <a:pt x="78" y="1117"/>
                        <a:pt x="123" y="1084"/>
                        <a:pt x="123" y="1040"/>
                      </a:cubicBezTo>
                      <a:lnTo>
                        <a:pt x="123" y="89"/>
                      </a:lnTo>
                      <a:cubicBezTo>
                        <a:pt x="123" y="34"/>
                        <a:pt x="78" y="1"/>
                        <a:pt x="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25"/>
                <p:cNvSpPr/>
                <p:nvPr/>
              </p:nvSpPr>
              <p:spPr>
                <a:xfrm flipH="1">
                  <a:off x="5740559" y="2781415"/>
                  <a:ext cx="119713" cy="268214"/>
                </a:xfrm>
                <a:custGeom>
                  <a:avLst/>
                  <a:gdLst/>
                  <a:ahLst/>
                  <a:cxnLst/>
                  <a:rect l="l" t="t" r="r" b="b"/>
                  <a:pathLst>
                    <a:path w="499" h="1118" extrusionOk="0">
                      <a:moveTo>
                        <a:pt x="89" y="1"/>
                      </a:moveTo>
                      <a:cubicBezTo>
                        <a:pt x="45" y="1"/>
                        <a:pt x="1" y="34"/>
                        <a:pt x="1" y="78"/>
                      </a:cubicBezTo>
                      <a:lnTo>
                        <a:pt x="1" y="1040"/>
                      </a:lnTo>
                      <a:cubicBezTo>
                        <a:pt x="1" y="1084"/>
                        <a:pt x="45" y="1117"/>
                        <a:pt x="89" y="1117"/>
                      </a:cubicBezTo>
                      <a:lnTo>
                        <a:pt x="421" y="1117"/>
                      </a:lnTo>
                      <a:cubicBezTo>
                        <a:pt x="465" y="1117"/>
                        <a:pt x="498" y="1084"/>
                        <a:pt x="498" y="1040"/>
                      </a:cubicBezTo>
                      <a:lnTo>
                        <a:pt x="498" y="78"/>
                      </a:lnTo>
                      <a:cubicBezTo>
                        <a:pt x="498" y="34"/>
                        <a:pt x="465" y="1"/>
                        <a:pt x="4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25"/>
                <p:cNvSpPr/>
                <p:nvPr/>
              </p:nvSpPr>
              <p:spPr>
                <a:xfrm flipH="1">
                  <a:off x="7380071" y="3333198"/>
                  <a:ext cx="270853" cy="98361"/>
                </a:xfrm>
                <a:custGeom>
                  <a:avLst/>
                  <a:gdLst/>
                  <a:ahLst/>
                  <a:cxnLst/>
                  <a:rect l="l" t="t" r="r" b="b"/>
                  <a:pathLst>
                    <a:path w="1129" h="410" extrusionOk="0">
                      <a:moveTo>
                        <a:pt x="1" y="1"/>
                      </a:moveTo>
                      <a:lnTo>
                        <a:pt x="1" y="410"/>
                      </a:lnTo>
                      <a:lnTo>
                        <a:pt x="1129" y="410"/>
                      </a:lnTo>
                      <a:lnTo>
                        <a:pt x="1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25"/>
                <p:cNvSpPr/>
                <p:nvPr/>
              </p:nvSpPr>
              <p:spPr>
                <a:xfrm flipH="1">
                  <a:off x="7380071" y="3333198"/>
                  <a:ext cx="21352" cy="98361"/>
                </a:xfrm>
                <a:custGeom>
                  <a:avLst/>
                  <a:gdLst/>
                  <a:ahLst/>
                  <a:cxnLst/>
                  <a:rect l="l" t="t" r="r" b="b"/>
                  <a:pathLst>
                    <a:path w="89" h="410" extrusionOk="0">
                      <a:moveTo>
                        <a:pt x="0" y="1"/>
                      </a:moveTo>
                      <a:lnTo>
                        <a:pt x="0" y="410"/>
                      </a:lnTo>
                      <a:lnTo>
                        <a:pt x="89" y="410"/>
                      </a:lnTo>
                      <a:lnTo>
                        <a:pt x="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25"/>
                <p:cNvSpPr/>
                <p:nvPr/>
              </p:nvSpPr>
              <p:spPr>
                <a:xfrm flipH="1">
                  <a:off x="7650684" y="3333198"/>
                  <a:ext cx="21352" cy="98361"/>
                </a:xfrm>
                <a:custGeom>
                  <a:avLst/>
                  <a:gdLst/>
                  <a:ahLst/>
                  <a:cxnLst/>
                  <a:rect l="l" t="t" r="r" b="b"/>
                  <a:pathLst>
                    <a:path w="89" h="410" extrusionOk="0">
                      <a:moveTo>
                        <a:pt x="0" y="1"/>
                      </a:moveTo>
                      <a:lnTo>
                        <a:pt x="0" y="410"/>
                      </a:lnTo>
                      <a:lnTo>
                        <a:pt x="89" y="410"/>
                      </a:lnTo>
                      <a:lnTo>
                        <a:pt x="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25"/>
                <p:cNvSpPr/>
                <p:nvPr/>
              </p:nvSpPr>
              <p:spPr>
                <a:xfrm flipH="1">
                  <a:off x="7525933" y="3367745"/>
                  <a:ext cx="53259" cy="29508"/>
                </a:xfrm>
                <a:custGeom>
                  <a:avLst/>
                  <a:gdLst/>
                  <a:ahLst/>
                  <a:cxnLst/>
                  <a:rect l="l" t="t" r="r" b="b"/>
                  <a:pathLst>
                    <a:path w="222" h="123" extrusionOk="0">
                      <a:moveTo>
                        <a:pt x="0" y="0"/>
                      </a:moveTo>
                      <a:lnTo>
                        <a:pt x="0" y="122"/>
                      </a:lnTo>
                      <a:lnTo>
                        <a:pt x="222" y="122"/>
                      </a:lnTo>
                      <a:lnTo>
                        <a:pt x="2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25"/>
                <p:cNvSpPr/>
                <p:nvPr/>
              </p:nvSpPr>
              <p:spPr>
                <a:xfrm flipH="1">
                  <a:off x="7470275" y="3367745"/>
                  <a:ext cx="55898" cy="29508"/>
                </a:xfrm>
                <a:custGeom>
                  <a:avLst/>
                  <a:gdLst/>
                  <a:ahLst/>
                  <a:cxnLst/>
                  <a:rect l="l" t="t" r="r" b="b"/>
                  <a:pathLst>
                    <a:path w="233" h="123" extrusionOk="0">
                      <a:moveTo>
                        <a:pt x="1" y="0"/>
                      </a:moveTo>
                      <a:lnTo>
                        <a:pt x="1" y="122"/>
                      </a:lnTo>
                      <a:lnTo>
                        <a:pt x="233" y="122"/>
                      </a:lnTo>
                      <a:lnTo>
                        <a:pt x="2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25"/>
                <p:cNvSpPr/>
                <p:nvPr/>
              </p:nvSpPr>
              <p:spPr>
                <a:xfrm flipH="1">
                  <a:off x="7470275" y="3367745"/>
                  <a:ext cx="122112" cy="42703"/>
                </a:xfrm>
                <a:custGeom>
                  <a:avLst/>
                  <a:gdLst/>
                  <a:ahLst/>
                  <a:cxnLst/>
                  <a:rect l="l" t="t" r="r" b="b"/>
                  <a:pathLst>
                    <a:path w="509" h="178" extrusionOk="0">
                      <a:moveTo>
                        <a:pt x="0" y="0"/>
                      </a:moveTo>
                      <a:lnTo>
                        <a:pt x="0" y="177"/>
                      </a:lnTo>
                      <a:lnTo>
                        <a:pt x="509" y="177"/>
                      </a:lnTo>
                      <a:lnTo>
                        <a:pt x="509" y="133"/>
                      </a:lnTo>
                      <a:lnTo>
                        <a:pt x="55" y="133"/>
                      </a:lnTo>
                      <a:lnTo>
                        <a:pt x="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25"/>
                <p:cNvSpPr/>
                <p:nvPr/>
              </p:nvSpPr>
              <p:spPr>
                <a:xfrm flipH="1">
                  <a:off x="5576224" y="3333198"/>
                  <a:ext cx="270613" cy="98361"/>
                </a:xfrm>
                <a:custGeom>
                  <a:avLst/>
                  <a:gdLst/>
                  <a:ahLst/>
                  <a:cxnLst/>
                  <a:rect l="l" t="t" r="r" b="b"/>
                  <a:pathLst>
                    <a:path w="1128" h="410" extrusionOk="0">
                      <a:moveTo>
                        <a:pt x="0" y="1"/>
                      </a:moveTo>
                      <a:lnTo>
                        <a:pt x="0" y="410"/>
                      </a:lnTo>
                      <a:lnTo>
                        <a:pt x="1128" y="410"/>
                      </a:lnTo>
                      <a:lnTo>
                        <a:pt x="112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25"/>
                <p:cNvSpPr/>
                <p:nvPr/>
              </p:nvSpPr>
              <p:spPr>
                <a:xfrm flipH="1">
                  <a:off x="5576224" y="3333198"/>
                  <a:ext cx="21352" cy="98361"/>
                </a:xfrm>
                <a:custGeom>
                  <a:avLst/>
                  <a:gdLst/>
                  <a:ahLst/>
                  <a:cxnLst/>
                  <a:rect l="l" t="t" r="r" b="b"/>
                  <a:pathLst>
                    <a:path w="89" h="410" extrusionOk="0">
                      <a:moveTo>
                        <a:pt x="0" y="1"/>
                      </a:moveTo>
                      <a:lnTo>
                        <a:pt x="0" y="410"/>
                      </a:lnTo>
                      <a:lnTo>
                        <a:pt x="89" y="410"/>
                      </a:lnTo>
                      <a:lnTo>
                        <a:pt x="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25"/>
                <p:cNvSpPr/>
                <p:nvPr/>
              </p:nvSpPr>
              <p:spPr>
                <a:xfrm flipH="1">
                  <a:off x="5846597" y="3333198"/>
                  <a:ext cx="21591" cy="98361"/>
                </a:xfrm>
                <a:custGeom>
                  <a:avLst/>
                  <a:gdLst/>
                  <a:ahLst/>
                  <a:cxnLst/>
                  <a:rect l="l" t="t" r="r" b="b"/>
                  <a:pathLst>
                    <a:path w="90" h="410" extrusionOk="0">
                      <a:moveTo>
                        <a:pt x="1" y="1"/>
                      </a:moveTo>
                      <a:lnTo>
                        <a:pt x="1" y="410"/>
                      </a:lnTo>
                      <a:lnTo>
                        <a:pt x="89" y="410"/>
                      </a:lnTo>
                      <a:lnTo>
                        <a:pt x="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25"/>
                <p:cNvSpPr/>
                <p:nvPr/>
              </p:nvSpPr>
              <p:spPr>
                <a:xfrm flipH="1">
                  <a:off x="5722086" y="3367745"/>
                  <a:ext cx="53259" cy="29508"/>
                </a:xfrm>
                <a:custGeom>
                  <a:avLst/>
                  <a:gdLst/>
                  <a:ahLst/>
                  <a:cxnLst/>
                  <a:rect l="l" t="t" r="r" b="b"/>
                  <a:pathLst>
                    <a:path w="222" h="123" extrusionOk="0">
                      <a:moveTo>
                        <a:pt x="1" y="0"/>
                      </a:moveTo>
                      <a:lnTo>
                        <a:pt x="1" y="122"/>
                      </a:lnTo>
                      <a:lnTo>
                        <a:pt x="222" y="122"/>
                      </a:lnTo>
                      <a:lnTo>
                        <a:pt x="2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25"/>
                <p:cNvSpPr/>
                <p:nvPr/>
              </p:nvSpPr>
              <p:spPr>
                <a:xfrm flipH="1">
                  <a:off x="5683578" y="3367745"/>
                  <a:ext cx="55898" cy="29508"/>
                </a:xfrm>
                <a:custGeom>
                  <a:avLst/>
                  <a:gdLst/>
                  <a:ahLst/>
                  <a:cxnLst/>
                  <a:rect l="l" t="t" r="r" b="b"/>
                  <a:pathLst>
                    <a:path w="233" h="123" extrusionOk="0">
                      <a:moveTo>
                        <a:pt x="1" y="0"/>
                      </a:moveTo>
                      <a:lnTo>
                        <a:pt x="1" y="122"/>
                      </a:lnTo>
                      <a:lnTo>
                        <a:pt x="233" y="122"/>
                      </a:lnTo>
                      <a:lnTo>
                        <a:pt x="2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25"/>
                <p:cNvSpPr/>
                <p:nvPr/>
              </p:nvSpPr>
              <p:spPr>
                <a:xfrm flipH="1">
                  <a:off x="5666428" y="3367745"/>
                  <a:ext cx="122112" cy="42703"/>
                </a:xfrm>
                <a:custGeom>
                  <a:avLst/>
                  <a:gdLst/>
                  <a:ahLst/>
                  <a:cxnLst/>
                  <a:rect l="l" t="t" r="r" b="b"/>
                  <a:pathLst>
                    <a:path w="509" h="178" extrusionOk="0">
                      <a:moveTo>
                        <a:pt x="0" y="0"/>
                      </a:moveTo>
                      <a:lnTo>
                        <a:pt x="0" y="177"/>
                      </a:lnTo>
                      <a:lnTo>
                        <a:pt x="509" y="177"/>
                      </a:lnTo>
                      <a:lnTo>
                        <a:pt x="509" y="133"/>
                      </a:lnTo>
                      <a:lnTo>
                        <a:pt x="56" y="133"/>
                      </a:lnTo>
                      <a:lnTo>
                        <a:pt x="5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25"/>
                <p:cNvSpPr/>
                <p:nvPr/>
              </p:nvSpPr>
              <p:spPr>
                <a:xfrm flipH="1">
                  <a:off x="4599810" y="3534959"/>
                  <a:ext cx="82527" cy="61176"/>
                </a:xfrm>
                <a:custGeom>
                  <a:avLst/>
                  <a:gdLst/>
                  <a:ahLst/>
                  <a:cxnLst/>
                  <a:rect l="l" t="t" r="r" b="b"/>
                  <a:pathLst>
                    <a:path w="344" h="255" extrusionOk="0">
                      <a:moveTo>
                        <a:pt x="122" y="0"/>
                      </a:moveTo>
                      <a:cubicBezTo>
                        <a:pt x="56" y="0"/>
                        <a:pt x="0" y="55"/>
                        <a:pt x="0" y="122"/>
                      </a:cubicBezTo>
                      <a:cubicBezTo>
                        <a:pt x="0" y="188"/>
                        <a:pt x="56" y="254"/>
                        <a:pt x="122" y="254"/>
                      </a:cubicBezTo>
                      <a:lnTo>
                        <a:pt x="221" y="254"/>
                      </a:lnTo>
                      <a:cubicBezTo>
                        <a:pt x="288" y="254"/>
                        <a:pt x="343" y="188"/>
                        <a:pt x="343" y="122"/>
                      </a:cubicBezTo>
                      <a:cubicBezTo>
                        <a:pt x="343" y="55"/>
                        <a:pt x="288" y="0"/>
                        <a:pt x="2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25"/>
                <p:cNvSpPr/>
                <p:nvPr/>
              </p:nvSpPr>
              <p:spPr>
                <a:xfrm flipH="1">
                  <a:off x="4583976" y="3489857"/>
                  <a:ext cx="66454" cy="146102"/>
                </a:xfrm>
                <a:custGeom>
                  <a:avLst/>
                  <a:gdLst/>
                  <a:ahLst/>
                  <a:cxnLst/>
                  <a:rect l="l" t="t" r="r" b="b"/>
                  <a:pathLst>
                    <a:path w="277" h="609" extrusionOk="0">
                      <a:moveTo>
                        <a:pt x="133" y="0"/>
                      </a:moveTo>
                      <a:cubicBezTo>
                        <a:pt x="55" y="0"/>
                        <a:pt x="0" y="55"/>
                        <a:pt x="0" y="133"/>
                      </a:cubicBezTo>
                      <a:lnTo>
                        <a:pt x="0" y="475"/>
                      </a:lnTo>
                      <a:cubicBezTo>
                        <a:pt x="0" y="553"/>
                        <a:pt x="55" y="608"/>
                        <a:pt x="133" y="608"/>
                      </a:cubicBezTo>
                      <a:lnTo>
                        <a:pt x="144" y="608"/>
                      </a:lnTo>
                      <a:cubicBezTo>
                        <a:pt x="210" y="608"/>
                        <a:pt x="276" y="553"/>
                        <a:pt x="276" y="475"/>
                      </a:cubicBezTo>
                      <a:lnTo>
                        <a:pt x="276" y="133"/>
                      </a:lnTo>
                      <a:cubicBezTo>
                        <a:pt x="276" y="55"/>
                        <a:pt x="210" y="0"/>
                        <a:pt x="1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25"/>
                <p:cNvSpPr/>
                <p:nvPr/>
              </p:nvSpPr>
              <p:spPr>
                <a:xfrm flipH="1">
                  <a:off x="4591893" y="3495135"/>
                  <a:ext cx="32147" cy="132907"/>
                </a:xfrm>
                <a:custGeom>
                  <a:avLst/>
                  <a:gdLst/>
                  <a:ahLst/>
                  <a:cxnLst/>
                  <a:rect l="l" t="t" r="r" b="b"/>
                  <a:pathLst>
                    <a:path w="134" h="554" extrusionOk="0">
                      <a:moveTo>
                        <a:pt x="67" y="0"/>
                      </a:moveTo>
                      <a:cubicBezTo>
                        <a:pt x="23" y="0"/>
                        <a:pt x="1" y="33"/>
                        <a:pt x="1" y="66"/>
                      </a:cubicBezTo>
                      <a:lnTo>
                        <a:pt x="1" y="487"/>
                      </a:lnTo>
                      <a:cubicBezTo>
                        <a:pt x="1" y="520"/>
                        <a:pt x="23" y="553"/>
                        <a:pt x="67" y="553"/>
                      </a:cubicBezTo>
                      <a:cubicBezTo>
                        <a:pt x="100" y="553"/>
                        <a:pt x="133" y="520"/>
                        <a:pt x="133" y="487"/>
                      </a:cubicBezTo>
                      <a:lnTo>
                        <a:pt x="133" y="66"/>
                      </a:lnTo>
                      <a:cubicBezTo>
                        <a:pt x="133" y="33"/>
                        <a:pt x="100" y="0"/>
                        <a:pt x="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25"/>
                <p:cNvSpPr/>
                <p:nvPr/>
              </p:nvSpPr>
              <p:spPr>
                <a:xfrm flipH="1">
                  <a:off x="4583976" y="3489857"/>
                  <a:ext cx="47981" cy="146102"/>
                </a:xfrm>
                <a:custGeom>
                  <a:avLst/>
                  <a:gdLst/>
                  <a:ahLst/>
                  <a:cxnLst/>
                  <a:rect l="l" t="t" r="r" b="b"/>
                  <a:pathLst>
                    <a:path w="200" h="609" extrusionOk="0">
                      <a:moveTo>
                        <a:pt x="100" y="33"/>
                      </a:moveTo>
                      <a:cubicBezTo>
                        <a:pt x="133" y="33"/>
                        <a:pt x="166" y="66"/>
                        <a:pt x="166" y="100"/>
                      </a:cubicBezTo>
                      <a:lnTo>
                        <a:pt x="166" y="520"/>
                      </a:lnTo>
                      <a:cubicBezTo>
                        <a:pt x="166" y="553"/>
                        <a:pt x="133" y="586"/>
                        <a:pt x="100" y="586"/>
                      </a:cubicBezTo>
                      <a:cubicBezTo>
                        <a:pt x="56" y="586"/>
                        <a:pt x="34" y="553"/>
                        <a:pt x="34" y="520"/>
                      </a:cubicBezTo>
                      <a:lnTo>
                        <a:pt x="34" y="100"/>
                      </a:lnTo>
                      <a:cubicBezTo>
                        <a:pt x="34" y="66"/>
                        <a:pt x="56" y="33"/>
                        <a:pt x="100" y="33"/>
                      </a:cubicBezTo>
                      <a:close/>
                      <a:moveTo>
                        <a:pt x="100" y="0"/>
                      </a:moveTo>
                      <a:cubicBezTo>
                        <a:pt x="45" y="0"/>
                        <a:pt x="0" y="44"/>
                        <a:pt x="0" y="100"/>
                      </a:cubicBezTo>
                      <a:lnTo>
                        <a:pt x="0" y="509"/>
                      </a:lnTo>
                      <a:cubicBezTo>
                        <a:pt x="0" y="575"/>
                        <a:pt x="50" y="608"/>
                        <a:pt x="100" y="608"/>
                      </a:cubicBezTo>
                      <a:cubicBezTo>
                        <a:pt x="150" y="608"/>
                        <a:pt x="199" y="575"/>
                        <a:pt x="199" y="509"/>
                      </a:cubicBezTo>
                      <a:lnTo>
                        <a:pt x="199" y="100"/>
                      </a:lnTo>
                      <a:cubicBezTo>
                        <a:pt x="199" y="44"/>
                        <a:pt x="155" y="0"/>
                        <a:pt x="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25"/>
                <p:cNvSpPr/>
                <p:nvPr/>
              </p:nvSpPr>
              <p:spPr>
                <a:xfrm flipH="1">
                  <a:off x="4313364" y="3534959"/>
                  <a:ext cx="85166" cy="61176"/>
                </a:xfrm>
                <a:custGeom>
                  <a:avLst/>
                  <a:gdLst/>
                  <a:ahLst/>
                  <a:cxnLst/>
                  <a:rect l="l" t="t" r="r" b="b"/>
                  <a:pathLst>
                    <a:path w="355" h="255" extrusionOk="0">
                      <a:moveTo>
                        <a:pt x="133" y="0"/>
                      </a:moveTo>
                      <a:cubicBezTo>
                        <a:pt x="67" y="0"/>
                        <a:pt x="0" y="55"/>
                        <a:pt x="12" y="122"/>
                      </a:cubicBezTo>
                      <a:cubicBezTo>
                        <a:pt x="0" y="199"/>
                        <a:pt x="67" y="254"/>
                        <a:pt x="133" y="254"/>
                      </a:cubicBezTo>
                      <a:lnTo>
                        <a:pt x="233" y="254"/>
                      </a:lnTo>
                      <a:cubicBezTo>
                        <a:pt x="299" y="254"/>
                        <a:pt x="354" y="188"/>
                        <a:pt x="354" y="122"/>
                      </a:cubicBezTo>
                      <a:cubicBezTo>
                        <a:pt x="354" y="55"/>
                        <a:pt x="299" y="0"/>
                        <a:pt x="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25"/>
                <p:cNvSpPr/>
                <p:nvPr/>
              </p:nvSpPr>
              <p:spPr>
                <a:xfrm flipH="1">
                  <a:off x="4300169" y="3489857"/>
                  <a:ext cx="66454" cy="146102"/>
                </a:xfrm>
                <a:custGeom>
                  <a:avLst/>
                  <a:gdLst/>
                  <a:ahLst/>
                  <a:cxnLst/>
                  <a:rect l="l" t="t" r="r" b="b"/>
                  <a:pathLst>
                    <a:path w="277" h="609" extrusionOk="0">
                      <a:moveTo>
                        <a:pt x="133" y="0"/>
                      </a:moveTo>
                      <a:cubicBezTo>
                        <a:pt x="67" y="0"/>
                        <a:pt x="0" y="55"/>
                        <a:pt x="0" y="133"/>
                      </a:cubicBezTo>
                      <a:lnTo>
                        <a:pt x="0" y="475"/>
                      </a:lnTo>
                      <a:cubicBezTo>
                        <a:pt x="0" y="553"/>
                        <a:pt x="67" y="608"/>
                        <a:pt x="133" y="608"/>
                      </a:cubicBezTo>
                      <a:lnTo>
                        <a:pt x="144" y="608"/>
                      </a:lnTo>
                      <a:cubicBezTo>
                        <a:pt x="221" y="608"/>
                        <a:pt x="277" y="553"/>
                        <a:pt x="277" y="475"/>
                      </a:cubicBezTo>
                      <a:lnTo>
                        <a:pt x="277" y="133"/>
                      </a:lnTo>
                      <a:cubicBezTo>
                        <a:pt x="277" y="55"/>
                        <a:pt x="221" y="0"/>
                        <a:pt x="1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25"/>
                <p:cNvSpPr/>
                <p:nvPr/>
              </p:nvSpPr>
              <p:spPr>
                <a:xfrm flipH="1">
                  <a:off x="4305447" y="3495135"/>
                  <a:ext cx="34786" cy="132907"/>
                </a:xfrm>
                <a:custGeom>
                  <a:avLst/>
                  <a:gdLst/>
                  <a:ahLst/>
                  <a:cxnLst/>
                  <a:rect l="l" t="t" r="r" b="b"/>
                  <a:pathLst>
                    <a:path w="145" h="554" extrusionOk="0">
                      <a:moveTo>
                        <a:pt x="67" y="0"/>
                      </a:moveTo>
                      <a:cubicBezTo>
                        <a:pt x="34" y="0"/>
                        <a:pt x="1" y="33"/>
                        <a:pt x="1" y="66"/>
                      </a:cubicBezTo>
                      <a:lnTo>
                        <a:pt x="1" y="487"/>
                      </a:lnTo>
                      <a:cubicBezTo>
                        <a:pt x="1" y="531"/>
                        <a:pt x="37" y="553"/>
                        <a:pt x="73" y="553"/>
                      </a:cubicBezTo>
                      <a:cubicBezTo>
                        <a:pt x="109" y="553"/>
                        <a:pt x="144" y="531"/>
                        <a:pt x="144" y="487"/>
                      </a:cubicBezTo>
                      <a:lnTo>
                        <a:pt x="144" y="66"/>
                      </a:lnTo>
                      <a:cubicBezTo>
                        <a:pt x="144" y="33"/>
                        <a:pt x="111" y="0"/>
                        <a:pt x="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25"/>
                <p:cNvSpPr/>
                <p:nvPr/>
              </p:nvSpPr>
              <p:spPr>
                <a:xfrm flipH="1">
                  <a:off x="4300169" y="3489857"/>
                  <a:ext cx="45342" cy="142024"/>
                </a:xfrm>
                <a:custGeom>
                  <a:avLst/>
                  <a:gdLst/>
                  <a:ahLst/>
                  <a:cxnLst/>
                  <a:rect l="l" t="t" r="r" b="b"/>
                  <a:pathLst>
                    <a:path w="189" h="592" extrusionOk="0">
                      <a:moveTo>
                        <a:pt x="95" y="33"/>
                      </a:moveTo>
                      <a:cubicBezTo>
                        <a:pt x="131" y="33"/>
                        <a:pt x="166" y="55"/>
                        <a:pt x="166" y="100"/>
                      </a:cubicBezTo>
                      <a:lnTo>
                        <a:pt x="166" y="520"/>
                      </a:lnTo>
                      <a:cubicBezTo>
                        <a:pt x="166" y="564"/>
                        <a:pt x="131" y="586"/>
                        <a:pt x="95" y="586"/>
                      </a:cubicBezTo>
                      <a:cubicBezTo>
                        <a:pt x="59" y="586"/>
                        <a:pt x="23" y="564"/>
                        <a:pt x="23" y="520"/>
                      </a:cubicBezTo>
                      <a:lnTo>
                        <a:pt x="23" y="100"/>
                      </a:lnTo>
                      <a:cubicBezTo>
                        <a:pt x="23" y="55"/>
                        <a:pt x="59" y="33"/>
                        <a:pt x="95" y="33"/>
                      </a:cubicBezTo>
                      <a:close/>
                      <a:moveTo>
                        <a:pt x="89" y="0"/>
                      </a:moveTo>
                      <a:cubicBezTo>
                        <a:pt x="45" y="0"/>
                        <a:pt x="1" y="44"/>
                        <a:pt x="1" y="100"/>
                      </a:cubicBezTo>
                      <a:lnTo>
                        <a:pt x="1" y="509"/>
                      </a:lnTo>
                      <a:cubicBezTo>
                        <a:pt x="6" y="564"/>
                        <a:pt x="50" y="592"/>
                        <a:pt x="95" y="592"/>
                      </a:cubicBezTo>
                      <a:cubicBezTo>
                        <a:pt x="139" y="592"/>
                        <a:pt x="183" y="564"/>
                        <a:pt x="189" y="509"/>
                      </a:cubicBezTo>
                      <a:lnTo>
                        <a:pt x="189" y="100"/>
                      </a:lnTo>
                      <a:cubicBezTo>
                        <a:pt x="189" y="44"/>
                        <a:pt x="144" y="0"/>
                        <a:pt x="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752" name="Google Shape;752;p25"/>
          <p:cNvGrpSpPr/>
          <p:nvPr/>
        </p:nvGrpSpPr>
        <p:grpSpPr>
          <a:xfrm rot="10800000" flipH="1">
            <a:off x="170187" y="2765182"/>
            <a:ext cx="795742" cy="1686809"/>
            <a:chOff x="-809850" y="445850"/>
            <a:chExt cx="1036527" cy="2197225"/>
          </a:xfrm>
        </p:grpSpPr>
        <p:sp>
          <p:nvSpPr>
            <p:cNvPr id="753" name="Google Shape;753;p25"/>
            <p:cNvSpPr/>
            <p:nvPr/>
          </p:nvSpPr>
          <p:spPr>
            <a:xfrm rot="10800000" flipH="1">
              <a:off x="-284828" y="630082"/>
              <a:ext cx="111607" cy="1369765"/>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25"/>
            <p:cNvSpPr/>
            <p:nvPr/>
          </p:nvSpPr>
          <p:spPr>
            <a:xfrm rot="10800000" flipH="1">
              <a:off x="-229182" y="630082"/>
              <a:ext cx="55961" cy="1369765"/>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25"/>
            <p:cNvSpPr/>
            <p:nvPr/>
          </p:nvSpPr>
          <p:spPr>
            <a:xfrm rot="10800000" flipH="1">
              <a:off x="-284828" y="1701497"/>
              <a:ext cx="111607" cy="76081"/>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25"/>
            <p:cNvSpPr/>
            <p:nvPr/>
          </p:nvSpPr>
          <p:spPr>
            <a:xfrm rot="10800000" flipH="1">
              <a:off x="-618390" y="445850"/>
              <a:ext cx="782504" cy="181084"/>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25"/>
            <p:cNvSpPr/>
            <p:nvPr/>
          </p:nvSpPr>
          <p:spPr>
            <a:xfrm rot="10800000" flipH="1">
              <a:off x="-788786" y="1772549"/>
              <a:ext cx="1015464" cy="87052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25"/>
            <p:cNvSpPr/>
            <p:nvPr/>
          </p:nvSpPr>
          <p:spPr>
            <a:xfrm rot="10800000" flipH="1">
              <a:off x="-764579" y="1807131"/>
              <a:ext cx="935610" cy="801361"/>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25"/>
            <p:cNvSpPr/>
            <p:nvPr/>
          </p:nvSpPr>
          <p:spPr>
            <a:xfrm rot="10800000" flipH="1">
              <a:off x="-809850" y="1771921"/>
              <a:ext cx="1015464" cy="871154"/>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25"/>
            <p:cNvSpPr/>
            <p:nvPr/>
          </p:nvSpPr>
          <p:spPr>
            <a:xfrm>
              <a:off x="-568987" y="1865963"/>
              <a:ext cx="683700" cy="683700"/>
            </a:xfrm>
            <a:prstGeom prst="mathMultiply">
              <a:avLst>
                <a:gd name="adj1" fmla="val 1275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75115" y="98423"/>
            <a:ext cx="1268940" cy="63446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09"/>
        <p:cNvGrpSpPr/>
        <p:nvPr/>
      </p:nvGrpSpPr>
      <p:grpSpPr>
        <a:xfrm>
          <a:off x="0" y="0"/>
          <a:ext cx="0" cy="0"/>
          <a:chOff x="0" y="0"/>
          <a:chExt cx="0" cy="0"/>
        </a:xfrm>
      </p:grpSpPr>
      <p:sp>
        <p:nvSpPr>
          <p:cNvPr id="811" name="Google Shape;811;p29"/>
          <p:cNvSpPr txBox="1">
            <a:spLocks noGrp="1"/>
          </p:cNvSpPr>
          <p:nvPr>
            <p:ph type="title"/>
          </p:nvPr>
        </p:nvSpPr>
        <p:spPr>
          <a:xfrm>
            <a:off x="186276" y="109854"/>
            <a:ext cx="3657600" cy="521136"/>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800" dirty="0"/>
              <a:t>Group </a:t>
            </a:r>
            <a:r>
              <a:rPr lang="en-US" sz="2800" dirty="0"/>
              <a:t>N</a:t>
            </a:r>
            <a:r>
              <a:rPr lang="en" sz="2800" dirty="0"/>
              <a:t>ames</a:t>
            </a:r>
            <a:endParaRPr sz="2800" dirty="0"/>
          </a:p>
        </p:txBody>
      </p:sp>
      <p:grpSp>
        <p:nvGrpSpPr>
          <p:cNvPr id="813" name="Google Shape;813;p29"/>
          <p:cNvGrpSpPr/>
          <p:nvPr/>
        </p:nvGrpSpPr>
        <p:grpSpPr>
          <a:xfrm>
            <a:off x="4683750" y="2574250"/>
            <a:ext cx="4466625" cy="1978850"/>
            <a:chOff x="4683750" y="2574250"/>
            <a:chExt cx="4466625" cy="1978850"/>
          </a:xfrm>
        </p:grpSpPr>
        <p:sp>
          <p:nvSpPr>
            <p:cNvPr id="814" name="Google Shape;814;p29"/>
            <p:cNvSpPr/>
            <p:nvPr/>
          </p:nvSpPr>
          <p:spPr>
            <a:xfrm>
              <a:off x="5909175" y="2577600"/>
              <a:ext cx="3241200" cy="1975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15" name="Google Shape;815;p29"/>
            <p:cNvGrpSpPr/>
            <p:nvPr/>
          </p:nvGrpSpPr>
          <p:grpSpPr>
            <a:xfrm>
              <a:off x="4683750" y="2574250"/>
              <a:ext cx="4460259" cy="1944238"/>
              <a:chOff x="4683750" y="2574250"/>
              <a:chExt cx="4460259" cy="1944238"/>
            </a:xfrm>
          </p:grpSpPr>
          <p:sp>
            <p:nvSpPr>
              <p:cNvPr id="816" name="Google Shape;816;p29"/>
              <p:cNvSpPr/>
              <p:nvPr/>
            </p:nvSpPr>
            <p:spPr>
              <a:xfrm>
                <a:off x="6038238" y="2574250"/>
                <a:ext cx="1882269" cy="1944238"/>
              </a:xfrm>
              <a:custGeom>
                <a:avLst/>
                <a:gdLst/>
                <a:ahLst/>
                <a:cxnLst/>
                <a:rect l="l" t="t" r="r" b="b"/>
                <a:pathLst>
                  <a:path w="11755" h="12142" extrusionOk="0">
                    <a:moveTo>
                      <a:pt x="0" y="1"/>
                    </a:moveTo>
                    <a:lnTo>
                      <a:pt x="0" y="12142"/>
                    </a:lnTo>
                    <a:lnTo>
                      <a:pt x="11754" y="12142"/>
                    </a:lnTo>
                    <a:lnTo>
                      <a:pt x="1175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29"/>
              <p:cNvSpPr/>
              <p:nvPr/>
            </p:nvSpPr>
            <p:spPr>
              <a:xfrm>
                <a:off x="7920333" y="2815076"/>
                <a:ext cx="1223675" cy="1703410"/>
              </a:xfrm>
              <a:custGeom>
                <a:avLst/>
                <a:gdLst/>
                <a:ahLst/>
                <a:cxnLst/>
                <a:rect l="l" t="t" r="r" b="b"/>
                <a:pathLst>
                  <a:path w="7642" h="10638" extrusionOk="0">
                    <a:moveTo>
                      <a:pt x="0" y="0"/>
                    </a:moveTo>
                    <a:lnTo>
                      <a:pt x="0" y="10638"/>
                    </a:lnTo>
                    <a:lnTo>
                      <a:pt x="7641" y="10638"/>
                    </a:lnTo>
                    <a:lnTo>
                      <a:pt x="7641" y="3594"/>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29"/>
              <p:cNvSpPr/>
              <p:nvPr/>
            </p:nvSpPr>
            <p:spPr>
              <a:xfrm>
                <a:off x="5908858" y="2574250"/>
                <a:ext cx="1882430" cy="1944238"/>
              </a:xfrm>
              <a:custGeom>
                <a:avLst/>
                <a:gdLst/>
                <a:ahLst/>
                <a:cxnLst/>
                <a:rect l="l" t="t" r="r" b="b"/>
                <a:pathLst>
                  <a:path w="11756" h="12142" extrusionOk="0">
                    <a:moveTo>
                      <a:pt x="1" y="1"/>
                    </a:moveTo>
                    <a:lnTo>
                      <a:pt x="1" y="12142"/>
                    </a:lnTo>
                    <a:lnTo>
                      <a:pt x="11755" y="12142"/>
                    </a:lnTo>
                    <a:lnTo>
                      <a:pt x="1175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29"/>
              <p:cNvSpPr/>
              <p:nvPr/>
            </p:nvSpPr>
            <p:spPr>
              <a:xfrm>
                <a:off x="6071864" y="2986729"/>
                <a:ext cx="1558176" cy="1529994"/>
              </a:xfrm>
              <a:custGeom>
                <a:avLst/>
                <a:gdLst/>
                <a:ahLst/>
                <a:cxnLst/>
                <a:rect l="l" t="t" r="r" b="b"/>
                <a:pathLst>
                  <a:path w="9731" h="9555" extrusionOk="0">
                    <a:moveTo>
                      <a:pt x="4854" y="443"/>
                    </a:moveTo>
                    <a:cubicBezTo>
                      <a:pt x="7298" y="443"/>
                      <a:pt x="9266" y="2423"/>
                      <a:pt x="9278" y="4855"/>
                    </a:cubicBezTo>
                    <a:lnTo>
                      <a:pt x="9278" y="9123"/>
                    </a:lnTo>
                    <a:lnTo>
                      <a:pt x="442" y="9123"/>
                    </a:lnTo>
                    <a:lnTo>
                      <a:pt x="442" y="4855"/>
                    </a:lnTo>
                    <a:cubicBezTo>
                      <a:pt x="442" y="2423"/>
                      <a:pt x="2422" y="443"/>
                      <a:pt x="4854" y="443"/>
                    </a:cubicBezTo>
                    <a:close/>
                    <a:moveTo>
                      <a:pt x="4875" y="1"/>
                    </a:moveTo>
                    <a:cubicBezTo>
                      <a:pt x="4868" y="1"/>
                      <a:pt x="4861" y="1"/>
                      <a:pt x="4854" y="1"/>
                    </a:cubicBezTo>
                    <a:cubicBezTo>
                      <a:pt x="2179" y="1"/>
                      <a:pt x="0" y="2179"/>
                      <a:pt x="0" y="4855"/>
                    </a:cubicBezTo>
                    <a:lnTo>
                      <a:pt x="0" y="9555"/>
                    </a:lnTo>
                    <a:lnTo>
                      <a:pt x="9731" y="9555"/>
                    </a:lnTo>
                    <a:lnTo>
                      <a:pt x="9731" y="4855"/>
                    </a:lnTo>
                    <a:cubicBezTo>
                      <a:pt x="9731" y="2175"/>
                      <a:pt x="7553" y="1"/>
                      <a:pt x="48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29"/>
              <p:cNvSpPr/>
              <p:nvPr/>
            </p:nvSpPr>
            <p:spPr>
              <a:xfrm>
                <a:off x="6142638" y="3057824"/>
                <a:ext cx="942176" cy="1458899"/>
              </a:xfrm>
              <a:custGeom>
                <a:avLst/>
                <a:gdLst/>
                <a:ahLst/>
                <a:cxnLst/>
                <a:rect l="l" t="t" r="r" b="b"/>
                <a:pathLst>
                  <a:path w="5884" h="9111" extrusionOk="0">
                    <a:moveTo>
                      <a:pt x="4411" y="1"/>
                    </a:moveTo>
                    <a:cubicBezTo>
                      <a:pt x="2067" y="1"/>
                      <a:pt x="0" y="1891"/>
                      <a:pt x="0" y="4411"/>
                    </a:cubicBezTo>
                    <a:lnTo>
                      <a:pt x="0" y="9111"/>
                    </a:lnTo>
                    <a:lnTo>
                      <a:pt x="2931" y="9111"/>
                    </a:lnTo>
                    <a:lnTo>
                      <a:pt x="2931" y="4411"/>
                    </a:lnTo>
                    <a:cubicBezTo>
                      <a:pt x="2931" y="2542"/>
                      <a:pt x="4114" y="873"/>
                      <a:pt x="5883" y="254"/>
                    </a:cubicBezTo>
                    <a:cubicBezTo>
                      <a:pt x="5391" y="81"/>
                      <a:pt x="4895" y="1"/>
                      <a:pt x="441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29"/>
              <p:cNvSpPr/>
              <p:nvPr/>
            </p:nvSpPr>
            <p:spPr>
              <a:xfrm>
                <a:off x="6611801" y="3098336"/>
                <a:ext cx="945698" cy="1418387"/>
              </a:xfrm>
              <a:custGeom>
                <a:avLst/>
                <a:gdLst/>
                <a:ahLst/>
                <a:cxnLst/>
                <a:rect l="l" t="t" r="r" b="b"/>
                <a:pathLst>
                  <a:path w="5906" h="8858" extrusionOk="0">
                    <a:moveTo>
                      <a:pt x="2953" y="1"/>
                    </a:moveTo>
                    <a:cubicBezTo>
                      <a:pt x="1184" y="620"/>
                      <a:pt x="1" y="2289"/>
                      <a:pt x="1" y="4158"/>
                    </a:cubicBezTo>
                    <a:lnTo>
                      <a:pt x="1" y="8858"/>
                    </a:lnTo>
                    <a:lnTo>
                      <a:pt x="5906" y="8858"/>
                    </a:lnTo>
                    <a:lnTo>
                      <a:pt x="5906" y="4158"/>
                    </a:lnTo>
                    <a:cubicBezTo>
                      <a:pt x="5894" y="2289"/>
                      <a:pt x="4711" y="620"/>
                      <a:pt x="29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29"/>
              <p:cNvSpPr/>
              <p:nvPr/>
            </p:nvSpPr>
            <p:spPr>
              <a:xfrm>
                <a:off x="7791114" y="2815076"/>
                <a:ext cx="1223515" cy="1703410"/>
              </a:xfrm>
              <a:custGeom>
                <a:avLst/>
                <a:gdLst/>
                <a:ahLst/>
                <a:cxnLst/>
                <a:rect l="l" t="t" r="r" b="b"/>
                <a:pathLst>
                  <a:path w="7641" h="10638" extrusionOk="0">
                    <a:moveTo>
                      <a:pt x="0" y="0"/>
                    </a:moveTo>
                    <a:lnTo>
                      <a:pt x="0" y="10638"/>
                    </a:lnTo>
                    <a:lnTo>
                      <a:pt x="7641" y="10638"/>
                    </a:lnTo>
                    <a:lnTo>
                      <a:pt x="7641" y="3594"/>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29"/>
              <p:cNvSpPr/>
              <p:nvPr/>
            </p:nvSpPr>
            <p:spPr>
              <a:xfrm>
                <a:off x="4683750" y="2815076"/>
                <a:ext cx="1225277" cy="1703410"/>
              </a:xfrm>
              <a:custGeom>
                <a:avLst/>
                <a:gdLst/>
                <a:ahLst/>
                <a:cxnLst/>
                <a:rect l="l" t="t" r="r" b="b"/>
                <a:pathLst>
                  <a:path w="7652" h="10638" extrusionOk="0">
                    <a:moveTo>
                      <a:pt x="7652" y="0"/>
                    </a:moveTo>
                    <a:lnTo>
                      <a:pt x="0" y="3594"/>
                    </a:lnTo>
                    <a:lnTo>
                      <a:pt x="0" y="10638"/>
                    </a:lnTo>
                    <a:lnTo>
                      <a:pt x="7652" y="10638"/>
                    </a:lnTo>
                    <a:lnTo>
                      <a:pt x="765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29"/>
              <p:cNvSpPr/>
              <p:nvPr/>
            </p:nvSpPr>
            <p:spPr>
              <a:xfrm>
                <a:off x="4683750" y="2574250"/>
                <a:ext cx="4330901" cy="1944238"/>
              </a:xfrm>
              <a:custGeom>
                <a:avLst/>
                <a:gdLst/>
                <a:ahLst/>
                <a:cxnLst/>
                <a:rect l="l" t="t" r="r" b="b"/>
                <a:pathLst>
                  <a:path w="27047" h="12142" extrusionOk="0">
                    <a:moveTo>
                      <a:pt x="7652" y="1"/>
                    </a:moveTo>
                    <a:lnTo>
                      <a:pt x="7652" y="1504"/>
                    </a:lnTo>
                    <a:lnTo>
                      <a:pt x="0" y="5098"/>
                    </a:lnTo>
                    <a:lnTo>
                      <a:pt x="0" y="12142"/>
                    </a:lnTo>
                    <a:lnTo>
                      <a:pt x="708" y="12142"/>
                    </a:lnTo>
                    <a:lnTo>
                      <a:pt x="708" y="11445"/>
                    </a:lnTo>
                    <a:lnTo>
                      <a:pt x="708" y="5551"/>
                    </a:lnTo>
                    <a:lnTo>
                      <a:pt x="7950" y="2135"/>
                    </a:lnTo>
                    <a:lnTo>
                      <a:pt x="8360" y="1947"/>
                    </a:lnTo>
                    <a:lnTo>
                      <a:pt x="8360" y="1504"/>
                    </a:lnTo>
                    <a:lnTo>
                      <a:pt x="8360" y="708"/>
                    </a:lnTo>
                    <a:lnTo>
                      <a:pt x="18698" y="708"/>
                    </a:lnTo>
                    <a:lnTo>
                      <a:pt x="18698" y="1504"/>
                    </a:lnTo>
                    <a:lnTo>
                      <a:pt x="18698" y="1947"/>
                    </a:lnTo>
                    <a:lnTo>
                      <a:pt x="19108" y="2135"/>
                    </a:lnTo>
                    <a:lnTo>
                      <a:pt x="26350" y="5551"/>
                    </a:lnTo>
                    <a:lnTo>
                      <a:pt x="26350" y="11445"/>
                    </a:lnTo>
                    <a:lnTo>
                      <a:pt x="26350" y="12142"/>
                    </a:lnTo>
                    <a:lnTo>
                      <a:pt x="27047" y="12142"/>
                    </a:lnTo>
                    <a:lnTo>
                      <a:pt x="27047" y="5098"/>
                    </a:lnTo>
                    <a:lnTo>
                      <a:pt x="19406" y="1504"/>
                    </a:lnTo>
                    <a:lnTo>
                      <a:pt x="1940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29"/>
              <p:cNvSpPr/>
              <p:nvPr/>
            </p:nvSpPr>
            <p:spPr>
              <a:xfrm>
                <a:off x="6528697" y="2753108"/>
                <a:ext cx="132904" cy="51400"/>
              </a:xfrm>
              <a:custGeom>
                <a:avLst/>
                <a:gdLst/>
                <a:ahLst/>
                <a:cxnLst/>
                <a:rect l="l" t="t" r="r" b="b"/>
                <a:pathLst>
                  <a:path w="830" h="321" extrusionOk="0">
                    <a:moveTo>
                      <a:pt x="0" y="0"/>
                    </a:moveTo>
                    <a:lnTo>
                      <a:pt x="0" y="321"/>
                    </a:lnTo>
                    <a:lnTo>
                      <a:pt x="829" y="321"/>
                    </a:lnTo>
                    <a:lnTo>
                      <a:pt x="829"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29"/>
              <p:cNvSpPr/>
              <p:nvPr/>
            </p:nvSpPr>
            <p:spPr>
              <a:xfrm>
                <a:off x="6728692" y="2753108"/>
                <a:ext cx="134665" cy="51400"/>
              </a:xfrm>
              <a:custGeom>
                <a:avLst/>
                <a:gdLst/>
                <a:ahLst/>
                <a:cxnLst/>
                <a:rect l="l" t="t" r="r" b="b"/>
                <a:pathLst>
                  <a:path w="841" h="321" extrusionOk="0">
                    <a:moveTo>
                      <a:pt x="1" y="0"/>
                    </a:moveTo>
                    <a:lnTo>
                      <a:pt x="1" y="321"/>
                    </a:lnTo>
                    <a:lnTo>
                      <a:pt x="841" y="321"/>
                    </a:lnTo>
                    <a:lnTo>
                      <a:pt x="841"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29"/>
              <p:cNvSpPr/>
              <p:nvPr/>
            </p:nvSpPr>
            <p:spPr>
              <a:xfrm>
                <a:off x="7615778" y="3174555"/>
                <a:ext cx="134665" cy="51400"/>
              </a:xfrm>
              <a:custGeom>
                <a:avLst/>
                <a:gdLst/>
                <a:ahLst/>
                <a:cxnLst/>
                <a:rect l="l" t="t" r="r" b="b"/>
                <a:pathLst>
                  <a:path w="841" h="321" extrusionOk="0">
                    <a:moveTo>
                      <a:pt x="0" y="0"/>
                    </a:moveTo>
                    <a:lnTo>
                      <a:pt x="0" y="321"/>
                    </a:lnTo>
                    <a:lnTo>
                      <a:pt x="841" y="321"/>
                    </a:lnTo>
                    <a:lnTo>
                      <a:pt x="841"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29"/>
              <p:cNvSpPr/>
              <p:nvPr/>
            </p:nvSpPr>
            <p:spPr>
              <a:xfrm>
                <a:off x="7815773" y="3174555"/>
                <a:ext cx="134825" cy="51400"/>
              </a:xfrm>
              <a:custGeom>
                <a:avLst/>
                <a:gdLst/>
                <a:ahLst/>
                <a:cxnLst/>
                <a:rect l="l" t="t" r="r" b="b"/>
                <a:pathLst>
                  <a:path w="842" h="321" extrusionOk="0">
                    <a:moveTo>
                      <a:pt x="1" y="0"/>
                    </a:moveTo>
                    <a:lnTo>
                      <a:pt x="1" y="321"/>
                    </a:lnTo>
                    <a:lnTo>
                      <a:pt x="841" y="321"/>
                    </a:lnTo>
                    <a:lnTo>
                      <a:pt x="8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29"/>
              <p:cNvSpPr/>
              <p:nvPr/>
            </p:nvSpPr>
            <p:spPr>
              <a:xfrm>
                <a:off x="8014166" y="3174555"/>
                <a:ext cx="134665" cy="51400"/>
              </a:xfrm>
              <a:custGeom>
                <a:avLst/>
                <a:gdLst/>
                <a:ahLst/>
                <a:cxnLst/>
                <a:rect l="l" t="t" r="r" b="b"/>
                <a:pathLst>
                  <a:path w="841" h="321" extrusionOk="0">
                    <a:moveTo>
                      <a:pt x="0" y="0"/>
                    </a:moveTo>
                    <a:lnTo>
                      <a:pt x="0" y="321"/>
                    </a:lnTo>
                    <a:lnTo>
                      <a:pt x="841" y="321"/>
                    </a:lnTo>
                    <a:lnTo>
                      <a:pt x="8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29"/>
              <p:cNvSpPr/>
              <p:nvPr/>
            </p:nvSpPr>
            <p:spPr>
              <a:xfrm>
                <a:off x="7815773" y="3841951"/>
                <a:ext cx="134825" cy="51560"/>
              </a:xfrm>
              <a:custGeom>
                <a:avLst/>
                <a:gdLst/>
                <a:ahLst/>
                <a:cxnLst/>
                <a:rect l="l" t="t" r="r" b="b"/>
                <a:pathLst>
                  <a:path w="842" h="322" extrusionOk="0">
                    <a:moveTo>
                      <a:pt x="1" y="1"/>
                    </a:moveTo>
                    <a:lnTo>
                      <a:pt x="1" y="321"/>
                    </a:lnTo>
                    <a:lnTo>
                      <a:pt x="841" y="321"/>
                    </a:lnTo>
                    <a:lnTo>
                      <a:pt x="8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29"/>
              <p:cNvSpPr/>
              <p:nvPr/>
            </p:nvSpPr>
            <p:spPr>
              <a:xfrm>
                <a:off x="8612549" y="3841951"/>
                <a:ext cx="134825" cy="51560"/>
              </a:xfrm>
              <a:custGeom>
                <a:avLst/>
                <a:gdLst/>
                <a:ahLst/>
                <a:cxnLst/>
                <a:rect l="l" t="t" r="r" b="b"/>
                <a:pathLst>
                  <a:path w="842" h="322" extrusionOk="0">
                    <a:moveTo>
                      <a:pt x="1" y="1"/>
                    </a:moveTo>
                    <a:lnTo>
                      <a:pt x="1" y="321"/>
                    </a:lnTo>
                    <a:lnTo>
                      <a:pt x="841" y="321"/>
                    </a:lnTo>
                    <a:lnTo>
                      <a:pt x="8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29"/>
              <p:cNvSpPr/>
              <p:nvPr/>
            </p:nvSpPr>
            <p:spPr>
              <a:xfrm>
                <a:off x="8679961" y="3765892"/>
                <a:ext cx="134665" cy="51400"/>
              </a:xfrm>
              <a:custGeom>
                <a:avLst/>
                <a:gdLst/>
                <a:ahLst/>
                <a:cxnLst/>
                <a:rect l="l" t="t" r="r" b="b"/>
                <a:pathLst>
                  <a:path w="841" h="321" extrusionOk="0">
                    <a:moveTo>
                      <a:pt x="0" y="0"/>
                    </a:moveTo>
                    <a:lnTo>
                      <a:pt x="0" y="321"/>
                    </a:lnTo>
                    <a:lnTo>
                      <a:pt x="840" y="3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29"/>
              <p:cNvSpPr/>
              <p:nvPr/>
            </p:nvSpPr>
            <p:spPr>
              <a:xfrm>
                <a:off x="8014166" y="3841951"/>
                <a:ext cx="134665" cy="51560"/>
              </a:xfrm>
              <a:custGeom>
                <a:avLst/>
                <a:gdLst/>
                <a:ahLst/>
                <a:cxnLst/>
                <a:rect l="l" t="t" r="r" b="b"/>
                <a:pathLst>
                  <a:path w="841" h="322" extrusionOk="0">
                    <a:moveTo>
                      <a:pt x="0" y="1"/>
                    </a:moveTo>
                    <a:lnTo>
                      <a:pt x="0" y="321"/>
                    </a:lnTo>
                    <a:lnTo>
                      <a:pt x="841" y="321"/>
                    </a:lnTo>
                    <a:lnTo>
                      <a:pt x="8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29"/>
              <p:cNvSpPr/>
              <p:nvPr/>
            </p:nvSpPr>
            <p:spPr>
              <a:xfrm>
                <a:off x="7723701" y="3098336"/>
                <a:ext cx="65811" cy="51560"/>
              </a:xfrm>
              <a:custGeom>
                <a:avLst/>
                <a:gdLst/>
                <a:ahLst/>
                <a:cxnLst/>
                <a:rect l="l" t="t" r="r" b="b"/>
                <a:pathLst>
                  <a:path w="411" h="322" extrusionOk="0">
                    <a:moveTo>
                      <a:pt x="1" y="1"/>
                    </a:moveTo>
                    <a:lnTo>
                      <a:pt x="1" y="321"/>
                    </a:lnTo>
                    <a:lnTo>
                      <a:pt x="410" y="321"/>
                    </a:lnTo>
                    <a:lnTo>
                      <a:pt x="410" y="1"/>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29"/>
              <p:cNvSpPr/>
              <p:nvPr/>
            </p:nvSpPr>
            <p:spPr>
              <a:xfrm>
                <a:off x="7791114" y="3098336"/>
                <a:ext cx="67413" cy="51560"/>
              </a:xfrm>
              <a:custGeom>
                <a:avLst/>
                <a:gdLst/>
                <a:ahLst/>
                <a:cxnLst/>
                <a:rect l="l" t="t" r="r" b="b"/>
                <a:pathLst>
                  <a:path w="421" h="322" extrusionOk="0">
                    <a:moveTo>
                      <a:pt x="0" y="1"/>
                    </a:moveTo>
                    <a:lnTo>
                      <a:pt x="0" y="321"/>
                    </a:lnTo>
                    <a:lnTo>
                      <a:pt x="420" y="321"/>
                    </a:lnTo>
                    <a:lnTo>
                      <a:pt x="4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29"/>
              <p:cNvSpPr/>
              <p:nvPr/>
            </p:nvSpPr>
            <p:spPr>
              <a:xfrm>
                <a:off x="5962019" y="3046936"/>
                <a:ext cx="132904" cy="51560"/>
              </a:xfrm>
              <a:custGeom>
                <a:avLst/>
                <a:gdLst/>
                <a:ahLst/>
                <a:cxnLst/>
                <a:rect l="l" t="t" r="r" b="b"/>
                <a:pathLst>
                  <a:path w="830" h="322" extrusionOk="0">
                    <a:moveTo>
                      <a:pt x="1" y="1"/>
                    </a:moveTo>
                    <a:lnTo>
                      <a:pt x="1" y="322"/>
                    </a:lnTo>
                    <a:lnTo>
                      <a:pt x="830" y="322"/>
                    </a:lnTo>
                    <a:lnTo>
                      <a:pt x="830" y="1"/>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29"/>
              <p:cNvSpPr/>
              <p:nvPr/>
            </p:nvSpPr>
            <p:spPr>
              <a:xfrm>
                <a:off x="6162174" y="3046936"/>
                <a:ext cx="134665" cy="51560"/>
              </a:xfrm>
              <a:custGeom>
                <a:avLst/>
                <a:gdLst/>
                <a:ahLst/>
                <a:cxnLst/>
                <a:rect l="l" t="t" r="r" b="b"/>
                <a:pathLst>
                  <a:path w="841" h="322" extrusionOk="0">
                    <a:moveTo>
                      <a:pt x="0" y="1"/>
                    </a:moveTo>
                    <a:lnTo>
                      <a:pt x="0" y="322"/>
                    </a:lnTo>
                    <a:lnTo>
                      <a:pt x="841" y="322"/>
                    </a:lnTo>
                    <a:lnTo>
                      <a:pt x="841" y="1"/>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29"/>
              <p:cNvSpPr/>
              <p:nvPr/>
            </p:nvSpPr>
            <p:spPr>
              <a:xfrm>
                <a:off x="6070102" y="2970877"/>
                <a:ext cx="132904" cy="51560"/>
              </a:xfrm>
              <a:custGeom>
                <a:avLst/>
                <a:gdLst/>
                <a:ahLst/>
                <a:cxnLst/>
                <a:rect l="l" t="t" r="r" b="b"/>
                <a:pathLst>
                  <a:path w="830" h="322" extrusionOk="0">
                    <a:moveTo>
                      <a:pt x="0" y="0"/>
                    </a:moveTo>
                    <a:lnTo>
                      <a:pt x="0" y="321"/>
                    </a:lnTo>
                    <a:lnTo>
                      <a:pt x="829" y="321"/>
                    </a:lnTo>
                    <a:lnTo>
                      <a:pt x="829"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29"/>
              <p:cNvSpPr/>
              <p:nvPr/>
            </p:nvSpPr>
            <p:spPr>
              <a:xfrm>
                <a:off x="5841606" y="3650763"/>
                <a:ext cx="67413" cy="51560"/>
              </a:xfrm>
              <a:custGeom>
                <a:avLst/>
                <a:gdLst/>
                <a:ahLst/>
                <a:cxnLst/>
                <a:rect l="l" t="t" r="r" b="b"/>
                <a:pathLst>
                  <a:path w="421" h="322" extrusionOk="0">
                    <a:moveTo>
                      <a:pt x="1" y="0"/>
                    </a:moveTo>
                    <a:lnTo>
                      <a:pt x="1" y="321"/>
                    </a:lnTo>
                    <a:lnTo>
                      <a:pt x="421" y="321"/>
                    </a:lnTo>
                    <a:lnTo>
                      <a:pt x="42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29"/>
              <p:cNvSpPr/>
              <p:nvPr/>
            </p:nvSpPr>
            <p:spPr>
              <a:xfrm>
                <a:off x="5908858" y="3650763"/>
                <a:ext cx="67573" cy="51560"/>
              </a:xfrm>
              <a:custGeom>
                <a:avLst/>
                <a:gdLst/>
                <a:ahLst/>
                <a:cxnLst/>
                <a:rect l="l" t="t" r="r" b="b"/>
                <a:pathLst>
                  <a:path w="422" h="322" extrusionOk="0">
                    <a:moveTo>
                      <a:pt x="1" y="0"/>
                    </a:moveTo>
                    <a:lnTo>
                      <a:pt x="1" y="321"/>
                    </a:lnTo>
                    <a:lnTo>
                      <a:pt x="421" y="321"/>
                    </a:lnTo>
                    <a:lnTo>
                      <a:pt x="421"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29"/>
              <p:cNvSpPr/>
              <p:nvPr/>
            </p:nvSpPr>
            <p:spPr>
              <a:xfrm>
                <a:off x="6176264" y="3310820"/>
                <a:ext cx="49799" cy="1207663"/>
              </a:xfrm>
              <a:custGeom>
                <a:avLst/>
                <a:gdLst/>
                <a:ahLst/>
                <a:cxnLst/>
                <a:rect l="l" t="t" r="r" b="b"/>
                <a:pathLst>
                  <a:path w="311" h="7542" extrusionOk="0">
                    <a:moveTo>
                      <a:pt x="1" y="0"/>
                    </a:moveTo>
                    <a:lnTo>
                      <a:pt x="1" y="7542"/>
                    </a:lnTo>
                    <a:lnTo>
                      <a:pt x="310" y="7542"/>
                    </a:lnTo>
                    <a:lnTo>
                      <a:pt x="31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29"/>
              <p:cNvSpPr/>
              <p:nvPr/>
            </p:nvSpPr>
            <p:spPr>
              <a:xfrm>
                <a:off x="6153207" y="4247385"/>
                <a:ext cx="95755" cy="271092"/>
              </a:xfrm>
              <a:custGeom>
                <a:avLst/>
                <a:gdLst/>
                <a:ahLst/>
                <a:cxnLst/>
                <a:rect l="l" t="t" r="r" b="b"/>
                <a:pathLst>
                  <a:path w="598" h="1693" extrusionOk="0">
                    <a:moveTo>
                      <a:pt x="1" y="1"/>
                    </a:moveTo>
                    <a:lnTo>
                      <a:pt x="1" y="1693"/>
                    </a:lnTo>
                    <a:lnTo>
                      <a:pt x="598" y="1693"/>
                    </a:lnTo>
                    <a:lnTo>
                      <a:pt x="59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29"/>
              <p:cNvSpPr/>
              <p:nvPr/>
            </p:nvSpPr>
            <p:spPr>
              <a:xfrm>
                <a:off x="6176264" y="4095107"/>
                <a:ext cx="49799" cy="85186"/>
              </a:xfrm>
              <a:custGeom>
                <a:avLst/>
                <a:gdLst/>
                <a:ahLst/>
                <a:cxnLst/>
                <a:rect l="l" t="t" r="r" b="b"/>
                <a:pathLst>
                  <a:path w="311" h="532" extrusionOk="0">
                    <a:moveTo>
                      <a:pt x="1" y="1"/>
                    </a:moveTo>
                    <a:lnTo>
                      <a:pt x="1" y="532"/>
                    </a:lnTo>
                    <a:lnTo>
                      <a:pt x="310" y="532"/>
                    </a:lnTo>
                    <a:lnTo>
                      <a:pt x="3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29"/>
              <p:cNvSpPr/>
              <p:nvPr/>
            </p:nvSpPr>
            <p:spPr>
              <a:xfrm>
                <a:off x="6176264" y="3919932"/>
                <a:ext cx="49799" cy="86948"/>
              </a:xfrm>
              <a:custGeom>
                <a:avLst/>
                <a:gdLst/>
                <a:ahLst/>
                <a:cxnLst/>
                <a:rect l="l" t="t" r="r" b="b"/>
                <a:pathLst>
                  <a:path w="311" h="543" extrusionOk="0">
                    <a:moveTo>
                      <a:pt x="1" y="0"/>
                    </a:moveTo>
                    <a:lnTo>
                      <a:pt x="1" y="542"/>
                    </a:lnTo>
                    <a:lnTo>
                      <a:pt x="310" y="542"/>
                    </a:lnTo>
                    <a:lnTo>
                      <a:pt x="31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29"/>
              <p:cNvSpPr/>
              <p:nvPr/>
            </p:nvSpPr>
            <p:spPr>
              <a:xfrm>
                <a:off x="6218697" y="4247385"/>
                <a:ext cx="30264" cy="271092"/>
              </a:xfrm>
              <a:custGeom>
                <a:avLst/>
                <a:gdLst/>
                <a:ahLst/>
                <a:cxnLst/>
                <a:rect l="l" t="t" r="r" b="b"/>
                <a:pathLst>
                  <a:path w="189" h="1693" extrusionOk="0">
                    <a:moveTo>
                      <a:pt x="1" y="1"/>
                    </a:moveTo>
                    <a:lnTo>
                      <a:pt x="1" y="1693"/>
                    </a:lnTo>
                    <a:lnTo>
                      <a:pt x="189" y="1693"/>
                    </a:lnTo>
                    <a:lnTo>
                      <a:pt x="18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29"/>
              <p:cNvSpPr/>
              <p:nvPr/>
            </p:nvSpPr>
            <p:spPr>
              <a:xfrm>
                <a:off x="6201084" y="3367504"/>
                <a:ext cx="24979" cy="880047"/>
              </a:xfrm>
              <a:custGeom>
                <a:avLst/>
                <a:gdLst/>
                <a:ahLst/>
                <a:cxnLst/>
                <a:rect l="l" t="t" r="r" b="b"/>
                <a:pathLst>
                  <a:path w="156" h="5496" extrusionOk="0">
                    <a:moveTo>
                      <a:pt x="0" y="0"/>
                    </a:moveTo>
                    <a:lnTo>
                      <a:pt x="0" y="5496"/>
                    </a:lnTo>
                    <a:lnTo>
                      <a:pt x="155" y="5496"/>
                    </a:lnTo>
                    <a:lnTo>
                      <a:pt x="15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29"/>
              <p:cNvSpPr/>
              <p:nvPr/>
            </p:nvSpPr>
            <p:spPr>
              <a:xfrm>
                <a:off x="6135593" y="3268387"/>
                <a:ext cx="127620" cy="110646"/>
              </a:xfrm>
              <a:custGeom>
                <a:avLst/>
                <a:gdLst/>
                <a:ahLst/>
                <a:cxnLst/>
                <a:rect l="l" t="t" r="r" b="b"/>
                <a:pathLst>
                  <a:path w="797" h="691" extrusionOk="0">
                    <a:moveTo>
                      <a:pt x="465" y="0"/>
                    </a:moveTo>
                    <a:cubicBezTo>
                      <a:pt x="155" y="0"/>
                      <a:pt x="0" y="376"/>
                      <a:pt x="221" y="586"/>
                    </a:cubicBezTo>
                    <a:cubicBezTo>
                      <a:pt x="290" y="658"/>
                      <a:pt x="374" y="690"/>
                      <a:pt x="458" y="690"/>
                    </a:cubicBezTo>
                    <a:cubicBezTo>
                      <a:pt x="630" y="690"/>
                      <a:pt x="796" y="552"/>
                      <a:pt x="796" y="343"/>
                    </a:cubicBezTo>
                    <a:cubicBezTo>
                      <a:pt x="796" y="155"/>
                      <a:pt x="653" y="0"/>
                      <a:pt x="46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29"/>
              <p:cNvSpPr/>
              <p:nvPr/>
            </p:nvSpPr>
            <p:spPr>
              <a:xfrm>
                <a:off x="6119581" y="3268387"/>
                <a:ext cx="127620" cy="110646"/>
              </a:xfrm>
              <a:custGeom>
                <a:avLst/>
                <a:gdLst/>
                <a:ahLst/>
                <a:cxnLst/>
                <a:rect l="l" t="t" r="r" b="b"/>
                <a:pathLst>
                  <a:path w="797" h="691" extrusionOk="0">
                    <a:moveTo>
                      <a:pt x="454" y="0"/>
                    </a:moveTo>
                    <a:cubicBezTo>
                      <a:pt x="156" y="0"/>
                      <a:pt x="1" y="376"/>
                      <a:pt x="211" y="586"/>
                    </a:cubicBezTo>
                    <a:cubicBezTo>
                      <a:pt x="283" y="658"/>
                      <a:pt x="370" y="690"/>
                      <a:pt x="455" y="690"/>
                    </a:cubicBezTo>
                    <a:cubicBezTo>
                      <a:pt x="631" y="690"/>
                      <a:pt x="797" y="552"/>
                      <a:pt x="797" y="343"/>
                    </a:cubicBezTo>
                    <a:cubicBezTo>
                      <a:pt x="797" y="155"/>
                      <a:pt x="642" y="0"/>
                      <a:pt x="4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49" name="Google Shape;849;p29"/>
          <p:cNvGrpSpPr/>
          <p:nvPr/>
        </p:nvGrpSpPr>
        <p:grpSpPr>
          <a:xfrm>
            <a:off x="933669" y="3458269"/>
            <a:ext cx="6604489" cy="1060233"/>
            <a:chOff x="2237800" y="2833350"/>
            <a:chExt cx="6107351" cy="980426"/>
          </a:xfrm>
        </p:grpSpPr>
        <p:sp>
          <p:nvSpPr>
            <p:cNvPr id="850" name="Google Shape;850;p29"/>
            <p:cNvSpPr/>
            <p:nvPr/>
          </p:nvSpPr>
          <p:spPr>
            <a:xfrm>
              <a:off x="2683274" y="3535792"/>
              <a:ext cx="2440091" cy="111130"/>
            </a:xfrm>
            <a:custGeom>
              <a:avLst/>
              <a:gdLst/>
              <a:ahLst/>
              <a:cxnLst/>
              <a:rect l="l" t="t" r="r" b="b"/>
              <a:pathLst>
                <a:path w="15326" h="698" extrusionOk="0">
                  <a:moveTo>
                    <a:pt x="0" y="1"/>
                  </a:moveTo>
                  <a:lnTo>
                    <a:pt x="0" y="697"/>
                  </a:lnTo>
                  <a:lnTo>
                    <a:pt x="15326" y="697"/>
                  </a:lnTo>
                  <a:lnTo>
                    <a:pt x="153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29"/>
            <p:cNvSpPr/>
            <p:nvPr/>
          </p:nvSpPr>
          <p:spPr>
            <a:xfrm>
              <a:off x="2475503" y="2898468"/>
              <a:ext cx="2860889" cy="605804"/>
            </a:xfrm>
            <a:custGeom>
              <a:avLst/>
              <a:gdLst/>
              <a:ahLst/>
              <a:cxnLst/>
              <a:rect l="l" t="t" r="r" b="b"/>
              <a:pathLst>
                <a:path w="17969" h="3805" extrusionOk="0">
                  <a:moveTo>
                    <a:pt x="951" y="1"/>
                  </a:moveTo>
                  <a:lnTo>
                    <a:pt x="0" y="2113"/>
                  </a:lnTo>
                  <a:lnTo>
                    <a:pt x="0" y="3805"/>
                  </a:lnTo>
                  <a:lnTo>
                    <a:pt x="17969" y="3805"/>
                  </a:lnTo>
                  <a:lnTo>
                    <a:pt x="179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29"/>
            <p:cNvSpPr/>
            <p:nvPr/>
          </p:nvSpPr>
          <p:spPr>
            <a:xfrm>
              <a:off x="2875123" y="2965496"/>
              <a:ext cx="646244" cy="554696"/>
            </a:xfrm>
            <a:custGeom>
              <a:avLst/>
              <a:gdLst/>
              <a:ahLst/>
              <a:cxnLst/>
              <a:rect l="l" t="t" r="r" b="b"/>
              <a:pathLst>
                <a:path w="4059" h="3484" extrusionOk="0">
                  <a:moveTo>
                    <a:pt x="0" y="0"/>
                  </a:moveTo>
                  <a:lnTo>
                    <a:pt x="0" y="3483"/>
                  </a:lnTo>
                  <a:lnTo>
                    <a:pt x="4059" y="3483"/>
                  </a:lnTo>
                  <a:lnTo>
                    <a:pt x="405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29"/>
            <p:cNvSpPr/>
            <p:nvPr/>
          </p:nvSpPr>
          <p:spPr>
            <a:xfrm>
              <a:off x="4447177" y="2965496"/>
              <a:ext cx="646244" cy="554696"/>
            </a:xfrm>
            <a:custGeom>
              <a:avLst/>
              <a:gdLst/>
              <a:ahLst/>
              <a:cxnLst/>
              <a:rect l="l" t="t" r="r" b="b"/>
              <a:pathLst>
                <a:path w="4059" h="3484" extrusionOk="0">
                  <a:moveTo>
                    <a:pt x="1" y="0"/>
                  </a:moveTo>
                  <a:lnTo>
                    <a:pt x="1" y="3483"/>
                  </a:lnTo>
                  <a:lnTo>
                    <a:pt x="4059" y="3483"/>
                  </a:lnTo>
                  <a:lnTo>
                    <a:pt x="405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29"/>
            <p:cNvSpPr/>
            <p:nvPr/>
          </p:nvSpPr>
          <p:spPr>
            <a:xfrm>
              <a:off x="2917314" y="3007687"/>
              <a:ext cx="269547" cy="468403"/>
            </a:xfrm>
            <a:custGeom>
              <a:avLst/>
              <a:gdLst/>
              <a:ahLst/>
              <a:cxnLst/>
              <a:rect l="l" t="t" r="r" b="b"/>
              <a:pathLst>
                <a:path w="1693" h="2942" extrusionOk="0">
                  <a:moveTo>
                    <a:pt x="1" y="0"/>
                  </a:moveTo>
                  <a:lnTo>
                    <a:pt x="1" y="2942"/>
                  </a:lnTo>
                  <a:lnTo>
                    <a:pt x="1693" y="2942"/>
                  </a:lnTo>
                  <a:lnTo>
                    <a:pt x="169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29"/>
            <p:cNvSpPr/>
            <p:nvPr/>
          </p:nvSpPr>
          <p:spPr>
            <a:xfrm>
              <a:off x="3211378" y="3007687"/>
              <a:ext cx="267795" cy="468403"/>
            </a:xfrm>
            <a:custGeom>
              <a:avLst/>
              <a:gdLst/>
              <a:ahLst/>
              <a:cxnLst/>
              <a:rect l="l" t="t" r="r" b="b"/>
              <a:pathLst>
                <a:path w="1682" h="2942" extrusionOk="0">
                  <a:moveTo>
                    <a:pt x="0" y="0"/>
                  </a:moveTo>
                  <a:lnTo>
                    <a:pt x="0" y="2942"/>
                  </a:lnTo>
                  <a:lnTo>
                    <a:pt x="1681" y="2942"/>
                  </a:lnTo>
                  <a:lnTo>
                    <a:pt x="168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29"/>
            <p:cNvSpPr/>
            <p:nvPr/>
          </p:nvSpPr>
          <p:spPr>
            <a:xfrm>
              <a:off x="4489527" y="3007687"/>
              <a:ext cx="269388" cy="468403"/>
            </a:xfrm>
            <a:custGeom>
              <a:avLst/>
              <a:gdLst/>
              <a:ahLst/>
              <a:cxnLst/>
              <a:rect l="l" t="t" r="r" b="b"/>
              <a:pathLst>
                <a:path w="1692" h="2942" extrusionOk="0">
                  <a:moveTo>
                    <a:pt x="0" y="0"/>
                  </a:moveTo>
                  <a:lnTo>
                    <a:pt x="0" y="2942"/>
                  </a:lnTo>
                  <a:lnTo>
                    <a:pt x="1692" y="2942"/>
                  </a:lnTo>
                  <a:lnTo>
                    <a:pt x="169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29"/>
            <p:cNvSpPr/>
            <p:nvPr/>
          </p:nvSpPr>
          <p:spPr>
            <a:xfrm>
              <a:off x="4783431" y="3007687"/>
              <a:ext cx="267795" cy="468403"/>
            </a:xfrm>
            <a:custGeom>
              <a:avLst/>
              <a:gdLst/>
              <a:ahLst/>
              <a:cxnLst/>
              <a:rect l="l" t="t" r="r" b="b"/>
              <a:pathLst>
                <a:path w="1682" h="2942" extrusionOk="0">
                  <a:moveTo>
                    <a:pt x="1" y="0"/>
                  </a:moveTo>
                  <a:lnTo>
                    <a:pt x="1" y="2942"/>
                  </a:lnTo>
                  <a:lnTo>
                    <a:pt x="1682" y="2942"/>
                  </a:lnTo>
                  <a:lnTo>
                    <a:pt x="168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29"/>
            <p:cNvSpPr/>
            <p:nvPr/>
          </p:nvSpPr>
          <p:spPr>
            <a:xfrm>
              <a:off x="3361037" y="3579893"/>
              <a:ext cx="1059878" cy="117976"/>
            </a:xfrm>
            <a:custGeom>
              <a:avLst/>
              <a:gdLst/>
              <a:ahLst/>
              <a:cxnLst/>
              <a:rect l="l" t="t" r="r" b="b"/>
              <a:pathLst>
                <a:path w="6657" h="741" extrusionOk="0">
                  <a:moveTo>
                    <a:pt x="0" y="0"/>
                  </a:moveTo>
                  <a:lnTo>
                    <a:pt x="0" y="741"/>
                  </a:lnTo>
                  <a:lnTo>
                    <a:pt x="6657" y="741"/>
                  </a:lnTo>
                  <a:lnTo>
                    <a:pt x="66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29"/>
            <p:cNvSpPr/>
            <p:nvPr/>
          </p:nvSpPr>
          <p:spPr>
            <a:xfrm>
              <a:off x="3361037" y="3630841"/>
              <a:ext cx="1059878" cy="28340"/>
            </a:xfrm>
            <a:custGeom>
              <a:avLst/>
              <a:gdLst/>
              <a:ahLst/>
              <a:cxnLst/>
              <a:rect l="l" t="t" r="r" b="b"/>
              <a:pathLst>
                <a:path w="6657" h="178" extrusionOk="0">
                  <a:moveTo>
                    <a:pt x="0" y="1"/>
                  </a:moveTo>
                  <a:lnTo>
                    <a:pt x="0" y="178"/>
                  </a:lnTo>
                  <a:lnTo>
                    <a:pt x="6657" y="178"/>
                  </a:lnTo>
                  <a:lnTo>
                    <a:pt x="66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29"/>
            <p:cNvSpPr/>
            <p:nvPr/>
          </p:nvSpPr>
          <p:spPr>
            <a:xfrm>
              <a:off x="2420893" y="3549961"/>
              <a:ext cx="213186" cy="116225"/>
            </a:xfrm>
            <a:custGeom>
              <a:avLst/>
              <a:gdLst/>
              <a:ahLst/>
              <a:cxnLst/>
              <a:rect l="l" t="t" r="r" b="b"/>
              <a:pathLst>
                <a:path w="1339" h="730" extrusionOk="0">
                  <a:moveTo>
                    <a:pt x="1" y="0"/>
                  </a:moveTo>
                  <a:lnTo>
                    <a:pt x="1" y="730"/>
                  </a:lnTo>
                  <a:lnTo>
                    <a:pt x="1338" y="730"/>
                  </a:lnTo>
                  <a:lnTo>
                    <a:pt x="13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29"/>
            <p:cNvSpPr/>
            <p:nvPr/>
          </p:nvSpPr>
          <p:spPr>
            <a:xfrm>
              <a:off x="2301166" y="3608074"/>
              <a:ext cx="251874" cy="58113"/>
            </a:xfrm>
            <a:custGeom>
              <a:avLst/>
              <a:gdLst/>
              <a:ahLst/>
              <a:cxnLst/>
              <a:rect l="l" t="t" r="r" b="b"/>
              <a:pathLst>
                <a:path w="1582" h="365" extrusionOk="0">
                  <a:moveTo>
                    <a:pt x="1" y="0"/>
                  </a:moveTo>
                  <a:lnTo>
                    <a:pt x="1" y="365"/>
                  </a:lnTo>
                  <a:lnTo>
                    <a:pt x="1582" y="365"/>
                  </a:lnTo>
                  <a:lnTo>
                    <a:pt x="15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29"/>
            <p:cNvSpPr/>
            <p:nvPr/>
          </p:nvSpPr>
          <p:spPr>
            <a:xfrm>
              <a:off x="2237800" y="3579893"/>
              <a:ext cx="116384" cy="114474"/>
            </a:xfrm>
            <a:custGeom>
              <a:avLst/>
              <a:gdLst/>
              <a:ahLst/>
              <a:cxnLst/>
              <a:rect l="l" t="t" r="r" b="b"/>
              <a:pathLst>
                <a:path w="731" h="719" extrusionOk="0">
                  <a:moveTo>
                    <a:pt x="1" y="0"/>
                  </a:moveTo>
                  <a:lnTo>
                    <a:pt x="1" y="177"/>
                  </a:lnTo>
                  <a:lnTo>
                    <a:pt x="399" y="177"/>
                  </a:lnTo>
                  <a:lnTo>
                    <a:pt x="399" y="542"/>
                  </a:lnTo>
                  <a:lnTo>
                    <a:pt x="1" y="542"/>
                  </a:lnTo>
                  <a:lnTo>
                    <a:pt x="1" y="719"/>
                  </a:lnTo>
                  <a:lnTo>
                    <a:pt x="730" y="719"/>
                  </a:lnTo>
                  <a:lnTo>
                    <a:pt x="73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29"/>
            <p:cNvSpPr/>
            <p:nvPr/>
          </p:nvSpPr>
          <p:spPr>
            <a:xfrm>
              <a:off x="5165539" y="3549961"/>
              <a:ext cx="103966" cy="116225"/>
            </a:xfrm>
            <a:custGeom>
              <a:avLst/>
              <a:gdLst/>
              <a:ahLst/>
              <a:cxnLst/>
              <a:rect l="l" t="t" r="r" b="b"/>
              <a:pathLst>
                <a:path w="653" h="730" extrusionOk="0">
                  <a:moveTo>
                    <a:pt x="0" y="0"/>
                  </a:moveTo>
                  <a:lnTo>
                    <a:pt x="0" y="730"/>
                  </a:lnTo>
                  <a:lnTo>
                    <a:pt x="653" y="730"/>
                  </a:lnTo>
                  <a:lnTo>
                    <a:pt x="6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29"/>
            <p:cNvSpPr/>
            <p:nvPr/>
          </p:nvSpPr>
          <p:spPr>
            <a:xfrm>
              <a:off x="5248329" y="3608074"/>
              <a:ext cx="140903" cy="58113"/>
            </a:xfrm>
            <a:custGeom>
              <a:avLst/>
              <a:gdLst/>
              <a:ahLst/>
              <a:cxnLst/>
              <a:rect l="l" t="t" r="r" b="b"/>
              <a:pathLst>
                <a:path w="885" h="365" extrusionOk="0">
                  <a:moveTo>
                    <a:pt x="0" y="0"/>
                  </a:moveTo>
                  <a:lnTo>
                    <a:pt x="0" y="365"/>
                  </a:lnTo>
                  <a:lnTo>
                    <a:pt x="885" y="365"/>
                  </a:lnTo>
                  <a:lnTo>
                    <a:pt x="88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29"/>
            <p:cNvSpPr/>
            <p:nvPr/>
          </p:nvSpPr>
          <p:spPr>
            <a:xfrm>
              <a:off x="5336213" y="3579893"/>
              <a:ext cx="116384" cy="114474"/>
            </a:xfrm>
            <a:custGeom>
              <a:avLst/>
              <a:gdLst/>
              <a:ahLst/>
              <a:cxnLst/>
              <a:rect l="l" t="t" r="r" b="b"/>
              <a:pathLst>
                <a:path w="731" h="719" extrusionOk="0">
                  <a:moveTo>
                    <a:pt x="1" y="0"/>
                  </a:moveTo>
                  <a:lnTo>
                    <a:pt x="1" y="719"/>
                  </a:lnTo>
                  <a:lnTo>
                    <a:pt x="731" y="719"/>
                  </a:lnTo>
                  <a:lnTo>
                    <a:pt x="731" y="542"/>
                  </a:lnTo>
                  <a:lnTo>
                    <a:pt x="333" y="542"/>
                  </a:lnTo>
                  <a:lnTo>
                    <a:pt x="333" y="177"/>
                  </a:lnTo>
                  <a:lnTo>
                    <a:pt x="731" y="177"/>
                  </a:lnTo>
                  <a:lnTo>
                    <a:pt x="73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29"/>
            <p:cNvSpPr/>
            <p:nvPr/>
          </p:nvSpPr>
          <p:spPr>
            <a:xfrm>
              <a:off x="2508937" y="2931902"/>
              <a:ext cx="2827455" cy="572369"/>
            </a:xfrm>
            <a:custGeom>
              <a:avLst/>
              <a:gdLst/>
              <a:ahLst/>
              <a:cxnLst/>
              <a:rect l="l" t="t" r="r" b="b"/>
              <a:pathLst>
                <a:path w="17759" h="3595" extrusionOk="0">
                  <a:moveTo>
                    <a:pt x="929" y="1"/>
                  </a:moveTo>
                  <a:lnTo>
                    <a:pt x="0" y="2080"/>
                  </a:lnTo>
                  <a:lnTo>
                    <a:pt x="0" y="3595"/>
                  </a:lnTo>
                  <a:lnTo>
                    <a:pt x="2389" y="3595"/>
                  </a:lnTo>
                  <a:lnTo>
                    <a:pt x="2389" y="322"/>
                  </a:lnTo>
                  <a:lnTo>
                    <a:pt x="6270" y="322"/>
                  </a:lnTo>
                  <a:lnTo>
                    <a:pt x="6270" y="3595"/>
                  </a:lnTo>
                  <a:lnTo>
                    <a:pt x="12263" y="3595"/>
                  </a:lnTo>
                  <a:lnTo>
                    <a:pt x="12263" y="322"/>
                  </a:lnTo>
                  <a:lnTo>
                    <a:pt x="16144" y="322"/>
                  </a:lnTo>
                  <a:lnTo>
                    <a:pt x="16144" y="3595"/>
                  </a:lnTo>
                  <a:lnTo>
                    <a:pt x="17759" y="3595"/>
                  </a:lnTo>
                  <a:lnTo>
                    <a:pt x="1775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29"/>
            <p:cNvSpPr/>
            <p:nvPr/>
          </p:nvSpPr>
          <p:spPr>
            <a:xfrm>
              <a:off x="5130353" y="3325467"/>
              <a:ext cx="151570" cy="26429"/>
            </a:xfrm>
            <a:custGeom>
              <a:avLst/>
              <a:gdLst/>
              <a:ahLst/>
              <a:cxnLst/>
              <a:rect l="l" t="t" r="r" b="b"/>
              <a:pathLst>
                <a:path w="952" h="166" extrusionOk="0">
                  <a:moveTo>
                    <a:pt x="0" y="0"/>
                  </a:moveTo>
                  <a:lnTo>
                    <a:pt x="0" y="166"/>
                  </a:lnTo>
                  <a:lnTo>
                    <a:pt x="951" y="166"/>
                  </a:lnTo>
                  <a:lnTo>
                    <a:pt x="95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29"/>
            <p:cNvSpPr/>
            <p:nvPr/>
          </p:nvSpPr>
          <p:spPr>
            <a:xfrm>
              <a:off x="5130353" y="3385172"/>
              <a:ext cx="151570" cy="26588"/>
            </a:xfrm>
            <a:custGeom>
              <a:avLst/>
              <a:gdLst/>
              <a:ahLst/>
              <a:cxnLst/>
              <a:rect l="l" t="t" r="r" b="b"/>
              <a:pathLst>
                <a:path w="952" h="167" extrusionOk="0">
                  <a:moveTo>
                    <a:pt x="0" y="1"/>
                  </a:moveTo>
                  <a:lnTo>
                    <a:pt x="0" y="167"/>
                  </a:lnTo>
                  <a:lnTo>
                    <a:pt x="951" y="167"/>
                  </a:lnTo>
                  <a:lnTo>
                    <a:pt x="95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29"/>
            <p:cNvSpPr/>
            <p:nvPr/>
          </p:nvSpPr>
          <p:spPr>
            <a:xfrm>
              <a:off x="4017624" y="2998930"/>
              <a:ext cx="364597" cy="257128"/>
            </a:xfrm>
            <a:custGeom>
              <a:avLst/>
              <a:gdLst/>
              <a:ahLst/>
              <a:cxnLst/>
              <a:rect l="l" t="t" r="r" b="b"/>
              <a:pathLst>
                <a:path w="2290" h="1615" extrusionOk="0">
                  <a:moveTo>
                    <a:pt x="1" y="0"/>
                  </a:moveTo>
                  <a:lnTo>
                    <a:pt x="1" y="1615"/>
                  </a:lnTo>
                  <a:lnTo>
                    <a:pt x="2290" y="1615"/>
                  </a:lnTo>
                  <a:lnTo>
                    <a:pt x="229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29"/>
            <p:cNvSpPr/>
            <p:nvPr/>
          </p:nvSpPr>
          <p:spPr>
            <a:xfrm>
              <a:off x="4008868" y="2991766"/>
              <a:ext cx="382110" cy="273049"/>
            </a:xfrm>
            <a:custGeom>
              <a:avLst/>
              <a:gdLst/>
              <a:ahLst/>
              <a:cxnLst/>
              <a:rect l="l" t="t" r="r" b="b"/>
              <a:pathLst>
                <a:path w="2400" h="1715" extrusionOk="0">
                  <a:moveTo>
                    <a:pt x="2300" y="100"/>
                  </a:moveTo>
                  <a:lnTo>
                    <a:pt x="2300" y="1604"/>
                  </a:lnTo>
                  <a:lnTo>
                    <a:pt x="111" y="1604"/>
                  </a:lnTo>
                  <a:lnTo>
                    <a:pt x="111" y="100"/>
                  </a:lnTo>
                  <a:close/>
                  <a:moveTo>
                    <a:pt x="0" y="1"/>
                  </a:moveTo>
                  <a:lnTo>
                    <a:pt x="0" y="1715"/>
                  </a:lnTo>
                  <a:lnTo>
                    <a:pt x="2400" y="1715"/>
                  </a:lnTo>
                  <a:lnTo>
                    <a:pt x="24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29"/>
            <p:cNvSpPr/>
            <p:nvPr/>
          </p:nvSpPr>
          <p:spPr>
            <a:xfrm>
              <a:off x="3593326" y="2998930"/>
              <a:ext cx="364597" cy="257128"/>
            </a:xfrm>
            <a:custGeom>
              <a:avLst/>
              <a:gdLst/>
              <a:ahLst/>
              <a:cxnLst/>
              <a:rect l="l" t="t" r="r" b="b"/>
              <a:pathLst>
                <a:path w="2290" h="1615" extrusionOk="0">
                  <a:moveTo>
                    <a:pt x="1" y="0"/>
                  </a:moveTo>
                  <a:lnTo>
                    <a:pt x="1" y="1615"/>
                  </a:lnTo>
                  <a:lnTo>
                    <a:pt x="2290" y="1615"/>
                  </a:lnTo>
                  <a:lnTo>
                    <a:pt x="229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29"/>
            <p:cNvSpPr/>
            <p:nvPr/>
          </p:nvSpPr>
          <p:spPr>
            <a:xfrm>
              <a:off x="3584569" y="2991766"/>
              <a:ext cx="382269" cy="273049"/>
            </a:xfrm>
            <a:custGeom>
              <a:avLst/>
              <a:gdLst/>
              <a:ahLst/>
              <a:cxnLst/>
              <a:rect l="l" t="t" r="r" b="b"/>
              <a:pathLst>
                <a:path w="2401" h="1715" extrusionOk="0">
                  <a:moveTo>
                    <a:pt x="2290" y="100"/>
                  </a:moveTo>
                  <a:lnTo>
                    <a:pt x="2290" y="1604"/>
                  </a:lnTo>
                  <a:lnTo>
                    <a:pt x="111" y="1604"/>
                  </a:lnTo>
                  <a:lnTo>
                    <a:pt x="100" y="100"/>
                  </a:lnTo>
                  <a:close/>
                  <a:moveTo>
                    <a:pt x="1" y="1"/>
                  </a:moveTo>
                  <a:lnTo>
                    <a:pt x="1" y="1715"/>
                  </a:lnTo>
                  <a:lnTo>
                    <a:pt x="2400" y="1715"/>
                  </a:lnTo>
                  <a:lnTo>
                    <a:pt x="24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29"/>
            <p:cNvSpPr/>
            <p:nvPr/>
          </p:nvSpPr>
          <p:spPr>
            <a:xfrm>
              <a:off x="2961416" y="3042872"/>
              <a:ext cx="179751" cy="192010"/>
            </a:xfrm>
            <a:custGeom>
              <a:avLst/>
              <a:gdLst/>
              <a:ahLst/>
              <a:cxnLst/>
              <a:rect l="l" t="t" r="r" b="b"/>
              <a:pathLst>
                <a:path w="1129" h="1206" extrusionOk="0">
                  <a:moveTo>
                    <a:pt x="0" y="1"/>
                  </a:moveTo>
                  <a:lnTo>
                    <a:pt x="0" y="1206"/>
                  </a:lnTo>
                  <a:lnTo>
                    <a:pt x="1128" y="1206"/>
                  </a:lnTo>
                  <a:lnTo>
                    <a:pt x="1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29"/>
            <p:cNvSpPr/>
            <p:nvPr/>
          </p:nvSpPr>
          <p:spPr>
            <a:xfrm>
              <a:off x="2954251" y="3034116"/>
              <a:ext cx="195672" cy="207932"/>
            </a:xfrm>
            <a:custGeom>
              <a:avLst/>
              <a:gdLst/>
              <a:ahLst/>
              <a:cxnLst/>
              <a:rect l="l" t="t" r="r" b="b"/>
              <a:pathLst>
                <a:path w="1229" h="1306" extrusionOk="0">
                  <a:moveTo>
                    <a:pt x="1129" y="111"/>
                  </a:moveTo>
                  <a:lnTo>
                    <a:pt x="1129" y="1206"/>
                  </a:lnTo>
                  <a:lnTo>
                    <a:pt x="100" y="1206"/>
                  </a:lnTo>
                  <a:lnTo>
                    <a:pt x="100" y="111"/>
                  </a:lnTo>
                  <a:close/>
                  <a:moveTo>
                    <a:pt x="1" y="0"/>
                  </a:moveTo>
                  <a:lnTo>
                    <a:pt x="1" y="1305"/>
                  </a:lnTo>
                  <a:lnTo>
                    <a:pt x="1228" y="1305"/>
                  </a:lnTo>
                  <a:lnTo>
                    <a:pt x="12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29"/>
            <p:cNvSpPr/>
            <p:nvPr/>
          </p:nvSpPr>
          <p:spPr>
            <a:xfrm>
              <a:off x="3255320" y="3042872"/>
              <a:ext cx="179751" cy="192010"/>
            </a:xfrm>
            <a:custGeom>
              <a:avLst/>
              <a:gdLst/>
              <a:ahLst/>
              <a:cxnLst/>
              <a:rect l="l" t="t" r="r" b="b"/>
              <a:pathLst>
                <a:path w="1129" h="1206" extrusionOk="0">
                  <a:moveTo>
                    <a:pt x="1" y="1"/>
                  </a:moveTo>
                  <a:lnTo>
                    <a:pt x="1" y="1206"/>
                  </a:lnTo>
                  <a:lnTo>
                    <a:pt x="1129" y="1206"/>
                  </a:lnTo>
                  <a:lnTo>
                    <a:pt x="1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29"/>
            <p:cNvSpPr/>
            <p:nvPr/>
          </p:nvSpPr>
          <p:spPr>
            <a:xfrm>
              <a:off x="3246564" y="3034116"/>
              <a:ext cx="197264" cy="207932"/>
            </a:xfrm>
            <a:custGeom>
              <a:avLst/>
              <a:gdLst/>
              <a:ahLst/>
              <a:cxnLst/>
              <a:rect l="l" t="t" r="r" b="b"/>
              <a:pathLst>
                <a:path w="1239" h="1306" extrusionOk="0">
                  <a:moveTo>
                    <a:pt x="1128" y="111"/>
                  </a:moveTo>
                  <a:lnTo>
                    <a:pt x="1128" y="1206"/>
                  </a:lnTo>
                  <a:lnTo>
                    <a:pt x="111" y="1206"/>
                  </a:lnTo>
                  <a:lnTo>
                    <a:pt x="111" y="111"/>
                  </a:lnTo>
                  <a:close/>
                  <a:moveTo>
                    <a:pt x="1" y="0"/>
                  </a:moveTo>
                  <a:lnTo>
                    <a:pt x="1" y="1305"/>
                  </a:lnTo>
                  <a:lnTo>
                    <a:pt x="1239" y="1305"/>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29"/>
            <p:cNvSpPr/>
            <p:nvPr/>
          </p:nvSpPr>
          <p:spPr>
            <a:xfrm>
              <a:off x="4533469" y="3042872"/>
              <a:ext cx="179751" cy="192010"/>
            </a:xfrm>
            <a:custGeom>
              <a:avLst/>
              <a:gdLst/>
              <a:ahLst/>
              <a:cxnLst/>
              <a:rect l="l" t="t" r="r" b="b"/>
              <a:pathLst>
                <a:path w="1129" h="1206" extrusionOk="0">
                  <a:moveTo>
                    <a:pt x="1" y="1"/>
                  </a:moveTo>
                  <a:lnTo>
                    <a:pt x="1" y="1206"/>
                  </a:lnTo>
                  <a:lnTo>
                    <a:pt x="1128" y="1206"/>
                  </a:lnTo>
                  <a:lnTo>
                    <a:pt x="1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29"/>
            <p:cNvSpPr/>
            <p:nvPr/>
          </p:nvSpPr>
          <p:spPr>
            <a:xfrm>
              <a:off x="4526464" y="3034116"/>
              <a:ext cx="195513" cy="207932"/>
            </a:xfrm>
            <a:custGeom>
              <a:avLst/>
              <a:gdLst/>
              <a:ahLst/>
              <a:cxnLst/>
              <a:rect l="l" t="t" r="r" b="b"/>
              <a:pathLst>
                <a:path w="1228" h="1306" extrusionOk="0">
                  <a:moveTo>
                    <a:pt x="1128" y="111"/>
                  </a:moveTo>
                  <a:lnTo>
                    <a:pt x="1128" y="1206"/>
                  </a:lnTo>
                  <a:lnTo>
                    <a:pt x="111" y="1206"/>
                  </a:lnTo>
                  <a:lnTo>
                    <a:pt x="111" y="111"/>
                  </a:lnTo>
                  <a:close/>
                  <a:moveTo>
                    <a:pt x="0" y="0"/>
                  </a:moveTo>
                  <a:lnTo>
                    <a:pt x="0" y="1305"/>
                  </a:lnTo>
                  <a:lnTo>
                    <a:pt x="1228" y="1305"/>
                  </a:lnTo>
                  <a:lnTo>
                    <a:pt x="12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29"/>
            <p:cNvSpPr/>
            <p:nvPr/>
          </p:nvSpPr>
          <p:spPr>
            <a:xfrm>
              <a:off x="4827533" y="3042872"/>
              <a:ext cx="179751" cy="192010"/>
            </a:xfrm>
            <a:custGeom>
              <a:avLst/>
              <a:gdLst/>
              <a:ahLst/>
              <a:cxnLst/>
              <a:rect l="l" t="t" r="r" b="b"/>
              <a:pathLst>
                <a:path w="1129" h="1206" extrusionOk="0">
                  <a:moveTo>
                    <a:pt x="0" y="1"/>
                  </a:moveTo>
                  <a:lnTo>
                    <a:pt x="0" y="1206"/>
                  </a:lnTo>
                  <a:lnTo>
                    <a:pt x="1128" y="1206"/>
                  </a:lnTo>
                  <a:lnTo>
                    <a:pt x="1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29"/>
            <p:cNvSpPr/>
            <p:nvPr/>
          </p:nvSpPr>
          <p:spPr>
            <a:xfrm>
              <a:off x="4818617" y="3034116"/>
              <a:ext cx="197424" cy="207932"/>
            </a:xfrm>
            <a:custGeom>
              <a:avLst/>
              <a:gdLst/>
              <a:ahLst/>
              <a:cxnLst/>
              <a:rect l="l" t="t" r="r" b="b"/>
              <a:pathLst>
                <a:path w="1240" h="1306" extrusionOk="0">
                  <a:moveTo>
                    <a:pt x="1129" y="111"/>
                  </a:moveTo>
                  <a:lnTo>
                    <a:pt x="1129" y="1206"/>
                  </a:lnTo>
                  <a:lnTo>
                    <a:pt x="112" y="1206"/>
                  </a:lnTo>
                  <a:lnTo>
                    <a:pt x="112" y="111"/>
                  </a:lnTo>
                  <a:close/>
                  <a:moveTo>
                    <a:pt x="1" y="0"/>
                  </a:moveTo>
                  <a:lnTo>
                    <a:pt x="1" y="1305"/>
                  </a:lnTo>
                  <a:lnTo>
                    <a:pt x="1239" y="1305"/>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29"/>
            <p:cNvSpPr/>
            <p:nvPr/>
          </p:nvSpPr>
          <p:spPr>
            <a:xfrm>
              <a:off x="3593326" y="3325467"/>
              <a:ext cx="794152" cy="26429"/>
            </a:xfrm>
            <a:custGeom>
              <a:avLst/>
              <a:gdLst/>
              <a:ahLst/>
              <a:cxnLst/>
              <a:rect l="l" t="t" r="r" b="b"/>
              <a:pathLst>
                <a:path w="4988" h="166" extrusionOk="0">
                  <a:moveTo>
                    <a:pt x="1" y="0"/>
                  </a:moveTo>
                  <a:lnTo>
                    <a:pt x="1" y="166"/>
                  </a:lnTo>
                  <a:lnTo>
                    <a:pt x="4988" y="166"/>
                  </a:lnTo>
                  <a:lnTo>
                    <a:pt x="498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29"/>
            <p:cNvSpPr/>
            <p:nvPr/>
          </p:nvSpPr>
          <p:spPr>
            <a:xfrm>
              <a:off x="3593326" y="3385172"/>
              <a:ext cx="794152" cy="26588"/>
            </a:xfrm>
            <a:custGeom>
              <a:avLst/>
              <a:gdLst/>
              <a:ahLst/>
              <a:cxnLst/>
              <a:rect l="l" t="t" r="r" b="b"/>
              <a:pathLst>
                <a:path w="4988" h="167" extrusionOk="0">
                  <a:moveTo>
                    <a:pt x="1" y="1"/>
                  </a:moveTo>
                  <a:lnTo>
                    <a:pt x="1" y="167"/>
                  </a:lnTo>
                  <a:lnTo>
                    <a:pt x="4988" y="167"/>
                  </a:lnTo>
                  <a:lnTo>
                    <a:pt x="498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29"/>
            <p:cNvSpPr/>
            <p:nvPr/>
          </p:nvSpPr>
          <p:spPr>
            <a:xfrm>
              <a:off x="2572303" y="3385172"/>
              <a:ext cx="221942" cy="26588"/>
            </a:xfrm>
            <a:custGeom>
              <a:avLst/>
              <a:gdLst/>
              <a:ahLst/>
              <a:cxnLst/>
              <a:rect l="l" t="t" r="r" b="b"/>
              <a:pathLst>
                <a:path w="1394" h="167" extrusionOk="0">
                  <a:moveTo>
                    <a:pt x="0" y="1"/>
                  </a:moveTo>
                  <a:lnTo>
                    <a:pt x="0" y="167"/>
                  </a:lnTo>
                  <a:lnTo>
                    <a:pt x="1394" y="167"/>
                  </a:lnTo>
                  <a:lnTo>
                    <a:pt x="139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29"/>
            <p:cNvSpPr/>
            <p:nvPr/>
          </p:nvSpPr>
          <p:spPr>
            <a:xfrm>
              <a:off x="2572303" y="3325467"/>
              <a:ext cx="221942" cy="26429"/>
            </a:xfrm>
            <a:custGeom>
              <a:avLst/>
              <a:gdLst/>
              <a:ahLst/>
              <a:cxnLst/>
              <a:rect l="l" t="t" r="r" b="b"/>
              <a:pathLst>
                <a:path w="1394" h="166" extrusionOk="0">
                  <a:moveTo>
                    <a:pt x="0" y="0"/>
                  </a:moveTo>
                  <a:lnTo>
                    <a:pt x="0" y="166"/>
                  </a:lnTo>
                  <a:lnTo>
                    <a:pt x="1394" y="166"/>
                  </a:lnTo>
                  <a:lnTo>
                    <a:pt x="139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29"/>
            <p:cNvSpPr/>
            <p:nvPr/>
          </p:nvSpPr>
          <p:spPr>
            <a:xfrm>
              <a:off x="2572303" y="2998930"/>
              <a:ext cx="221942" cy="257128"/>
            </a:xfrm>
            <a:custGeom>
              <a:avLst/>
              <a:gdLst/>
              <a:ahLst/>
              <a:cxnLst/>
              <a:rect l="l" t="t" r="r" b="b"/>
              <a:pathLst>
                <a:path w="1394" h="1615" extrusionOk="0">
                  <a:moveTo>
                    <a:pt x="697" y="0"/>
                  </a:moveTo>
                  <a:lnTo>
                    <a:pt x="0" y="1615"/>
                  </a:lnTo>
                  <a:lnTo>
                    <a:pt x="1394" y="1615"/>
                  </a:lnTo>
                  <a:lnTo>
                    <a:pt x="139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29"/>
            <p:cNvSpPr/>
            <p:nvPr/>
          </p:nvSpPr>
          <p:spPr>
            <a:xfrm>
              <a:off x="2560044" y="2991766"/>
              <a:ext cx="243117" cy="273049"/>
            </a:xfrm>
            <a:custGeom>
              <a:avLst/>
              <a:gdLst/>
              <a:ahLst/>
              <a:cxnLst/>
              <a:rect l="l" t="t" r="r" b="b"/>
              <a:pathLst>
                <a:path w="1527" h="1715" extrusionOk="0">
                  <a:moveTo>
                    <a:pt x="1415" y="100"/>
                  </a:moveTo>
                  <a:lnTo>
                    <a:pt x="1415" y="1604"/>
                  </a:lnTo>
                  <a:lnTo>
                    <a:pt x="166" y="1604"/>
                  </a:lnTo>
                  <a:lnTo>
                    <a:pt x="818" y="100"/>
                  </a:lnTo>
                  <a:close/>
                  <a:moveTo>
                    <a:pt x="741" y="1"/>
                  </a:moveTo>
                  <a:lnTo>
                    <a:pt x="0" y="1715"/>
                  </a:lnTo>
                  <a:lnTo>
                    <a:pt x="1526" y="1715"/>
                  </a:lnTo>
                  <a:lnTo>
                    <a:pt x="15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29"/>
            <p:cNvSpPr/>
            <p:nvPr/>
          </p:nvSpPr>
          <p:spPr>
            <a:xfrm>
              <a:off x="2438566" y="2851022"/>
              <a:ext cx="2897827" cy="653249"/>
            </a:xfrm>
            <a:custGeom>
              <a:avLst/>
              <a:gdLst/>
              <a:ahLst/>
              <a:cxnLst/>
              <a:rect l="l" t="t" r="r" b="b"/>
              <a:pathLst>
                <a:path w="18201" h="4103" extrusionOk="0">
                  <a:moveTo>
                    <a:pt x="1040" y="0"/>
                  </a:moveTo>
                  <a:lnTo>
                    <a:pt x="0" y="2444"/>
                  </a:lnTo>
                  <a:lnTo>
                    <a:pt x="0" y="4103"/>
                  </a:lnTo>
                  <a:lnTo>
                    <a:pt x="232" y="4103"/>
                  </a:lnTo>
                  <a:lnTo>
                    <a:pt x="232" y="2544"/>
                  </a:lnTo>
                  <a:lnTo>
                    <a:pt x="1239" y="299"/>
                  </a:lnTo>
                  <a:lnTo>
                    <a:pt x="18201" y="299"/>
                  </a:lnTo>
                  <a:lnTo>
                    <a:pt x="1820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29"/>
            <p:cNvSpPr/>
            <p:nvPr/>
          </p:nvSpPr>
          <p:spPr>
            <a:xfrm>
              <a:off x="2679612" y="3600909"/>
              <a:ext cx="250282" cy="212867"/>
            </a:xfrm>
            <a:custGeom>
              <a:avLst/>
              <a:gdLst/>
              <a:ahLst/>
              <a:cxnLst/>
              <a:rect l="l" t="t" r="r" b="b"/>
              <a:pathLst>
                <a:path w="1572" h="1337" extrusionOk="0">
                  <a:moveTo>
                    <a:pt x="908" y="1"/>
                  </a:moveTo>
                  <a:cubicBezTo>
                    <a:pt x="311" y="1"/>
                    <a:pt x="1" y="720"/>
                    <a:pt x="432" y="1140"/>
                  </a:cubicBezTo>
                  <a:cubicBezTo>
                    <a:pt x="568" y="1275"/>
                    <a:pt x="735" y="1336"/>
                    <a:pt x="898" y="1336"/>
                  </a:cubicBezTo>
                  <a:cubicBezTo>
                    <a:pt x="1242" y="1336"/>
                    <a:pt x="1571" y="1069"/>
                    <a:pt x="1571" y="664"/>
                  </a:cubicBezTo>
                  <a:cubicBezTo>
                    <a:pt x="1571" y="299"/>
                    <a:pt x="1273" y="1"/>
                    <a:pt x="90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29"/>
            <p:cNvSpPr/>
            <p:nvPr/>
          </p:nvSpPr>
          <p:spPr>
            <a:xfrm>
              <a:off x="3054714" y="3600909"/>
              <a:ext cx="248371" cy="212867"/>
            </a:xfrm>
            <a:custGeom>
              <a:avLst/>
              <a:gdLst/>
              <a:ahLst/>
              <a:cxnLst/>
              <a:rect l="l" t="t" r="r" b="b"/>
              <a:pathLst>
                <a:path w="1560" h="1337" extrusionOk="0">
                  <a:moveTo>
                    <a:pt x="896" y="1"/>
                  </a:moveTo>
                  <a:cubicBezTo>
                    <a:pt x="299" y="1"/>
                    <a:pt x="0" y="720"/>
                    <a:pt x="420" y="1140"/>
                  </a:cubicBezTo>
                  <a:cubicBezTo>
                    <a:pt x="556" y="1275"/>
                    <a:pt x="723" y="1336"/>
                    <a:pt x="886" y="1336"/>
                  </a:cubicBezTo>
                  <a:cubicBezTo>
                    <a:pt x="1230" y="1336"/>
                    <a:pt x="1559" y="1069"/>
                    <a:pt x="1559" y="664"/>
                  </a:cubicBezTo>
                  <a:cubicBezTo>
                    <a:pt x="1559" y="299"/>
                    <a:pt x="1261" y="1"/>
                    <a:pt x="8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29"/>
            <p:cNvSpPr/>
            <p:nvPr/>
          </p:nvSpPr>
          <p:spPr>
            <a:xfrm>
              <a:off x="2915563" y="3725890"/>
              <a:ext cx="188508" cy="16080"/>
            </a:xfrm>
            <a:custGeom>
              <a:avLst/>
              <a:gdLst/>
              <a:ahLst/>
              <a:cxnLst/>
              <a:rect l="l" t="t" r="r" b="b"/>
              <a:pathLst>
                <a:path w="1184" h="101" extrusionOk="0">
                  <a:moveTo>
                    <a:pt x="1" y="1"/>
                  </a:moveTo>
                  <a:lnTo>
                    <a:pt x="1" y="100"/>
                  </a:lnTo>
                  <a:lnTo>
                    <a:pt x="1184" y="100"/>
                  </a:lnTo>
                  <a:lnTo>
                    <a:pt x="11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29"/>
            <p:cNvSpPr/>
            <p:nvPr/>
          </p:nvSpPr>
          <p:spPr>
            <a:xfrm>
              <a:off x="2915563" y="3750568"/>
              <a:ext cx="188508" cy="16080"/>
            </a:xfrm>
            <a:custGeom>
              <a:avLst/>
              <a:gdLst/>
              <a:ahLst/>
              <a:cxnLst/>
              <a:rect l="l" t="t" r="r" b="b"/>
              <a:pathLst>
                <a:path w="1184" h="101" extrusionOk="0">
                  <a:moveTo>
                    <a:pt x="1" y="1"/>
                  </a:moveTo>
                  <a:lnTo>
                    <a:pt x="1" y="100"/>
                  </a:lnTo>
                  <a:lnTo>
                    <a:pt x="1184" y="100"/>
                  </a:lnTo>
                  <a:lnTo>
                    <a:pt x="11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29"/>
            <p:cNvSpPr/>
            <p:nvPr/>
          </p:nvSpPr>
          <p:spPr>
            <a:xfrm>
              <a:off x="2748391" y="3733055"/>
              <a:ext cx="155073" cy="26429"/>
            </a:xfrm>
            <a:custGeom>
              <a:avLst/>
              <a:gdLst/>
              <a:ahLst/>
              <a:cxnLst/>
              <a:rect l="l" t="t" r="r" b="b"/>
              <a:pathLst>
                <a:path w="974" h="166" extrusionOk="0">
                  <a:moveTo>
                    <a:pt x="0" y="0"/>
                  </a:moveTo>
                  <a:lnTo>
                    <a:pt x="0" y="166"/>
                  </a:lnTo>
                  <a:lnTo>
                    <a:pt x="973" y="166"/>
                  </a:lnTo>
                  <a:lnTo>
                    <a:pt x="9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29"/>
            <p:cNvSpPr/>
            <p:nvPr/>
          </p:nvSpPr>
          <p:spPr>
            <a:xfrm>
              <a:off x="2764153" y="3697710"/>
              <a:ext cx="35345" cy="21334"/>
            </a:xfrm>
            <a:custGeom>
              <a:avLst/>
              <a:gdLst/>
              <a:ahLst/>
              <a:cxnLst/>
              <a:rect l="l" t="t" r="r" b="b"/>
              <a:pathLst>
                <a:path w="222" h="134" extrusionOk="0">
                  <a:moveTo>
                    <a:pt x="1" y="1"/>
                  </a:moveTo>
                  <a:lnTo>
                    <a:pt x="1"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29"/>
            <p:cNvSpPr/>
            <p:nvPr/>
          </p:nvSpPr>
          <p:spPr>
            <a:xfrm>
              <a:off x="2852197" y="3697710"/>
              <a:ext cx="35345" cy="21334"/>
            </a:xfrm>
            <a:custGeom>
              <a:avLst/>
              <a:gdLst/>
              <a:ahLst/>
              <a:cxnLst/>
              <a:rect l="l" t="t" r="r" b="b"/>
              <a:pathLst>
                <a:path w="222" h="134" extrusionOk="0">
                  <a:moveTo>
                    <a:pt x="1" y="1"/>
                  </a:moveTo>
                  <a:lnTo>
                    <a:pt x="1"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29"/>
            <p:cNvSpPr/>
            <p:nvPr/>
          </p:nvSpPr>
          <p:spPr>
            <a:xfrm>
              <a:off x="3118080" y="3733055"/>
              <a:ext cx="153322" cy="26429"/>
            </a:xfrm>
            <a:custGeom>
              <a:avLst/>
              <a:gdLst/>
              <a:ahLst/>
              <a:cxnLst/>
              <a:rect l="l" t="t" r="r" b="b"/>
              <a:pathLst>
                <a:path w="963" h="166" extrusionOk="0">
                  <a:moveTo>
                    <a:pt x="0" y="0"/>
                  </a:moveTo>
                  <a:lnTo>
                    <a:pt x="0" y="166"/>
                  </a:lnTo>
                  <a:lnTo>
                    <a:pt x="962" y="166"/>
                  </a:lnTo>
                  <a:lnTo>
                    <a:pt x="9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29"/>
            <p:cNvSpPr/>
            <p:nvPr/>
          </p:nvSpPr>
          <p:spPr>
            <a:xfrm>
              <a:off x="3133842" y="3697710"/>
              <a:ext cx="35345" cy="21334"/>
            </a:xfrm>
            <a:custGeom>
              <a:avLst/>
              <a:gdLst/>
              <a:ahLst/>
              <a:cxnLst/>
              <a:rect l="l" t="t" r="r" b="b"/>
              <a:pathLst>
                <a:path w="222" h="134" extrusionOk="0">
                  <a:moveTo>
                    <a:pt x="1" y="1"/>
                  </a:moveTo>
                  <a:lnTo>
                    <a:pt x="1"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29"/>
            <p:cNvSpPr/>
            <p:nvPr/>
          </p:nvSpPr>
          <p:spPr>
            <a:xfrm>
              <a:off x="3220134" y="3697710"/>
              <a:ext cx="35345" cy="21334"/>
            </a:xfrm>
            <a:custGeom>
              <a:avLst/>
              <a:gdLst/>
              <a:ahLst/>
              <a:cxnLst/>
              <a:rect l="l" t="t" r="r" b="b"/>
              <a:pathLst>
                <a:path w="222" h="134" extrusionOk="0">
                  <a:moveTo>
                    <a:pt x="1" y="1"/>
                  </a:moveTo>
                  <a:lnTo>
                    <a:pt x="1"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29"/>
            <p:cNvSpPr/>
            <p:nvPr/>
          </p:nvSpPr>
          <p:spPr>
            <a:xfrm>
              <a:off x="2959665" y="3611576"/>
              <a:ext cx="102214" cy="28340"/>
            </a:xfrm>
            <a:custGeom>
              <a:avLst/>
              <a:gdLst/>
              <a:ahLst/>
              <a:cxnLst/>
              <a:rect l="l" t="t" r="r" b="b"/>
              <a:pathLst>
                <a:path w="642" h="178" extrusionOk="0">
                  <a:moveTo>
                    <a:pt x="0" y="0"/>
                  </a:moveTo>
                  <a:lnTo>
                    <a:pt x="0" y="177"/>
                  </a:lnTo>
                  <a:lnTo>
                    <a:pt x="641" y="177"/>
                  </a:lnTo>
                  <a:lnTo>
                    <a:pt x="6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29"/>
            <p:cNvSpPr/>
            <p:nvPr/>
          </p:nvSpPr>
          <p:spPr>
            <a:xfrm>
              <a:off x="2929733" y="3579893"/>
              <a:ext cx="160327" cy="21175"/>
            </a:xfrm>
            <a:custGeom>
              <a:avLst/>
              <a:gdLst/>
              <a:ahLst/>
              <a:cxnLst/>
              <a:rect l="l" t="t" r="r" b="b"/>
              <a:pathLst>
                <a:path w="1007" h="133" extrusionOk="0">
                  <a:moveTo>
                    <a:pt x="0" y="0"/>
                  </a:moveTo>
                  <a:lnTo>
                    <a:pt x="0" y="133"/>
                  </a:lnTo>
                  <a:lnTo>
                    <a:pt x="1006" y="133"/>
                  </a:lnTo>
                  <a:lnTo>
                    <a:pt x="100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29"/>
            <p:cNvSpPr/>
            <p:nvPr/>
          </p:nvSpPr>
          <p:spPr>
            <a:xfrm>
              <a:off x="2748391" y="3634344"/>
              <a:ext cx="523013" cy="84701"/>
            </a:xfrm>
            <a:custGeom>
              <a:avLst/>
              <a:gdLst/>
              <a:ahLst/>
              <a:cxnLst/>
              <a:rect l="l" t="t" r="r" b="b"/>
              <a:pathLst>
                <a:path w="3285" h="532" extrusionOk="0">
                  <a:moveTo>
                    <a:pt x="0" y="1"/>
                  </a:moveTo>
                  <a:lnTo>
                    <a:pt x="0" y="322"/>
                  </a:lnTo>
                  <a:lnTo>
                    <a:pt x="1106" y="322"/>
                  </a:lnTo>
                  <a:lnTo>
                    <a:pt x="1316" y="532"/>
                  </a:lnTo>
                  <a:lnTo>
                    <a:pt x="1968" y="532"/>
                  </a:lnTo>
                  <a:lnTo>
                    <a:pt x="2190" y="322"/>
                  </a:lnTo>
                  <a:lnTo>
                    <a:pt x="3284" y="322"/>
                  </a:lnTo>
                  <a:lnTo>
                    <a:pt x="3284" y="1"/>
                  </a:lnTo>
                  <a:lnTo>
                    <a:pt x="2190" y="1"/>
                  </a:lnTo>
                  <a:lnTo>
                    <a:pt x="1968" y="111"/>
                  </a:lnTo>
                  <a:lnTo>
                    <a:pt x="1316" y="111"/>
                  </a:lnTo>
                  <a:lnTo>
                    <a:pt x="11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29"/>
            <p:cNvSpPr/>
            <p:nvPr/>
          </p:nvSpPr>
          <p:spPr>
            <a:xfrm>
              <a:off x="2810006" y="3695958"/>
              <a:ext cx="31842" cy="26588"/>
            </a:xfrm>
            <a:custGeom>
              <a:avLst/>
              <a:gdLst/>
              <a:ahLst/>
              <a:cxnLst/>
              <a:rect l="l" t="t" r="r" b="b"/>
              <a:pathLst>
                <a:path w="200" h="167" extrusionOk="0">
                  <a:moveTo>
                    <a:pt x="0" y="1"/>
                  </a:moveTo>
                  <a:lnTo>
                    <a:pt x="0" y="167"/>
                  </a:lnTo>
                  <a:lnTo>
                    <a:pt x="199" y="167"/>
                  </a:lnTo>
                  <a:lnTo>
                    <a:pt x="1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29"/>
            <p:cNvSpPr/>
            <p:nvPr/>
          </p:nvSpPr>
          <p:spPr>
            <a:xfrm>
              <a:off x="2898050" y="3695958"/>
              <a:ext cx="33594" cy="26588"/>
            </a:xfrm>
            <a:custGeom>
              <a:avLst/>
              <a:gdLst/>
              <a:ahLst/>
              <a:cxnLst/>
              <a:rect l="l" t="t" r="r" b="b"/>
              <a:pathLst>
                <a:path w="211" h="167" extrusionOk="0">
                  <a:moveTo>
                    <a:pt x="0" y="1"/>
                  </a:moveTo>
                  <a:lnTo>
                    <a:pt x="0" y="167"/>
                  </a:lnTo>
                  <a:lnTo>
                    <a:pt x="44" y="167"/>
                  </a:lnTo>
                  <a:lnTo>
                    <a:pt x="44" y="111"/>
                  </a:lnTo>
                  <a:lnTo>
                    <a:pt x="210" y="111"/>
                  </a:lnTo>
                  <a:cubicBezTo>
                    <a:pt x="210" y="100"/>
                    <a:pt x="210" y="89"/>
                    <a:pt x="210" y="78"/>
                  </a:cubicBezTo>
                  <a:lnTo>
                    <a:pt x="1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29"/>
            <p:cNvSpPr/>
            <p:nvPr/>
          </p:nvSpPr>
          <p:spPr>
            <a:xfrm>
              <a:off x="3179695" y="3695958"/>
              <a:ext cx="30091" cy="26588"/>
            </a:xfrm>
            <a:custGeom>
              <a:avLst/>
              <a:gdLst/>
              <a:ahLst/>
              <a:cxnLst/>
              <a:rect l="l" t="t" r="r" b="b"/>
              <a:pathLst>
                <a:path w="189" h="167" extrusionOk="0">
                  <a:moveTo>
                    <a:pt x="0" y="1"/>
                  </a:moveTo>
                  <a:lnTo>
                    <a:pt x="0" y="167"/>
                  </a:lnTo>
                  <a:lnTo>
                    <a:pt x="188" y="167"/>
                  </a:lnTo>
                  <a:lnTo>
                    <a:pt x="18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29"/>
            <p:cNvSpPr/>
            <p:nvPr/>
          </p:nvSpPr>
          <p:spPr>
            <a:xfrm>
              <a:off x="3088148" y="3695958"/>
              <a:ext cx="35345" cy="26588"/>
            </a:xfrm>
            <a:custGeom>
              <a:avLst/>
              <a:gdLst/>
              <a:ahLst/>
              <a:cxnLst/>
              <a:rect l="l" t="t" r="r" b="b"/>
              <a:pathLst>
                <a:path w="222" h="167" extrusionOk="0">
                  <a:moveTo>
                    <a:pt x="78" y="1"/>
                  </a:moveTo>
                  <a:lnTo>
                    <a:pt x="0" y="78"/>
                  </a:lnTo>
                  <a:lnTo>
                    <a:pt x="0" y="111"/>
                  </a:lnTo>
                  <a:lnTo>
                    <a:pt x="166" y="111"/>
                  </a:lnTo>
                  <a:lnTo>
                    <a:pt x="166" y="167"/>
                  </a:lnTo>
                  <a:lnTo>
                    <a:pt x="222" y="167"/>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29"/>
            <p:cNvSpPr/>
            <p:nvPr/>
          </p:nvSpPr>
          <p:spPr>
            <a:xfrm>
              <a:off x="4440172" y="3600909"/>
              <a:ext cx="250123" cy="212867"/>
            </a:xfrm>
            <a:custGeom>
              <a:avLst/>
              <a:gdLst/>
              <a:ahLst/>
              <a:cxnLst/>
              <a:rect l="l" t="t" r="r" b="b"/>
              <a:pathLst>
                <a:path w="1571" h="1337" extrusionOk="0">
                  <a:moveTo>
                    <a:pt x="907" y="1"/>
                  </a:moveTo>
                  <a:cubicBezTo>
                    <a:pt x="310" y="1"/>
                    <a:pt x="1" y="720"/>
                    <a:pt x="432" y="1140"/>
                  </a:cubicBezTo>
                  <a:cubicBezTo>
                    <a:pt x="567" y="1275"/>
                    <a:pt x="734" y="1336"/>
                    <a:pt x="898" y="1336"/>
                  </a:cubicBezTo>
                  <a:cubicBezTo>
                    <a:pt x="1241" y="1336"/>
                    <a:pt x="1571" y="1069"/>
                    <a:pt x="1571" y="664"/>
                  </a:cubicBezTo>
                  <a:cubicBezTo>
                    <a:pt x="1571" y="299"/>
                    <a:pt x="1272" y="1"/>
                    <a:pt x="9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29"/>
            <p:cNvSpPr/>
            <p:nvPr/>
          </p:nvSpPr>
          <p:spPr>
            <a:xfrm>
              <a:off x="4815114" y="3600909"/>
              <a:ext cx="250123" cy="212867"/>
            </a:xfrm>
            <a:custGeom>
              <a:avLst/>
              <a:gdLst/>
              <a:ahLst/>
              <a:cxnLst/>
              <a:rect l="l" t="t" r="r" b="b"/>
              <a:pathLst>
                <a:path w="1571" h="1337" extrusionOk="0">
                  <a:moveTo>
                    <a:pt x="897" y="1"/>
                  </a:moveTo>
                  <a:cubicBezTo>
                    <a:pt x="299" y="1"/>
                    <a:pt x="1" y="720"/>
                    <a:pt x="421" y="1140"/>
                  </a:cubicBezTo>
                  <a:cubicBezTo>
                    <a:pt x="557" y="1275"/>
                    <a:pt x="725" y="1336"/>
                    <a:pt x="890" y="1336"/>
                  </a:cubicBezTo>
                  <a:cubicBezTo>
                    <a:pt x="1236" y="1336"/>
                    <a:pt x="1571" y="1069"/>
                    <a:pt x="1571" y="664"/>
                  </a:cubicBezTo>
                  <a:cubicBezTo>
                    <a:pt x="1571" y="299"/>
                    <a:pt x="1261" y="1"/>
                    <a:pt x="8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29"/>
            <p:cNvSpPr/>
            <p:nvPr/>
          </p:nvSpPr>
          <p:spPr>
            <a:xfrm>
              <a:off x="4676123" y="3725890"/>
              <a:ext cx="188508" cy="16080"/>
            </a:xfrm>
            <a:custGeom>
              <a:avLst/>
              <a:gdLst/>
              <a:ahLst/>
              <a:cxnLst/>
              <a:rect l="l" t="t" r="r" b="b"/>
              <a:pathLst>
                <a:path w="1184" h="101" extrusionOk="0">
                  <a:moveTo>
                    <a:pt x="0" y="1"/>
                  </a:moveTo>
                  <a:lnTo>
                    <a:pt x="0" y="100"/>
                  </a:lnTo>
                  <a:lnTo>
                    <a:pt x="1183" y="100"/>
                  </a:lnTo>
                  <a:lnTo>
                    <a:pt x="11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29"/>
            <p:cNvSpPr/>
            <p:nvPr/>
          </p:nvSpPr>
          <p:spPr>
            <a:xfrm>
              <a:off x="4676123" y="3750568"/>
              <a:ext cx="188508" cy="16080"/>
            </a:xfrm>
            <a:custGeom>
              <a:avLst/>
              <a:gdLst/>
              <a:ahLst/>
              <a:cxnLst/>
              <a:rect l="l" t="t" r="r" b="b"/>
              <a:pathLst>
                <a:path w="1184" h="101" extrusionOk="0">
                  <a:moveTo>
                    <a:pt x="0" y="1"/>
                  </a:moveTo>
                  <a:lnTo>
                    <a:pt x="0" y="100"/>
                  </a:lnTo>
                  <a:lnTo>
                    <a:pt x="1183" y="100"/>
                  </a:lnTo>
                  <a:lnTo>
                    <a:pt x="11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29"/>
            <p:cNvSpPr/>
            <p:nvPr/>
          </p:nvSpPr>
          <p:spPr>
            <a:xfrm>
              <a:off x="4508792" y="3733055"/>
              <a:ext cx="155073" cy="26429"/>
            </a:xfrm>
            <a:custGeom>
              <a:avLst/>
              <a:gdLst/>
              <a:ahLst/>
              <a:cxnLst/>
              <a:rect l="l" t="t" r="r" b="b"/>
              <a:pathLst>
                <a:path w="974" h="166" extrusionOk="0">
                  <a:moveTo>
                    <a:pt x="1" y="0"/>
                  </a:moveTo>
                  <a:lnTo>
                    <a:pt x="1" y="166"/>
                  </a:lnTo>
                  <a:lnTo>
                    <a:pt x="974" y="166"/>
                  </a:lnTo>
                  <a:lnTo>
                    <a:pt x="9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29"/>
            <p:cNvSpPr/>
            <p:nvPr/>
          </p:nvSpPr>
          <p:spPr>
            <a:xfrm>
              <a:off x="4524713" y="3697710"/>
              <a:ext cx="35345" cy="21334"/>
            </a:xfrm>
            <a:custGeom>
              <a:avLst/>
              <a:gdLst/>
              <a:ahLst/>
              <a:cxnLst/>
              <a:rect l="l" t="t" r="r" b="b"/>
              <a:pathLst>
                <a:path w="222" h="134" extrusionOk="0">
                  <a:moveTo>
                    <a:pt x="0" y="1"/>
                  </a:moveTo>
                  <a:lnTo>
                    <a:pt x="0" y="134"/>
                  </a:lnTo>
                  <a:lnTo>
                    <a:pt x="221" y="134"/>
                  </a:lnTo>
                  <a:lnTo>
                    <a:pt x="2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29"/>
            <p:cNvSpPr/>
            <p:nvPr/>
          </p:nvSpPr>
          <p:spPr>
            <a:xfrm>
              <a:off x="4612757" y="3697710"/>
              <a:ext cx="35345" cy="21334"/>
            </a:xfrm>
            <a:custGeom>
              <a:avLst/>
              <a:gdLst/>
              <a:ahLst/>
              <a:cxnLst/>
              <a:rect l="l" t="t" r="r" b="b"/>
              <a:pathLst>
                <a:path w="222" h="134" extrusionOk="0">
                  <a:moveTo>
                    <a:pt x="0" y="1"/>
                  </a:moveTo>
                  <a:lnTo>
                    <a:pt x="0" y="134"/>
                  </a:lnTo>
                  <a:lnTo>
                    <a:pt x="221" y="134"/>
                  </a:lnTo>
                  <a:lnTo>
                    <a:pt x="2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29"/>
            <p:cNvSpPr/>
            <p:nvPr/>
          </p:nvSpPr>
          <p:spPr>
            <a:xfrm>
              <a:off x="4878481" y="3733055"/>
              <a:ext cx="153322" cy="26429"/>
            </a:xfrm>
            <a:custGeom>
              <a:avLst/>
              <a:gdLst/>
              <a:ahLst/>
              <a:cxnLst/>
              <a:rect l="l" t="t" r="r" b="b"/>
              <a:pathLst>
                <a:path w="963" h="166" extrusionOk="0">
                  <a:moveTo>
                    <a:pt x="1" y="0"/>
                  </a:moveTo>
                  <a:lnTo>
                    <a:pt x="1" y="166"/>
                  </a:lnTo>
                  <a:lnTo>
                    <a:pt x="963" y="166"/>
                  </a:lnTo>
                  <a:lnTo>
                    <a:pt x="9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29"/>
            <p:cNvSpPr/>
            <p:nvPr/>
          </p:nvSpPr>
          <p:spPr>
            <a:xfrm>
              <a:off x="4894402" y="3697710"/>
              <a:ext cx="35345" cy="21334"/>
            </a:xfrm>
            <a:custGeom>
              <a:avLst/>
              <a:gdLst/>
              <a:ahLst/>
              <a:cxnLst/>
              <a:rect l="l" t="t" r="r" b="b"/>
              <a:pathLst>
                <a:path w="222" h="134" extrusionOk="0">
                  <a:moveTo>
                    <a:pt x="0" y="1"/>
                  </a:moveTo>
                  <a:lnTo>
                    <a:pt x="0"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29"/>
            <p:cNvSpPr/>
            <p:nvPr/>
          </p:nvSpPr>
          <p:spPr>
            <a:xfrm>
              <a:off x="4980694" y="3697710"/>
              <a:ext cx="35345" cy="21334"/>
            </a:xfrm>
            <a:custGeom>
              <a:avLst/>
              <a:gdLst/>
              <a:ahLst/>
              <a:cxnLst/>
              <a:rect l="l" t="t" r="r" b="b"/>
              <a:pathLst>
                <a:path w="222" h="134" extrusionOk="0">
                  <a:moveTo>
                    <a:pt x="0" y="1"/>
                  </a:moveTo>
                  <a:lnTo>
                    <a:pt x="0" y="134"/>
                  </a:lnTo>
                  <a:lnTo>
                    <a:pt x="221" y="134"/>
                  </a:lnTo>
                  <a:lnTo>
                    <a:pt x="2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29"/>
            <p:cNvSpPr/>
            <p:nvPr/>
          </p:nvSpPr>
          <p:spPr>
            <a:xfrm>
              <a:off x="4720065" y="3611576"/>
              <a:ext cx="102374" cy="28340"/>
            </a:xfrm>
            <a:custGeom>
              <a:avLst/>
              <a:gdLst/>
              <a:ahLst/>
              <a:cxnLst/>
              <a:rect l="l" t="t" r="r" b="b"/>
              <a:pathLst>
                <a:path w="643" h="178" extrusionOk="0">
                  <a:moveTo>
                    <a:pt x="1" y="0"/>
                  </a:moveTo>
                  <a:lnTo>
                    <a:pt x="1" y="177"/>
                  </a:lnTo>
                  <a:lnTo>
                    <a:pt x="642" y="177"/>
                  </a:lnTo>
                  <a:lnTo>
                    <a:pt x="6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29"/>
            <p:cNvSpPr/>
            <p:nvPr/>
          </p:nvSpPr>
          <p:spPr>
            <a:xfrm>
              <a:off x="4690133" y="3579893"/>
              <a:ext cx="160327" cy="21175"/>
            </a:xfrm>
            <a:custGeom>
              <a:avLst/>
              <a:gdLst/>
              <a:ahLst/>
              <a:cxnLst/>
              <a:rect l="l" t="t" r="r" b="b"/>
              <a:pathLst>
                <a:path w="1007" h="133" extrusionOk="0">
                  <a:moveTo>
                    <a:pt x="1" y="0"/>
                  </a:moveTo>
                  <a:lnTo>
                    <a:pt x="1" y="133"/>
                  </a:lnTo>
                  <a:lnTo>
                    <a:pt x="1007" y="133"/>
                  </a:lnTo>
                  <a:lnTo>
                    <a:pt x="10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29"/>
            <p:cNvSpPr/>
            <p:nvPr/>
          </p:nvSpPr>
          <p:spPr>
            <a:xfrm>
              <a:off x="4508792" y="3634344"/>
              <a:ext cx="523013" cy="84701"/>
            </a:xfrm>
            <a:custGeom>
              <a:avLst/>
              <a:gdLst/>
              <a:ahLst/>
              <a:cxnLst/>
              <a:rect l="l" t="t" r="r" b="b"/>
              <a:pathLst>
                <a:path w="3285" h="532" extrusionOk="0">
                  <a:moveTo>
                    <a:pt x="1" y="1"/>
                  </a:moveTo>
                  <a:lnTo>
                    <a:pt x="1" y="322"/>
                  </a:lnTo>
                  <a:lnTo>
                    <a:pt x="1107" y="322"/>
                  </a:lnTo>
                  <a:lnTo>
                    <a:pt x="1317" y="532"/>
                  </a:lnTo>
                  <a:lnTo>
                    <a:pt x="1969" y="532"/>
                  </a:lnTo>
                  <a:lnTo>
                    <a:pt x="2190" y="322"/>
                  </a:lnTo>
                  <a:lnTo>
                    <a:pt x="3285" y="322"/>
                  </a:lnTo>
                  <a:lnTo>
                    <a:pt x="3285" y="1"/>
                  </a:lnTo>
                  <a:lnTo>
                    <a:pt x="2190" y="1"/>
                  </a:lnTo>
                  <a:lnTo>
                    <a:pt x="1969" y="111"/>
                  </a:lnTo>
                  <a:lnTo>
                    <a:pt x="1317" y="111"/>
                  </a:lnTo>
                  <a:lnTo>
                    <a:pt x="110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29"/>
            <p:cNvSpPr/>
            <p:nvPr/>
          </p:nvSpPr>
          <p:spPr>
            <a:xfrm>
              <a:off x="4570406" y="3695958"/>
              <a:ext cx="31843" cy="26588"/>
            </a:xfrm>
            <a:custGeom>
              <a:avLst/>
              <a:gdLst/>
              <a:ahLst/>
              <a:cxnLst/>
              <a:rect l="l" t="t" r="r" b="b"/>
              <a:pathLst>
                <a:path w="200" h="167" extrusionOk="0">
                  <a:moveTo>
                    <a:pt x="1" y="1"/>
                  </a:moveTo>
                  <a:lnTo>
                    <a:pt x="1" y="167"/>
                  </a:lnTo>
                  <a:lnTo>
                    <a:pt x="200" y="167"/>
                  </a:lnTo>
                  <a:lnTo>
                    <a:pt x="2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29"/>
            <p:cNvSpPr/>
            <p:nvPr/>
          </p:nvSpPr>
          <p:spPr>
            <a:xfrm>
              <a:off x="4658450" y="3695958"/>
              <a:ext cx="33594" cy="26588"/>
            </a:xfrm>
            <a:custGeom>
              <a:avLst/>
              <a:gdLst/>
              <a:ahLst/>
              <a:cxnLst/>
              <a:rect l="l" t="t" r="r" b="b"/>
              <a:pathLst>
                <a:path w="211" h="167" extrusionOk="0">
                  <a:moveTo>
                    <a:pt x="1" y="1"/>
                  </a:moveTo>
                  <a:lnTo>
                    <a:pt x="1" y="167"/>
                  </a:lnTo>
                  <a:lnTo>
                    <a:pt x="45" y="167"/>
                  </a:lnTo>
                  <a:lnTo>
                    <a:pt x="45" y="111"/>
                  </a:lnTo>
                  <a:lnTo>
                    <a:pt x="211" y="111"/>
                  </a:lnTo>
                  <a:cubicBezTo>
                    <a:pt x="211" y="100"/>
                    <a:pt x="211" y="89"/>
                    <a:pt x="211" y="78"/>
                  </a:cubicBezTo>
                  <a:lnTo>
                    <a:pt x="1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29"/>
            <p:cNvSpPr/>
            <p:nvPr/>
          </p:nvSpPr>
          <p:spPr>
            <a:xfrm>
              <a:off x="4940095" y="3695958"/>
              <a:ext cx="30091" cy="26588"/>
            </a:xfrm>
            <a:custGeom>
              <a:avLst/>
              <a:gdLst/>
              <a:ahLst/>
              <a:cxnLst/>
              <a:rect l="l" t="t" r="r" b="b"/>
              <a:pathLst>
                <a:path w="189" h="167" extrusionOk="0">
                  <a:moveTo>
                    <a:pt x="1" y="1"/>
                  </a:moveTo>
                  <a:lnTo>
                    <a:pt x="1" y="167"/>
                  </a:lnTo>
                  <a:lnTo>
                    <a:pt x="189" y="167"/>
                  </a:lnTo>
                  <a:lnTo>
                    <a:pt x="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29"/>
            <p:cNvSpPr/>
            <p:nvPr/>
          </p:nvSpPr>
          <p:spPr>
            <a:xfrm>
              <a:off x="4848549" y="3695958"/>
              <a:ext cx="35504" cy="26588"/>
            </a:xfrm>
            <a:custGeom>
              <a:avLst/>
              <a:gdLst/>
              <a:ahLst/>
              <a:cxnLst/>
              <a:rect l="l" t="t" r="r" b="b"/>
              <a:pathLst>
                <a:path w="223" h="167" extrusionOk="0">
                  <a:moveTo>
                    <a:pt x="78" y="1"/>
                  </a:moveTo>
                  <a:lnTo>
                    <a:pt x="1" y="78"/>
                  </a:lnTo>
                  <a:lnTo>
                    <a:pt x="1" y="111"/>
                  </a:lnTo>
                  <a:lnTo>
                    <a:pt x="167" y="111"/>
                  </a:lnTo>
                  <a:lnTo>
                    <a:pt x="167" y="167"/>
                  </a:lnTo>
                  <a:lnTo>
                    <a:pt x="222" y="167"/>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29"/>
            <p:cNvSpPr/>
            <p:nvPr/>
          </p:nvSpPr>
          <p:spPr>
            <a:xfrm>
              <a:off x="2343357" y="3504108"/>
              <a:ext cx="2993036" cy="63526"/>
            </a:xfrm>
            <a:custGeom>
              <a:avLst/>
              <a:gdLst/>
              <a:ahLst/>
              <a:cxnLst/>
              <a:rect l="l" t="t" r="r" b="b"/>
              <a:pathLst>
                <a:path w="18799" h="399" extrusionOk="0">
                  <a:moveTo>
                    <a:pt x="1" y="1"/>
                  </a:moveTo>
                  <a:lnTo>
                    <a:pt x="1" y="399"/>
                  </a:lnTo>
                  <a:lnTo>
                    <a:pt x="18799" y="399"/>
                  </a:lnTo>
                  <a:lnTo>
                    <a:pt x="1879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29"/>
            <p:cNvSpPr/>
            <p:nvPr/>
          </p:nvSpPr>
          <p:spPr>
            <a:xfrm>
              <a:off x="5404993" y="2886208"/>
              <a:ext cx="68780" cy="665667"/>
            </a:xfrm>
            <a:custGeom>
              <a:avLst/>
              <a:gdLst/>
              <a:ahLst/>
              <a:cxnLst/>
              <a:rect l="l" t="t" r="r" b="b"/>
              <a:pathLst>
                <a:path w="432" h="4181" extrusionOk="0">
                  <a:moveTo>
                    <a:pt x="221" y="0"/>
                  </a:moveTo>
                  <a:cubicBezTo>
                    <a:pt x="100" y="0"/>
                    <a:pt x="0" y="89"/>
                    <a:pt x="0" y="211"/>
                  </a:cubicBezTo>
                  <a:lnTo>
                    <a:pt x="0" y="3970"/>
                  </a:lnTo>
                  <a:cubicBezTo>
                    <a:pt x="0" y="4081"/>
                    <a:pt x="100" y="4180"/>
                    <a:pt x="221" y="4180"/>
                  </a:cubicBezTo>
                  <a:cubicBezTo>
                    <a:pt x="343" y="4180"/>
                    <a:pt x="431" y="4081"/>
                    <a:pt x="431" y="3970"/>
                  </a:cubicBezTo>
                  <a:lnTo>
                    <a:pt x="431" y="211"/>
                  </a:lnTo>
                  <a:cubicBezTo>
                    <a:pt x="431" y="89"/>
                    <a:pt x="343" y="0"/>
                    <a:pt x="2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29"/>
            <p:cNvSpPr/>
            <p:nvPr/>
          </p:nvSpPr>
          <p:spPr>
            <a:xfrm>
              <a:off x="5336213" y="2886049"/>
              <a:ext cx="68939" cy="665827"/>
            </a:xfrm>
            <a:custGeom>
              <a:avLst/>
              <a:gdLst/>
              <a:ahLst/>
              <a:cxnLst/>
              <a:rect l="l" t="t" r="r" b="b"/>
              <a:pathLst>
                <a:path w="433" h="4182" extrusionOk="0">
                  <a:moveTo>
                    <a:pt x="204" y="1"/>
                  </a:moveTo>
                  <a:cubicBezTo>
                    <a:pt x="91" y="1"/>
                    <a:pt x="1" y="96"/>
                    <a:pt x="1" y="212"/>
                  </a:cubicBezTo>
                  <a:lnTo>
                    <a:pt x="1" y="3971"/>
                  </a:lnTo>
                  <a:cubicBezTo>
                    <a:pt x="1" y="4082"/>
                    <a:pt x="100" y="4181"/>
                    <a:pt x="222" y="4181"/>
                  </a:cubicBezTo>
                  <a:cubicBezTo>
                    <a:pt x="344" y="4181"/>
                    <a:pt x="432" y="4082"/>
                    <a:pt x="432" y="3971"/>
                  </a:cubicBezTo>
                  <a:lnTo>
                    <a:pt x="432" y="212"/>
                  </a:lnTo>
                  <a:cubicBezTo>
                    <a:pt x="432" y="90"/>
                    <a:pt x="344" y="1"/>
                    <a:pt x="222" y="1"/>
                  </a:cubicBezTo>
                  <a:cubicBezTo>
                    <a:pt x="216" y="1"/>
                    <a:pt x="210" y="1"/>
                    <a:pt x="2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29"/>
            <p:cNvSpPr/>
            <p:nvPr/>
          </p:nvSpPr>
          <p:spPr>
            <a:xfrm>
              <a:off x="5675971" y="3537543"/>
              <a:ext cx="2324025" cy="111130"/>
            </a:xfrm>
            <a:custGeom>
              <a:avLst/>
              <a:gdLst/>
              <a:ahLst/>
              <a:cxnLst/>
              <a:rect l="l" t="t" r="r" b="b"/>
              <a:pathLst>
                <a:path w="14597" h="698" extrusionOk="0">
                  <a:moveTo>
                    <a:pt x="1" y="1"/>
                  </a:moveTo>
                  <a:lnTo>
                    <a:pt x="1" y="697"/>
                  </a:lnTo>
                  <a:lnTo>
                    <a:pt x="14597" y="697"/>
                  </a:lnTo>
                  <a:lnTo>
                    <a:pt x="145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29"/>
            <p:cNvSpPr/>
            <p:nvPr/>
          </p:nvSpPr>
          <p:spPr>
            <a:xfrm>
              <a:off x="7316803" y="2967247"/>
              <a:ext cx="646244" cy="554696"/>
            </a:xfrm>
            <a:custGeom>
              <a:avLst/>
              <a:gdLst/>
              <a:ahLst/>
              <a:cxnLst/>
              <a:rect l="l" t="t" r="r" b="b"/>
              <a:pathLst>
                <a:path w="4059" h="3484" extrusionOk="0">
                  <a:moveTo>
                    <a:pt x="1" y="0"/>
                  </a:moveTo>
                  <a:lnTo>
                    <a:pt x="1" y="3483"/>
                  </a:lnTo>
                  <a:lnTo>
                    <a:pt x="4059" y="3483"/>
                  </a:lnTo>
                  <a:lnTo>
                    <a:pt x="405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29"/>
            <p:cNvSpPr/>
            <p:nvPr/>
          </p:nvSpPr>
          <p:spPr>
            <a:xfrm>
              <a:off x="5716569" y="2967247"/>
              <a:ext cx="646244" cy="554696"/>
            </a:xfrm>
            <a:custGeom>
              <a:avLst/>
              <a:gdLst/>
              <a:ahLst/>
              <a:cxnLst/>
              <a:rect l="l" t="t" r="r" b="b"/>
              <a:pathLst>
                <a:path w="4059" h="3484" extrusionOk="0">
                  <a:moveTo>
                    <a:pt x="0" y="0"/>
                  </a:moveTo>
                  <a:lnTo>
                    <a:pt x="0" y="3483"/>
                  </a:lnTo>
                  <a:lnTo>
                    <a:pt x="4058" y="3483"/>
                  </a:lnTo>
                  <a:lnTo>
                    <a:pt x="40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29"/>
            <p:cNvSpPr/>
            <p:nvPr/>
          </p:nvSpPr>
          <p:spPr>
            <a:xfrm>
              <a:off x="7359154" y="3009438"/>
              <a:ext cx="269388" cy="470155"/>
            </a:xfrm>
            <a:custGeom>
              <a:avLst/>
              <a:gdLst/>
              <a:ahLst/>
              <a:cxnLst/>
              <a:rect l="l" t="t" r="r" b="b"/>
              <a:pathLst>
                <a:path w="1692" h="2953" extrusionOk="0">
                  <a:moveTo>
                    <a:pt x="0" y="0"/>
                  </a:moveTo>
                  <a:lnTo>
                    <a:pt x="0" y="2953"/>
                  </a:lnTo>
                  <a:lnTo>
                    <a:pt x="1692" y="2953"/>
                  </a:lnTo>
                  <a:lnTo>
                    <a:pt x="169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29"/>
            <p:cNvSpPr/>
            <p:nvPr/>
          </p:nvSpPr>
          <p:spPr>
            <a:xfrm>
              <a:off x="7653058" y="3009438"/>
              <a:ext cx="267795" cy="470155"/>
            </a:xfrm>
            <a:custGeom>
              <a:avLst/>
              <a:gdLst/>
              <a:ahLst/>
              <a:cxnLst/>
              <a:rect l="l" t="t" r="r" b="b"/>
              <a:pathLst>
                <a:path w="1682" h="2953" extrusionOk="0">
                  <a:moveTo>
                    <a:pt x="1" y="0"/>
                  </a:moveTo>
                  <a:lnTo>
                    <a:pt x="1" y="2953"/>
                  </a:lnTo>
                  <a:lnTo>
                    <a:pt x="1681" y="2953"/>
                  </a:lnTo>
                  <a:lnTo>
                    <a:pt x="168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29"/>
            <p:cNvSpPr/>
            <p:nvPr/>
          </p:nvSpPr>
          <p:spPr>
            <a:xfrm>
              <a:off x="8035165" y="3551713"/>
              <a:ext cx="103966" cy="116225"/>
            </a:xfrm>
            <a:custGeom>
              <a:avLst/>
              <a:gdLst/>
              <a:ahLst/>
              <a:cxnLst/>
              <a:rect l="l" t="t" r="r" b="b"/>
              <a:pathLst>
                <a:path w="653" h="730" extrusionOk="0">
                  <a:moveTo>
                    <a:pt x="0" y="0"/>
                  </a:moveTo>
                  <a:lnTo>
                    <a:pt x="0" y="730"/>
                  </a:lnTo>
                  <a:lnTo>
                    <a:pt x="653" y="730"/>
                  </a:lnTo>
                  <a:lnTo>
                    <a:pt x="6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29"/>
            <p:cNvSpPr/>
            <p:nvPr/>
          </p:nvSpPr>
          <p:spPr>
            <a:xfrm>
              <a:off x="8117796" y="3609825"/>
              <a:ext cx="139311" cy="58113"/>
            </a:xfrm>
            <a:custGeom>
              <a:avLst/>
              <a:gdLst/>
              <a:ahLst/>
              <a:cxnLst/>
              <a:rect l="l" t="t" r="r" b="b"/>
              <a:pathLst>
                <a:path w="875" h="365" extrusionOk="0">
                  <a:moveTo>
                    <a:pt x="1" y="0"/>
                  </a:moveTo>
                  <a:lnTo>
                    <a:pt x="1" y="365"/>
                  </a:lnTo>
                  <a:lnTo>
                    <a:pt x="874" y="365"/>
                  </a:lnTo>
                  <a:lnTo>
                    <a:pt x="8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29"/>
            <p:cNvSpPr/>
            <p:nvPr/>
          </p:nvSpPr>
          <p:spPr>
            <a:xfrm>
              <a:off x="8205840" y="3581644"/>
              <a:ext cx="116384" cy="116225"/>
            </a:xfrm>
            <a:custGeom>
              <a:avLst/>
              <a:gdLst/>
              <a:ahLst/>
              <a:cxnLst/>
              <a:rect l="l" t="t" r="r" b="b"/>
              <a:pathLst>
                <a:path w="731" h="730" extrusionOk="0">
                  <a:moveTo>
                    <a:pt x="1" y="0"/>
                  </a:moveTo>
                  <a:lnTo>
                    <a:pt x="1" y="730"/>
                  </a:lnTo>
                  <a:lnTo>
                    <a:pt x="731" y="730"/>
                  </a:lnTo>
                  <a:lnTo>
                    <a:pt x="731" y="542"/>
                  </a:lnTo>
                  <a:lnTo>
                    <a:pt x="332" y="542"/>
                  </a:lnTo>
                  <a:lnTo>
                    <a:pt x="332" y="177"/>
                  </a:lnTo>
                  <a:lnTo>
                    <a:pt x="731" y="177"/>
                  </a:lnTo>
                  <a:lnTo>
                    <a:pt x="73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29"/>
            <p:cNvSpPr/>
            <p:nvPr/>
          </p:nvSpPr>
          <p:spPr>
            <a:xfrm>
              <a:off x="6052824" y="3009438"/>
              <a:ext cx="267795" cy="470155"/>
            </a:xfrm>
            <a:custGeom>
              <a:avLst/>
              <a:gdLst/>
              <a:ahLst/>
              <a:cxnLst/>
              <a:rect l="l" t="t" r="r" b="b"/>
              <a:pathLst>
                <a:path w="1682" h="2953" extrusionOk="0">
                  <a:moveTo>
                    <a:pt x="0" y="0"/>
                  </a:moveTo>
                  <a:lnTo>
                    <a:pt x="0" y="2953"/>
                  </a:lnTo>
                  <a:lnTo>
                    <a:pt x="1681" y="2953"/>
                  </a:lnTo>
                  <a:lnTo>
                    <a:pt x="168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29"/>
            <p:cNvSpPr/>
            <p:nvPr/>
          </p:nvSpPr>
          <p:spPr>
            <a:xfrm>
              <a:off x="5758761" y="3009438"/>
              <a:ext cx="269547" cy="470155"/>
            </a:xfrm>
            <a:custGeom>
              <a:avLst/>
              <a:gdLst/>
              <a:ahLst/>
              <a:cxnLst/>
              <a:rect l="l" t="t" r="r" b="b"/>
              <a:pathLst>
                <a:path w="1693" h="2953" extrusionOk="0">
                  <a:moveTo>
                    <a:pt x="1" y="0"/>
                  </a:moveTo>
                  <a:lnTo>
                    <a:pt x="1" y="2953"/>
                  </a:lnTo>
                  <a:lnTo>
                    <a:pt x="1693" y="2953"/>
                  </a:lnTo>
                  <a:lnTo>
                    <a:pt x="169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29"/>
            <p:cNvSpPr/>
            <p:nvPr/>
          </p:nvSpPr>
          <p:spPr>
            <a:xfrm>
              <a:off x="6390830" y="3583396"/>
              <a:ext cx="899710" cy="116384"/>
            </a:xfrm>
            <a:custGeom>
              <a:avLst/>
              <a:gdLst/>
              <a:ahLst/>
              <a:cxnLst/>
              <a:rect l="l" t="t" r="r" b="b"/>
              <a:pathLst>
                <a:path w="5651" h="731" extrusionOk="0">
                  <a:moveTo>
                    <a:pt x="0" y="0"/>
                  </a:moveTo>
                  <a:lnTo>
                    <a:pt x="0" y="730"/>
                  </a:lnTo>
                  <a:lnTo>
                    <a:pt x="5651" y="730"/>
                  </a:lnTo>
                  <a:lnTo>
                    <a:pt x="565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29"/>
            <p:cNvSpPr/>
            <p:nvPr/>
          </p:nvSpPr>
          <p:spPr>
            <a:xfrm>
              <a:off x="5542233" y="3551713"/>
              <a:ext cx="102214" cy="116225"/>
            </a:xfrm>
            <a:custGeom>
              <a:avLst/>
              <a:gdLst/>
              <a:ahLst/>
              <a:cxnLst/>
              <a:rect l="l" t="t" r="r" b="b"/>
              <a:pathLst>
                <a:path w="642" h="730" extrusionOk="0">
                  <a:moveTo>
                    <a:pt x="1" y="0"/>
                  </a:moveTo>
                  <a:lnTo>
                    <a:pt x="1" y="730"/>
                  </a:lnTo>
                  <a:lnTo>
                    <a:pt x="642" y="730"/>
                  </a:lnTo>
                  <a:lnTo>
                    <a:pt x="6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29"/>
            <p:cNvSpPr/>
            <p:nvPr/>
          </p:nvSpPr>
          <p:spPr>
            <a:xfrm>
              <a:off x="5422506" y="3609825"/>
              <a:ext cx="139311" cy="58113"/>
            </a:xfrm>
            <a:custGeom>
              <a:avLst/>
              <a:gdLst/>
              <a:ahLst/>
              <a:cxnLst/>
              <a:rect l="l" t="t" r="r" b="b"/>
              <a:pathLst>
                <a:path w="875" h="365" extrusionOk="0">
                  <a:moveTo>
                    <a:pt x="1" y="0"/>
                  </a:moveTo>
                  <a:lnTo>
                    <a:pt x="1" y="365"/>
                  </a:lnTo>
                  <a:lnTo>
                    <a:pt x="874" y="365"/>
                  </a:lnTo>
                  <a:lnTo>
                    <a:pt x="8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29"/>
            <p:cNvSpPr/>
            <p:nvPr/>
          </p:nvSpPr>
          <p:spPr>
            <a:xfrm>
              <a:off x="5359140" y="3581644"/>
              <a:ext cx="114633" cy="116225"/>
            </a:xfrm>
            <a:custGeom>
              <a:avLst/>
              <a:gdLst/>
              <a:ahLst/>
              <a:cxnLst/>
              <a:rect l="l" t="t" r="r" b="b"/>
              <a:pathLst>
                <a:path w="720" h="730" extrusionOk="0">
                  <a:moveTo>
                    <a:pt x="1" y="0"/>
                  </a:moveTo>
                  <a:lnTo>
                    <a:pt x="1" y="177"/>
                  </a:lnTo>
                  <a:lnTo>
                    <a:pt x="388" y="177"/>
                  </a:lnTo>
                  <a:lnTo>
                    <a:pt x="388" y="542"/>
                  </a:lnTo>
                  <a:lnTo>
                    <a:pt x="1" y="542"/>
                  </a:lnTo>
                  <a:lnTo>
                    <a:pt x="1" y="730"/>
                  </a:lnTo>
                  <a:lnTo>
                    <a:pt x="719" y="730"/>
                  </a:lnTo>
                  <a:lnTo>
                    <a:pt x="7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29"/>
            <p:cNvSpPr/>
            <p:nvPr/>
          </p:nvSpPr>
          <p:spPr>
            <a:xfrm>
              <a:off x="5473613" y="2933813"/>
              <a:ext cx="2732405" cy="573961"/>
            </a:xfrm>
            <a:custGeom>
              <a:avLst/>
              <a:gdLst/>
              <a:ahLst/>
              <a:cxnLst/>
              <a:rect l="l" t="t" r="r" b="b"/>
              <a:pathLst>
                <a:path w="17162" h="3605" extrusionOk="0">
                  <a:moveTo>
                    <a:pt x="0" y="0"/>
                  </a:moveTo>
                  <a:lnTo>
                    <a:pt x="0" y="3605"/>
                  </a:lnTo>
                  <a:lnTo>
                    <a:pt x="1615" y="3605"/>
                  </a:lnTo>
                  <a:lnTo>
                    <a:pt x="1615" y="321"/>
                  </a:lnTo>
                  <a:lnTo>
                    <a:pt x="5496" y="321"/>
                  </a:lnTo>
                  <a:lnTo>
                    <a:pt x="5496" y="3605"/>
                  </a:lnTo>
                  <a:lnTo>
                    <a:pt x="11666" y="3605"/>
                  </a:lnTo>
                  <a:lnTo>
                    <a:pt x="11666" y="321"/>
                  </a:lnTo>
                  <a:lnTo>
                    <a:pt x="15547" y="321"/>
                  </a:lnTo>
                  <a:lnTo>
                    <a:pt x="15547" y="3605"/>
                  </a:lnTo>
                  <a:lnTo>
                    <a:pt x="17162" y="3605"/>
                  </a:lnTo>
                  <a:lnTo>
                    <a:pt x="1716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29"/>
            <p:cNvSpPr/>
            <p:nvPr/>
          </p:nvSpPr>
          <p:spPr>
            <a:xfrm>
              <a:off x="5528222" y="3388834"/>
              <a:ext cx="151570" cy="24678"/>
            </a:xfrm>
            <a:custGeom>
              <a:avLst/>
              <a:gdLst/>
              <a:ahLst/>
              <a:cxnLst/>
              <a:rect l="l" t="t" r="r" b="b"/>
              <a:pathLst>
                <a:path w="952" h="155" extrusionOk="0">
                  <a:moveTo>
                    <a:pt x="0" y="0"/>
                  </a:moveTo>
                  <a:lnTo>
                    <a:pt x="0" y="155"/>
                  </a:lnTo>
                  <a:lnTo>
                    <a:pt x="951" y="155"/>
                  </a:lnTo>
                  <a:lnTo>
                    <a:pt x="95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29"/>
            <p:cNvSpPr/>
            <p:nvPr/>
          </p:nvSpPr>
          <p:spPr>
            <a:xfrm>
              <a:off x="5528222" y="3328970"/>
              <a:ext cx="151570" cy="24678"/>
            </a:xfrm>
            <a:custGeom>
              <a:avLst/>
              <a:gdLst/>
              <a:ahLst/>
              <a:cxnLst/>
              <a:rect l="l" t="t" r="r" b="b"/>
              <a:pathLst>
                <a:path w="952" h="155" extrusionOk="0">
                  <a:moveTo>
                    <a:pt x="0" y="0"/>
                  </a:moveTo>
                  <a:lnTo>
                    <a:pt x="0" y="155"/>
                  </a:lnTo>
                  <a:lnTo>
                    <a:pt x="951" y="155"/>
                  </a:lnTo>
                  <a:lnTo>
                    <a:pt x="95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29"/>
            <p:cNvSpPr/>
            <p:nvPr/>
          </p:nvSpPr>
          <p:spPr>
            <a:xfrm>
              <a:off x="6887251" y="3002433"/>
              <a:ext cx="364597" cy="255377"/>
            </a:xfrm>
            <a:custGeom>
              <a:avLst/>
              <a:gdLst/>
              <a:ahLst/>
              <a:cxnLst/>
              <a:rect l="l" t="t" r="r" b="b"/>
              <a:pathLst>
                <a:path w="2290" h="1604" extrusionOk="0">
                  <a:moveTo>
                    <a:pt x="1" y="0"/>
                  </a:moveTo>
                  <a:lnTo>
                    <a:pt x="1" y="1604"/>
                  </a:lnTo>
                  <a:lnTo>
                    <a:pt x="2290" y="1604"/>
                  </a:lnTo>
                  <a:lnTo>
                    <a:pt x="229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29"/>
            <p:cNvSpPr/>
            <p:nvPr/>
          </p:nvSpPr>
          <p:spPr>
            <a:xfrm>
              <a:off x="6878494" y="2993517"/>
              <a:ext cx="382110" cy="273049"/>
            </a:xfrm>
            <a:custGeom>
              <a:avLst/>
              <a:gdLst/>
              <a:ahLst/>
              <a:cxnLst/>
              <a:rect l="l" t="t" r="r" b="b"/>
              <a:pathLst>
                <a:path w="2400" h="1715" extrusionOk="0">
                  <a:moveTo>
                    <a:pt x="2300" y="112"/>
                  </a:moveTo>
                  <a:lnTo>
                    <a:pt x="2300" y="1615"/>
                  </a:lnTo>
                  <a:lnTo>
                    <a:pt x="111" y="1615"/>
                  </a:lnTo>
                  <a:lnTo>
                    <a:pt x="111" y="112"/>
                  </a:lnTo>
                  <a:close/>
                  <a:moveTo>
                    <a:pt x="0" y="1"/>
                  </a:moveTo>
                  <a:lnTo>
                    <a:pt x="0" y="1715"/>
                  </a:lnTo>
                  <a:lnTo>
                    <a:pt x="2400" y="1715"/>
                  </a:lnTo>
                  <a:lnTo>
                    <a:pt x="24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29"/>
            <p:cNvSpPr/>
            <p:nvPr/>
          </p:nvSpPr>
          <p:spPr>
            <a:xfrm>
              <a:off x="6427767" y="3002433"/>
              <a:ext cx="366348" cy="255377"/>
            </a:xfrm>
            <a:custGeom>
              <a:avLst/>
              <a:gdLst/>
              <a:ahLst/>
              <a:cxnLst/>
              <a:rect l="l" t="t" r="r" b="b"/>
              <a:pathLst>
                <a:path w="2301" h="1604" extrusionOk="0">
                  <a:moveTo>
                    <a:pt x="1" y="0"/>
                  </a:moveTo>
                  <a:lnTo>
                    <a:pt x="1" y="1604"/>
                  </a:lnTo>
                  <a:lnTo>
                    <a:pt x="2301" y="1604"/>
                  </a:lnTo>
                  <a:lnTo>
                    <a:pt x="23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29"/>
            <p:cNvSpPr/>
            <p:nvPr/>
          </p:nvSpPr>
          <p:spPr>
            <a:xfrm>
              <a:off x="6419010" y="2993517"/>
              <a:ext cx="382110" cy="273049"/>
            </a:xfrm>
            <a:custGeom>
              <a:avLst/>
              <a:gdLst/>
              <a:ahLst/>
              <a:cxnLst/>
              <a:rect l="l" t="t" r="r" b="b"/>
              <a:pathLst>
                <a:path w="2400" h="1715" extrusionOk="0">
                  <a:moveTo>
                    <a:pt x="2300" y="112"/>
                  </a:moveTo>
                  <a:lnTo>
                    <a:pt x="2300" y="1615"/>
                  </a:lnTo>
                  <a:lnTo>
                    <a:pt x="111" y="1615"/>
                  </a:lnTo>
                  <a:lnTo>
                    <a:pt x="111" y="112"/>
                  </a:lnTo>
                  <a:close/>
                  <a:moveTo>
                    <a:pt x="0" y="1"/>
                  </a:moveTo>
                  <a:lnTo>
                    <a:pt x="0" y="1715"/>
                  </a:lnTo>
                  <a:lnTo>
                    <a:pt x="2400" y="1715"/>
                  </a:lnTo>
                  <a:lnTo>
                    <a:pt x="24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29"/>
            <p:cNvSpPr/>
            <p:nvPr/>
          </p:nvSpPr>
          <p:spPr>
            <a:xfrm>
              <a:off x="6422513" y="3388834"/>
              <a:ext cx="834592" cy="24678"/>
            </a:xfrm>
            <a:custGeom>
              <a:avLst/>
              <a:gdLst/>
              <a:ahLst/>
              <a:cxnLst/>
              <a:rect l="l" t="t" r="r" b="b"/>
              <a:pathLst>
                <a:path w="5242" h="155" extrusionOk="0">
                  <a:moveTo>
                    <a:pt x="0" y="0"/>
                  </a:moveTo>
                  <a:lnTo>
                    <a:pt x="0" y="155"/>
                  </a:lnTo>
                  <a:lnTo>
                    <a:pt x="5242" y="155"/>
                  </a:lnTo>
                  <a:lnTo>
                    <a:pt x="524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29"/>
            <p:cNvSpPr/>
            <p:nvPr/>
          </p:nvSpPr>
          <p:spPr>
            <a:xfrm>
              <a:off x="6422513" y="3328970"/>
              <a:ext cx="834592" cy="24678"/>
            </a:xfrm>
            <a:custGeom>
              <a:avLst/>
              <a:gdLst/>
              <a:ahLst/>
              <a:cxnLst/>
              <a:rect l="l" t="t" r="r" b="b"/>
              <a:pathLst>
                <a:path w="5242" h="155" extrusionOk="0">
                  <a:moveTo>
                    <a:pt x="0" y="0"/>
                  </a:moveTo>
                  <a:lnTo>
                    <a:pt x="0" y="155"/>
                  </a:lnTo>
                  <a:lnTo>
                    <a:pt x="5242" y="155"/>
                  </a:lnTo>
                  <a:lnTo>
                    <a:pt x="524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29"/>
            <p:cNvSpPr/>
            <p:nvPr/>
          </p:nvSpPr>
          <p:spPr>
            <a:xfrm>
              <a:off x="7999980" y="3388834"/>
              <a:ext cx="151411" cy="24678"/>
            </a:xfrm>
            <a:custGeom>
              <a:avLst/>
              <a:gdLst/>
              <a:ahLst/>
              <a:cxnLst/>
              <a:rect l="l" t="t" r="r" b="b"/>
              <a:pathLst>
                <a:path w="951" h="155" extrusionOk="0">
                  <a:moveTo>
                    <a:pt x="0" y="0"/>
                  </a:moveTo>
                  <a:lnTo>
                    <a:pt x="0" y="155"/>
                  </a:lnTo>
                  <a:lnTo>
                    <a:pt x="951" y="155"/>
                  </a:lnTo>
                  <a:lnTo>
                    <a:pt x="95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29"/>
            <p:cNvSpPr/>
            <p:nvPr/>
          </p:nvSpPr>
          <p:spPr>
            <a:xfrm>
              <a:off x="7999980" y="3328970"/>
              <a:ext cx="151411" cy="24678"/>
            </a:xfrm>
            <a:custGeom>
              <a:avLst/>
              <a:gdLst/>
              <a:ahLst/>
              <a:cxnLst/>
              <a:rect l="l" t="t" r="r" b="b"/>
              <a:pathLst>
                <a:path w="951" h="155" extrusionOk="0">
                  <a:moveTo>
                    <a:pt x="0" y="0"/>
                  </a:moveTo>
                  <a:lnTo>
                    <a:pt x="0" y="155"/>
                  </a:lnTo>
                  <a:lnTo>
                    <a:pt x="951" y="155"/>
                  </a:lnTo>
                  <a:lnTo>
                    <a:pt x="95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29"/>
            <p:cNvSpPr/>
            <p:nvPr/>
          </p:nvSpPr>
          <p:spPr>
            <a:xfrm>
              <a:off x="5802862" y="3044624"/>
              <a:ext cx="179592" cy="192010"/>
            </a:xfrm>
            <a:custGeom>
              <a:avLst/>
              <a:gdLst/>
              <a:ahLst/>
              <a:cxnLst/>
              <a:rect l="l" t="t" r="r" b="b"/>
              <a:pathLst>
                <a:path w="1128" h="1206" extrusionOk="0">
                  <a:moveTo>
                    <a:pt x="0" y="1"/>
                  </a:moveTo>
                  <a:lnTo>
                    <a:pt x="0" y="1206"/>
                  </a:lnTo>
                  <a:lnTo>
                    <a:pt x="1128" y="1206"/>
                  </a:lnTo>
                  <a:lnTo>
                    <a:pt x="1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29"/>
            <p:cNvSpPr/>
            <p:nvPr/>
          </p:nvSpPr>
          <p:spPr>
            <a:xfrm>
              <a:off x="5795698" y="3037618"/>
              <a:ext cx="195672" cy="207932"/>
            </a:xfrm>
            <a:custGeom>
              <a:avLst/>
              <a:gdLst/>
              <a:ahLst/>
              <a:cxnLst/>
              <a:rect l="l" t="t" r="r" b="b"/>
              <a:pathLst>
                <a:path w="1229" h="1306" extrusionOk="0">
                  <a:moveTo>
                    <a:pt x="1118" y="100"/>
                  </a:moveTo>
                  <a:lnTo>
                    <a:pt x="1118" y="1195"/>
                  </a:lnTo>
                  <a:lnTo>
                    <a:pt x="100" y="1195"/>
                  </a:lnTo>
                  <a:lnTo>
                    <a:pt x="100" y="100"/>
                  </a:lnTo>
                  <a:close/>
                  <a:moveTo>
                    <a:pt x="1" y="0"/>
                  </a:moveTo>
                  <a:lnTo>
                    <a:pt x="1" y="1305"/>
                  </a:lnTo>
                  <a:lnTo>
                    <a:pt x="1228" y="1305"/>
                  </a:lnTo>
                  <a:lnTo>
                    <a:pt x="12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29"/>
            <p:cNvSpPr/>
            <p:nvPr/>
          </p:nvSpPr>
          <p:spPr>
            <a:xfrm>
              <a:off x="6096766" y="3044624"/>
              <a:ext cx="179751" cy="192010"/>
            </a:xfrm>
            <a:custGeom>
              <a:avLst/>
              <a:gdLst/>
              <a:ahLst/>
              <a:cxnLst/>
              <a:rect l="l" t="t" r="r" b="b"/>
              <a:pathLst>
                <a:path w="1129" h="1206" extrusionOk="0">
                  <a:moveTo>
                    <a:pt x="1" y="1"/>
                  </a:moveTo>
                  <a:lnTo>
                    <a:pt x="1" y="1206"/>
                  </a:lnTo>
                  <a:lnTo>
                    <a:pt x="1129" y="1206"/>
                  </a:lnTo>
                  <a:lnTo>
                    <a:pt x="1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29"/>
            <p:cNvSpPr/>
            <p:nvPr/>
          </p:nvSpPr>
          <p:spPr>
            <a:xfrm>
              <a:off x="6088010" y="3037618"/>
              <a:ext cx="197264" cy="207932"/>
            </a:xfrm>
            <a:custGeom>
              <a:avLst/>
              <a:gdLst/>
              <a:ahLst/>
              <a:cxnLst/>
              <a:rect l="l" t="t" r="r" b="b"/>
              <a:pathLst>
                <a:path w="1239" h="1306" extrusionOk="0">
                  <a:moveTo>
                    <a:pt x="1128" y="100"/>
                  </a:moveTo>
                  <a:lnTo>
                    <a:pt x="1128" y="1195"/>
                  </a:lnTo>
                  <a:lnTo>
                    <a:pt x="111" y="1195"/>
                  </a:lnTo>
                  <a:lnTo>
                    <a:pt x="111" y="100"/>
                  </a:lnTo>
                  <a:close/>
                  <a:moveTo>
                    <a:pt x="0" y="0"/>
                  </a:moveTo>
                  <a:lnTo>
                    <a:pt x="0" y="1305"/>
                  </a:lnTo>
                  <a:lnTo>
                    <a:pt x="1239" y="1305"/>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29"/>
            <p:cNvSpPr/>
            <p:nvPr/>
          </p:nvSpPr>
          <p:spPr>
            <a:xfrm>
              <a:off x="7403096" y="3044624"/>
              <a:ext cx="179751" cy="192010"/>
            </a:xfrm>
            <a:custGeom>
              <a:avLst/>
              <a:gdLst/>
              <a:ahLst/>
              <a:cxnLst/>
              <a:rect l="l" t="t" r="r" b="b"/>
              <a:pathLst>
                <a:path w="1129" h="1206" extrusionOk="0">
                  <a:moveTo>
                    <a:pt x="0" y="1"/>
                  </a:moveTo>
                  <a:lnTo>
                    <a:pt x="0" y="1206"/>
                  </a:lnTo>
                  <a:lnTo>
                    <a:pt x="1128" y="1206"/>
                  </a:lnTo>
                  <a:lnTo>
                    <a:pt x="1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29"/>
            <p:cNvSpPr/>
            <p:nvPr/>
          </p:nvSpPr>
          <p:spPr>
            <a:xfrm>
              <a:off x="7396091" y="3037618"/>
              <a:ext cx="195513" cy="207932"/>
            </a:xfrm>
            <a:custGeom>
              <a:avLst/>
              <a:gdLst/>
              <a:ahLst/>
              <a:cxnLst/>
              <a:rect l="l" t="t" r="r" b="b"/>
              <a:pathLst>
                <a:path w="1228" h="1306" extrusionOk="0">
                  <a:moveTo>
                    <a:pt x="1128" y="100"/>
                  </a:moveTo>
                  <a:lnTo>
                    <a:pt x="1128" y="1195"/>
                  </a:lnTo>
                  <a:lnTo>
                    <a:pt x="100" y="1195"/>
                  </a:lnTo>
                  <a:lnTo>
                    <a:pt x="100" y="100"/>
                  </a:lnTo>
                  <a:close/>
                  <a:moveTo>
                    <a:pt x="0" y="0"/>
                  </a:moveTo>
                  <a:lnTo>
                    <a:pt x="0" y="1305"/>
                  </a:lnTo>
                  <a:lnTo>
                    <a:pt x="1228" y="1305"/>
                  </a:lnTo>
                  <a:lnTo>
                    <a:pt x="12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29"/>
            <p:cNvSpPr/>
            <p:nvPr/>
          </p:nvSpPr>
          <p:spPr>
            <a:xfrm>
              <a:off x="7697160" y="3044624"/>
              <a:ext cx="179592" cy="192010"/>
            </a:xfrm>
            <a:custGeom>
              <a:avLst/>
              <a:gdLst/>
              <a:ahLst/>
              <a:cxnLst/>
              <a:rect l="l" t="t" r="r" b="b"/>
              <a:pathLst>
                <a:path w="1128" h="1206" extrusionOk="0">
                  <a:moveTo>
                    <a:pt x="0" y="1"/>
                  </a:moveTo>
                  <a:lnTo>
                    <a:pt x="0" y="1206"/>
                  </a:lnTo>
                  <a:lnTo>
                    <a:pt x="1128" y="1206"/>
                  </a:lnTo>
                  <a:lnTo>
                    <a:pt x="1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29"/>
            <p:cNvSpPr/>
            <p:nvPr/>
          </p:nvSpPr>
          <p:spPr>
            <a:xfrm>
              <a:off x="7688244" y="3037618"/>
              <a:ext cx="197424" cy="207932"/>
            </a:xfrm>
            <a:custGeom>
              <a:avLst/>
              <a:gdLst/>
              <a:ahLst/>
              <a:cxnLst/>
              <a:rect l="l" t="t" r="r" b="b"/>
              <a:pathLst>
                <a:path w="1240" h="1306" extrusionOk="0">
                  <a:moveTo>
                    <a:pt x="1129" y="100"/>
                  </a:moveTo>
                  <a:lnTo>
                    <a:pt x="1129" y="1195"/>
                  </a:lnTo>
                  <a:lnTo>
                    <a:pt x="111" y="1195"/>
                  </a:lnTo>
                  <a:lnTo>
                    <a:pt x="111" y="100"/>
                  </a:lnTo>
                  <a:close/>
                  <a:moveTo>
                    <a:pt x="1" y="0"/>
                  </a:moveTo>
                  <a:lnTo>
                    <a:pt x="1" y="1305"/>
                  </a:lnTo>
                  <a:lnTo>
                    <a:pt x="1239" y="1305"/>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29"/>
            <p:cNvSpPr/>
            <p:nvPr/>
          </p:nvSpPr>
          <p:spPr>
            <a:xfrm>
              <a:off x="5473613" y="2900219"/>
              <a:ext cx="2732405" cy="33753"/>
            </a:xfrm>
            <a:custGeom>
              <a:avLst/>
              <a:gdLst/>
              <a:ahLst/>
              <a:cxnLst/>
              <a:rect l="l" t="t" r="r" b="b"/>
              <a:pathLst>
                <a:path w="17162" h="212" extrusionOk="0">
                  <a:moveTo>
                    <a:pt x="0" y="1"/>
                  </a:moveTo>
                  <a:lnTo>
                    <a:pt x="0" y="211"/>
                  </a:lnTo>
                  <a:lnTo>
                    <a:pt x="17162" y="211"/>
                  </a:lnTo>
                  <a:lnTo>
                    <a:pt x="171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29"/>
            <p:cNvSpPr/>
            <p:nvPr/>
          </p:nvSpPr>
          <p:spPr>
            <a:xfrm>
              <a:off x="5473613" y="3507611"/>
              <a:ext cx="2732405" cy="61774"/>
            </a:xfrm>
            <a:custGeom>
              <a:avLst/>
              <a:gdLst/>
              <a:ahLst/>
              <a:cxnLst/>
              <a:rect l="l" t="t" r="r" b="b"/>
              <a:pathLst>
                <a:path w="17162" h="388" extrusionOk="0">
                  <a:moveTo>
                    <a:pt x="0" y="1"/>
                  </a:moveTo>
                  <a:lnTo>
                    <a:pt x="0" y="388"/>
                  </a:lnTo>
                  <a:lnTo>
                    <a:pt x="17162" y="388"/>
                  </a:lnTo>
                  <a:lnTo>
                    <a:pt x="1716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29"/>
            <p:cNvSpPr/>
            <p:nvPr/>
          </p:nvSpPr>
          <p:spPr>
            <a:xfrm>
              <a:off x="5697146" y="3600909"/>
              <a:ext cx="250123" cy="212867"/>
            </a:xfrm>
            <a:custGeom>
              <a:avLst/>
              <a:gdLst/>
              <a:ahLst/>
              <a:cxnLst/>
              <a:rect l="l" t="t" r="r" b="b"/>
              <a:pathLst>
                <a:path w="1571" h="1337" extrusionOk="0">
                  <a:moveTo>
                    <a:pt x="896" y="1"/>
                  </a:moveTo>
                  <a:cubicBezTo>
                    <a:pt x="299" y="1"/>
                    <a:pt x="1" y="720"/>
                    <a:pt x="432" y="1140"/>
                  </a:cubicBezTo>
                  <a:cubicBezTo>
                    <a:pt x="568" y="1275"/>
                    <a:pt x="734" y="1336"/>
                    <a:pt x="898" y="1336"/>
                  </a:cubicBezTo>
                  <a:cubicBezTo>
                    <a:pt x="1241" y="1336"/>
                    <a:pt x="1571" y="1069"/>
                    <a:pt x="1571" y="664"/>
                  </a:cubicBezTo>
                  <a:cubicBezTo>
                    <a:pt x="1571" y="299"/>
                    <a:pt x="1272" y="1"/>
                    <a:pt x="8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29"/>
            <p:cNvSpPr/>
            <p:nvPr/>
          </p:nvSpPr>
          <p:spPr>
            <a:xfrm>
              <a:off x="6072089" y="3600909"/>
              <a:ext cx="248531" cy="212867"/>
            </a:xfrm>
            <a:custGeom>
              <a:avLst/>
              <a:gdLst/>
              <a:ahLst/>
              <a:cxnLst/>
              <a:rect l="l" t="t" r="r" b="b"/>
              <a:pathLst>
                <a:path w="1561" h="1337" extrusionOk="0">
                  <a:moveTo>
                    <a:pt x="897" y="1"/>
                  </a:moveTo>
                  <a:cubicBezTo>
                    <a:pt x="300" y="1"/>
                    <a:pt x="1" y="720"/>
                    <a:pt x="421" y="1140"/>
                  </a:cubicBezTo>
                  <a:cubicBezTo>
                    <a:pt x="557" y="1275"/>
                    <a:pt x="723" y="1336"/>
                    <a:pt x="887" y="1336"/>
                  </a:cubicBezTo>
                  <a:cubicBezTo>
                    <a:pt x="1230" y="1336"/>
                    <a:pt x="1560" y="1069"/>
                    <a:pt x="1560" y="664"/>
                  </a:cubicBezTo>
                  <a:cubicBezTo>
                    <a:pt x="1560" y="299"/>
                    <a:pt x="1262" y="1"/>
                    <a:pt x="8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29"/>
            <p:cNvSpPr/>
            <p:nvPr/>
          </p:nvSpPr>
          <p:spPr>
            <a:xfrm>
              <a:off x="5933097" y="3725890"/>
              <a:ext cx="188508" cy="16080"/>
            </a:xfrm>
            <a:custGeom>
              <a:avLst/>
              <a:gdLst/>
              <a:ahLst/>
              <a:cxnLst/>
              <a:rect l="l" t="t" r="r" b="b"/>
              <a:pathLst>
                <a:path w="1184" h="101" extrusionOk="0">
                  <a:moveTo>
                    <a:pt x="0" y="1"/>
                  </a:moveTo>
                  <a:lnTo>
                    <a:pt x="0" y="100"/>
                  </a:lnTo>
                  <a:lnTo>
                    <a:pt x="1184" y="100"/>
                  </a:lnTo>
                  <a:lnTo>
                    <a:pt x="11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29"/>
            <p:cNvSpPr/>
            <p:nvPr/>
          </p:nvSpPr>
          <p:spPr>
            <a:xfrm>
              <a:off x="5933097" y="3750568"/>
              <a:ext cx="188508" cy="16080"/>
            </a:xfrm>
            <a:custGeom>
              <a:avLst/>
              <a:gdLst/>
              <a:ahLst/>
              <a:cxnLst/>
              <a:rect l="l" t="t" r="r" b="b"/>
              <a:pathLst>
                <a:path w="1184" h="101" extrusionOk="0">
                  <a:moveTo>
                    <a:pt x="0" y="1"/>
                  </a:moveTo>
                  <a:lnTo>
                    <a:pt x="0" y="100"/>
                  </a:lnTo>
                  <a:lnTo>
                    <a:pt x="1184" y="100"/>
                  </a:lnTo>
                  <a:lnTo>
                    <a:pt x="11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29"/>
            <p:cNvSpPr/>
            <p:nvPr/>
          </p:nvSpPr>
          <p:spPr>
            <a:xfrm>
              <a:off x="5765766" y="3733055"/>
              <a:ext cx="155073" cy="26429"/>
            </a:xfrm>
            <a:custGeom>
              <a:avLst/>
              <a:gdLst/>
              <a:ahLst/>
              <a:cxnLst/>
              <a:rect l="l" t="t" r="r" b="b"/>
              <a:pathLst>
                <a:path w="974" h="166" extrusionOk="0">
                  <a:moveTo>
                    <a:pt x="1" y="0"/>
                  </a:moveTo>
                  <a:lnTo>
                    <a:pt x="1" y="166"/>
                  </a:lnTo>
                  <a:lnTo>
                    <a:pt x="974" y="166"/>
                  </a:lnTo>
                  <a:lnTo>
                    <a:pt x="9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29"/>
            <p:cNvSpPr/>
            <p:nvPr/>
          </p:nvSpPr>
          <p:spPr>
            <a:xfrm>
              <a:off x="5781687" y="3697710"/>
              <a:ext cx="35345" cy="21334"/>
            </a:xfrm>
            <a:custGeom>
              <a:avLst/>
              <a:gdLst/>
              <a:ahLst/>
              <a:cxnLst/>
              <a:rect l="l" t="t" r="r" b="b"/>
              <a:pathLst>
                <a:path w="222" h="134" extrusionOk="0">
                  <a:moveTo>
                    <a:pt x="0" y="1"/>
                  </a:moveTo>
                  <a:lnTo>
                    <a:pt x="0"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29"/>
            <p:cNvSpPr/>
            <p:nvPr/>
          </p:nvSpPr>
          <p:spPr>
            <a:xfrm>
              <a:off x="5869731" y="3697710"/>
              <a:ext cx="33594" cy="21334"/>
            </a:xfrm>
            <a:custGeom>
              <a:avLst/>
              <a:gdLst/>
              <a:ahLst/>
              <a:cxnLst/>
              <a:rect l="l" t="t" r="r" b="b"/>
              <a:pathLst>
                <a:path w="211" h="134" extrusionOk="0">
                  <a:moveTo>
                    <a:pt x="0" y="1"/>
                  </a:moveTo>
                  <a:lnTo>
                    <a:pt x="0" y="134"/>
                  </a:lnTo>
                  <a:lnTo>
                    <a:pt x="210" y="134"/>
                  </a:lnTo>
                  <a:lnTo>
                    <a:pt x="2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29"/>
            <p:cNvSpPr/>
            <p:nvPr/>
          </p:nvSpPr>
          <p:spPr>
            <a:xfrm>
              <a:off x="6133703" y="3733055"/>
              <a:ext cx="155232" cy="26429"/>
            </a:xfrm>
            <a:custGeom>
              <a:avLst/>
              <a:gdLst/>
              <a:ahLst/>
              <a:cxnLst/>
              <a:rect l="l" t="t" r="r" b="b"/>
              <a:pathLst>
                <a:path w="975" h="166" extrusionOk="0">
                  <a:moveTo>
                    <a:pt x="1" y="0"/>
                  </a:moveTo>
                  <a:lnTo>
                    <a:pt x="1" y="166"/>
                  </a:lnTo>
                  <a:lnTo>
                    <a:pt x="974" y="166"/>
                  </a:lnTo>
                  <a:lnTo>
                    <a:pt x="9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29"/>
            <p:cNvSpPr/>
            <p:nvPr/>
          </p:nvSpPr>
          <p:spPr>
            <a:xfrm>
              <a:off x="6151376" y="3697710"/>
              <a:ext cx="35345" cy="21334"/>
            </a:xfrm>
            <a:custGeom>
              <a:avLst/>
              <a:gdLst/>
              <a:ahLst/>
              <a:cxnLst/>
              <a:rect l="l" t="t" r="r" b="b"/>
              <a:pathLst>
                <a:path w="222" h="134" extrusionOk="0">
                  <a:moveTo>
                    <a:pt x="1" y="1"/>
                  </a:moveTo>
                  <a:lnTo>
                    <a:pt x="1"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29"/>
            <p:cNvSpPr/>
            <p:nvPr/>
          </p:nvSpPr>
          <p:spPr>
            <a:xfrm>
              <a:off x="6237668" y="3697710"/>
              <a:ext cx="35345" cy="21334"/>
            </a:xfrm>
            <a:custGeom>
              <a:avLst/>
              <a:gdLst/>
              <a:ahLst/>
              <a:cxnLst/>
              <a:rect l="l" t="t" r="r" b="b"/>
              <a:pathLst>
                <a:path w="222" h="134" extrusionOk="0">
                  <a:moveTo>
                    <a:pt x="0" y="1"/>
                  </a:moveTo>
                  <a:lnTo>
                    <a:pt x="0"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29"/>
            <p:cNvSpPr/>
            <p:nvPr/>
          </p:nvSpPr>
          <p:spPr>
            <a:xfrm>
              <a:off x="5975288" y="3611576"/>
              <a:ext cx="104125" cy="28340"/>
            </a:xfrm>
            <a:custGeom>
              <a:avLst/>
              <a:gdLst/>
              <a:ahLst/>
              <a:cxnLst/>
              <a:rect l="l" t="t" r="r" b="b"/>
              <a:pathLst>
                <a:path w="654" h="178" extrusionOk="0">
                  <a:moveTo>
                    <a:pt x="1" y="0"/>
                  </a:moveTo>
                  <a:lnTo>
                    <a:pt x="1" y="177"/>
                  </a:lnTo>
                  <a:lnTo>
                    <a:pt x="653" y="177"/>
                  </a:lnTo>
                  <a:lnTo>
                    <a:pt x="6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29"/>
            <p:cNvSpPr/>
            <p:nvPr/>
          </p:nvSpPr>
          <p:spPr>
            <a:xfrm>
              <a:off x="5947108" y="3579893"/>
              <a:ext cx="160486" cy="21175"/>
            </a:xfrm>
            <a:custGeom>
              <a:avLst/>
              <a:gdLst/>
              <a:ahLst/>
              <a:cxnLst/>
              <a:rect l="l" t="t" r="r" b="b"/>
              <a:pathLst>
                <a:path w="1008" h="133" extrusionOk="0">
                  <a:moveTo>
                    <a:pt x="1" y="0"/>
                  </a:moveTo>
                  <a:lnTo>
                    <a:pt x="1" y="133"/>
                  </a:lnTo>
                  <a:lnTo>
                    <a:pt x="1007" y="133"/>
                  </a:lnTo>
                  <a:lnTo>
                    <a:pt x="10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29"/>
            <p:cNvSpPr/>
            <p:nvPr/>
          </p:nvSpPr>
          <p:spPr>
            <a:xfrm>
              <a:off x="5765766" y="3634344"/>
              <a:ext cx="523172" cy="84701"/>
            </a:xfrm>
            <a:custGeom>
              <a:avLst/>
              <a:gdLst/>
              <a:ahLst/>
              <a:cxnLst/>
              <a:rect l="l" t="t" r="r" b="b"/>
              <a:pathLst>
                <a:path w="3286" h="532" extrusionOk="0">
                  <a:moveTo>
                    <a:pt x="1" y="1"/>
                  </a:moveTo>
                  <a:lnTo>
                    <a:pt x="1" y="322"/>
                  </a:lnTo>
                  <a:lnTo>
                    <a:pt x="1107" y="322"/>
                  </a:lnTo>
                  <a:lnTo>
                    <a:pt x="1317" y="532"/>
                  </a:lnTo>
                  <a:lnTo>
                    <a:pt x="1969" y="532"/>
                  </a:lnTo>
                  <a:lnTo>
                    <a:pt x="2190" y="322"/>
                  </a:lnTo>
                  <a:lnTo>
                    <a:pt x="3285" y="322"/>
                  </a:lnTo>
                  <a:lnTo>
                    <a:pt x="3285" y="1"/>
                  </a:lnTo>
                  <a:lnTo>
                    <a:pt x="2190" y="1"/>
                  </a:lnTo>
                  <a:lnTo>
                    <a:pt x="1969" y="111"/>
                  </a:lnTo>
                  <a:lnTo>
                    <a:pt x="1317" y="111"/>
                  </a:lnTo>
                  <a:lnTo>
                    <a:pt x="110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29"/>
            <p:cNvSpPr/>
            <p:nvPr/>
          </p:nvSpPr>
          <p:spPr>
            <a:xfrm>
              <a:off x="5827381" y="3695958"/>
              <a:ext cx="30091" cy="26588"/>
            </a:xfrm>
            <a:custGeom>
              <a:avLst/>
              <a:gdLst/>
              <a:ahLst/>
              <a:cxnLst/>
              <a:rect l="l" t="t" r="r" b="b"/>
              <a:pathLst>
                <a:path w="189" h="167" extrusionOk="0">
                  <a:moveTo>
                    <a:pt x="1" y="1"/>
                  </a:moveTo>
                  <a:lnTo>
                    <a:pt x="1" y="167"/>
                  </a:lnTo>
                  <a:lnTo>
                    <a:pt x="189" y="167"/>
                  </a:lnTo>
                  <a:lnTo>
                    <a:pt x="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29"/>
            <p:cNvSpPr/>
            <p:nvPr/>
          </p:nvSpPr>
          <p:spPr>
            <a:xfrm>
              <a:off x="5913673" y="3695958"/>
              <a:ext cx="35345" cy="26588"/>
            </a:xfrm>
            <a:custGeom>
              <a:avLst/>
              <a:gdLst/>
              <a:ahLst/>
              <a:cxnLst/>
              <a:rect l="l" t="t" r="r" b="b"/>
              <a:pathLst>
                <a:path w="222" h="167" extrusionOk="0">
                  <a:moveTo>
                    <a:pt x="1" y="1"/>
                  </a:moveTo>
                  <a:lnTo>
                    <a:pt x="1" y="167"/>
                  </a:lnTo>
                  <a:lnTo>
                    <a:pt x="56" y="167"/>
                  </a:lnTo>
                  <a:lnTo>
                    <a:pt x="56" y="111"/>
                  </a:lnTo>
                  <a:lnTo>
                    <a:pt x="222" y="111"/>
                  </a:lnTo>
                  <a:lnTo>
                    <a:pt x="222" y="78"/>
                  </a:lnTo>
                  <a:lnTo>
                    <a:pt x="1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29"/>
            <p:cNvSpPr/>
            <p:nvPr/>
          </p:nvSpPr>
          <p:spPr>
            <a:xfrm>
              <a:off x="6197229" y="3695958"/>
              <a:ext cx="29932" cy="26588"/>
            </a:xfrm>
            <a:custGeom>
              <a:avLst/>
              <a:gdLst/>
              <a:ahLst/>
              <a:cxnLst/>
              <a:rect l="l" t="t" r="r" b="b"/>
              <a:pathLst>
                <a:path w="188" h="167" extrusionOk="0">
                  <a:moveTo>
                    <a:pt x="0" y="1"/>
                  </a:moveTo>
                  <a:lnTo>
                    <a:pt x="0" y="167"/>
                  </a:lnTo>
                  <a:lnTo>
                    <a:pt x="188" y="167"/>
                  </a:lnTo>
                  <a:lnTo>
                    <a:pt x="18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29"/>
            <p:cNvSpPr/>
            <p:nvPr/>
          </p:nvSpPr>
          <p:spPr>
            <a:xfrm>
              <a:off x="6103772" y="3695958"/>
              <a:ext cx="35504" cy="26588"/>
            </a:xfrm>
            <a:custGeom>
              <a:avLst/>
              <a:gdLst/>
              <a:ahLst/>
              <a:cxnLst/>
              <a:rect l="l" t="t" r="r" b="b"/>
              <a:pathLst>
                <a:path w="223" h="167" extrusionOk="0">
                  <a:moveTo>
                    <a:pt x="89" y="1"/>
                  </a:moveTo>
                  <a:lnTo>
                    <a:pt x="12" y="78"/>
                  </a:lnTo>
                  <a:cubicBezTo>
                    <a:pt x="1" y="89"/>
                    <a:pt x="1" y="100"/>
                    <a:pt x="12" y="111"/>
                  </a:cubicBezTo>
                  <a:lnTo>
                    <a:pt x="178" y="111"/>
                  </a:lnTo>
                  <a:lnTo>
                    <a:pt x="178" y="167"/>
                  </a:lnTo>
                  <a:lnTo>
                    <a:pt x="222" y="167"/>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29"/>
            <p:cNvSpPr/>
            <p:nvPr/>
          </p:nvSpPr>
          <p:spPr>
            <a:xfrm>
              <a:off x="7313301" y="3600909"/>
              <a:ext cx="250123" cy="212867"/>
            </a:xfrm>
            <a:custGeom>
              <a:avLst/>
              <a:gdLst/>
              <a:ahLst/>
              <a:cxnLst/>
              <a:rect l="l" t="t" r="r" b="b"/>
              <a:pathLst>
                <a:path w="1571" h="1337" extrusionOk="0">
                  <a:moveTo>
                    <a:pt x="896" y="1"/>
                  </a:moveTo>
                  <a:cubicBezTo>
                    <a:pt x="299" y="1"/>
                    <a:pt x="1" y="720"/>
                    <a:pt x="432" y="1140"/>
                  </a:cubicBezTo>
                  <a:cubicBezTo>
                    <a:pt x="567" y="1275"/>
                    <a:pt x="734" y="1336"/>
                    <a:pt x="898" y="1336"/>
                  </a:cubicBezTo>
                  <a:cubicBezTo>
                    <a:pt x="1241" y="1336"/>
                    <a:pt x="1571" y="1069"/>
                    <a:pt x="1571" y="664"/>
                  </a:cubicBezTo>
                  <a:cubicBezTo>
                    <a:pt x="1571" y="299"/>
                    <a:pt x="1272" y="1"/>
                    <a:pt x="8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29"/>
            <p:cNvSpPr/>
            <p:nvPr/>
          </p:nvSpPr>
          <p:spPr>
            <a:xfrm>
              <a:off x="7688244" y="3600909"/>
              <a:ext cx="248371" cy="212867"/>
            </a:xfrm>
            <a:custGeom>
              <a:avLst/>
              <a:gdLst/>
              <a:ahLst/>
              <a:cxnLst/>
              <a:rect l="l" t="t" r="r" b="b"/>
              <a:pathLst>
                <a:path w="1560" h="1337" extrusionOk="0">
                  <a:moveTo>
                    <a:pt x="896" y="1"/>
                  </a:moveTo>
                  <a:cubicBezTo>
                    <a:pt x="299" y="1"/>
                    <a:pt x="1" y="720"/>
                    <a:pt x="421" y="1140"/>
                  </a:cubicBezTo>
                  <a:cubicBezTo>
                    <a:pt x="557" y="1275"/>
                    <a:pt x="723" y="1336"/>
                    <a:pt x="887" y="1336"/>
                  </a:cubicBezTo>
                  <a:cubicBezTo>
                    <a:pt x="1230" y="1336"/>
                    <a:pt x="1560" y="1069"/>
                    <a:pt x="1560" y="664"/>
                  </a:cubicBezTo>
                  <a:cubicBezTo>
                    <a:pt x="1560" y="299"/>
                    <a:pt x="1261" y="1"/>
                    <a:pt x="8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29"/>
            <p:cNvSpPr/>
            <p:nvPr/>
          </p:nvSpPr>
          <p:spPr>
            <a:xfrm>
              <a:off x="7549252" y="3725890"/>
              <a:ext cx="188508" cy="16080"/>
            </a:xfrm>
            <a:custGeom>
              <a:avLst/>
              <a:gdLst/>
              <a:ahLst/>
              <a:cxnLst/>
              <a:rect l="l" t="t" r="r" b="b"/>
              <a:pathLst>
                <a:path w="1184" h="101" extrusionOk="0">
                  <a:moveTo>
                    <a:pt x="0" y="1"/>
                  </a:moveTo>
                  <a:lnTo>
                    <a:pt x="0" y="100"/>
                  </a:lnTo>
                  <a:lnTo>
                    <a:pt x="1183" y="100"/>
                  </a:lnTo>
                  <a:lnTo>
                    <a:pt x="11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29"/>
            <p:cNvSpPr/>
            <p:nvPr/>
          </p:nvSpPr>
          <p:spPr>
            <a:xfrm>
              <a:off x="7549252" y="3750568"/>
              <a:ext cx="188508" cy="16080"/>
            </a:xfrm>
            <a:custGeom>
              <a:avLst/>
              <a:gdLst/>
              <a:ahLst/>
              <a:cxnLst/>
              <a:rect l="l" t="t" r="r" b="b"/>
              <a:pathLst>
                <a:path w="1184" h="101" extrusionOk="0">
                  <a:moveTo>
                    <a:pt x="0" y="1"/>
                  </a:moveTo>
                  <a:lnTo>
                    <a:pt x="0" y="100"/>
                  </a:lnTo>
                  <a:lnTo>
                    <a:pt x="1183" y="100"/>
                  </a:lnTo>
                  <a:lnTo>
                    <a:pt x="11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29"/>
            <p:cNvSpPr/>
            <p:nvPr/>
          </p:nvSpPr>
          <p:spPr>
            <a:xfrm>
              <a:off x="7381921" y="3733055"/>
              <a:ext cx="155073" cy="26429"/>
            </a:xfrm>
            <a:custGeom>
              <a:avLst/>
              <a:gdLst/>
              <a:ahLst/>
              <a:cxnLst/>
              <a:rect l="l" t="t" r="r" b="b"/>
              <a:pathLst>
                <a:path w="974" h="166" extrusionOk="0">
                  <a:moveTo>
                    <a:pt x="1" y="0"/>
                  </a:moveTo>
                  <a:lnTo>
                    <a:pt x="1" y="166"/>
                  </a:lnTo>
                  <a:lnTo>
                    <a:pt x="974" y="166"/>
                  </a:lnTo>
                  <a:lnTo>
                    <a:pt x="9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29"/>
            <p:cNvSpPr/>
            <p:nvPr/>
          </p:nvSpPr>
          <p:spPr>
            <a:xfrm>
              <a:off x="7397842" y="3697710"/>
              <a:ext cx="35345" cy="21334"/>
            </a:xfrm>
            <a:custGeom>
              <a:avLst/>
              <a:gdLst/>
              <a:ahLst/>
              <a:cxnLst/>
              <a:rect l="l" t="t" r="r" b="b"/>
              <a:pathLst>
                <a:path w="222" h="134" extrusionOk="0">
                  <a:moveTo>
                    <a:pt x="0" y="1"/>
                  </a:moveTo>
                  <a:lnTo>
                    <a:pt x="0" y="134"/>
                  </a:lnTo>
                  <a:lnTo>
                    <a:pt x="221" y="134"/>
                  </a:lnTo>
                  <a:lnTo>
                    <a:pt x="2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29"/>
            <p:cNvSpPr/>
            <p:nvPr/>
          </p:nvSpPr>
          <p:spPr>
            <a:xfrm>
              <a:off x="7485886" y="3697710"/>
              <a:ext cx="33594" cy="21334"/>
            </a:xfrm>
            <a:custGeom>
              <a:avLst/>
              <a:gdLst/>
              <a:ahLst/>
              <a:cxnLst/>
              <a:rect l="l" t="t" r="r" b="b"/>
              <a:pathLst>
                <a:path w="211" h="134" extrusionOk="0">
                  <a:moveTo>
                    <a:pt x="0" y="1"/>
                  </a:moveTo>
                  <a:lnTo>
                    <a:pt x="0" y="134"/>
                  </a:lnTo>
                  <a:lnTo>
                    <a:pt x="210" y="134"/>
                  </a:lnTo>
                  <a:lnTo>
                    <a:pt x="2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29"/>
            <p:cNvSpPr/>
            <p:nvPr/>
          </p:nvSpPr>
          <p:spPr>
            <a:xfrm>
              <a:off x="7751610" y="3733055"/>
              <a:ext cx="153322" cy="26429"/>
            </a:xfrm>
            <a:custGeom>
              <a:avLst/>
              <a:gdLst/>
              <a:ahLst/>
              <a:cxnLst/>
              <a:rect l="l" t="t" r="r" b="b"/>
              <a:pathLst>
                <a:path w="963" h="166" extrusionOk="0">
                  <a:moveTo>
                    <a:pt x="1" y="0"/>
                  </a:moveTo>
                  <a:lnTo>
                    <a:pt x="1" y="166"/>
                  </a:lnTo>
                  <a:lnTo>
                    <a:pt x="963" y="166"/>
                  </a:lnTo>
                  <a:lnTo>
                    <a:pt x="9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29"/>
            <p:cNvSpPr/>
            <p:nvPr/>
          </p:nvSpPr>
          <p:spPr>
            <a:xfrm>
              <a:off x="7767531" y="3697710"/>
              <a:ext cx="33594" cy="21334"/>
            </a:xfrm>
            <a:custGeom>
              <a:avLst/>
              <a:gdLst/>
              <a:ahLst/>
              <a:cxnLst/>
              <a:rect l="l" t="t" r="r" b="b"/>
              <a:pathLst>
                <a:path w="211" h="134" extrusionOk="0">
                  <a:moveTo>
                    <a:pt x="0" y="1"/>
                  </a:moveTo>
                  <a:lnTo>
                    <a:pt x="0" y="134"/>
                  </a:lnTo>
                  <a:lnTo>
                    <a:pt x="211" y="134"/>
                  </a:lnTo>
                  <a:lnTo>
                    <a:pt x="21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29"/>
            <p:cNvSpPr/>
            <p:nvPr/>
          </p:nvSpPr>
          <p:spPr>
            <a:xfrm>
              <a:off x="7853824" y="3697710"/>
              <a:ext cx="35345" cy="21334"/>
            </a:xfrm>
            <a:custGeom>
              <a:avLst/>
              <a:gdLst/>
              <a:ahLst/>
              <a:cxnLst/>
              <a:rect l="l" t="t" r="r" b="b"/>
              <a:pathLst>
                <a:path w="222" h="134" extrusionOk="0">
                  <a:moveTo>
                    <a:pt x="0" y="1"/>
                  </a:moveTo>
                  <a:lnTo>
                    <a:pt x="0" y="134"/>
                  </a:lnTo>
                  <a:lnTo>
                    <a:pt x="221" y="134"/>
                  </a:lnTo>
                  <a:lnTo>
                    <a:pt x="2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29"/>
            <p:cNvSpPr/>
            <p:nvPr/>
          </p:nvSpPr>
          <p:spPr>
            <a:xfrm>
              <a:off x="7593194" y="3611576"/>
              <a:ext cx="102374" cy="28340"/>
            </a:xfrm>
            <a:custGeom>
              <a:avLst/>
              <a:gdLst/>
              <a:ahLst/>
              <a:cxnLst/>
              <a:rect l="l" t="t" r="r" b="b"/>
              <a:pathLst>
                <a:path w="643" h="178" extrusionOk="0">
                  <a:moveTo>
                    <a:pt x="1" y="0"/>
                  </a:moveTo>
                  <a:lnTo>
                    <a:pt x="1" y="177"/>
                  </a:lnTo>
                  <a:lnTo>
                    <a:pt x="642" y="177"/>
                  </a:lnTo>
                  <a:lnTo>
                    <a:pt x="6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29"/>
            <p:cNvSpPr/>
            <p:nvPr/>
          </p:nvSpPr>
          <p:spPr>
            <a:xfrm>
              <a:off x="7563263" y="3579893"/>
              <a:ext cx="160327" cy="21175"/>
            </a:xfrm>
            <a:custGeom>
              <a:avLst/>
              <a:gdLst/>
              <a:ahLst/>
              <a:cxnLst/>
              <a:rect l="l" t="t" r="r" b="b"/>
              <a:pathLst>
                <a:path w="1007" h="133" extrusionOk="0">
                  <a:moveTo>
                    <a:pt x="1" y="0"/>
                  </a:moveTo>
                  <a:lnTo>
                    <a:pt x="1" y="133"/>
                  </a:lnTo>
                  <a:lnTo>
                    <a:pt x="1007" y="133"/>
                  </a:lnTo>
                  <a:lnTo>
                    <a:pt x="10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29"/>
            <p:cNvSpPr/>
            <p:nvPr/>
          </p:nvSpPr>
          <p:spPr>
            <a:xfrm>
              <a:off x="7381921" y="3634344"/>
              <a:ext cx="523013" cy="84701"/>
            </a:xfrm>
            <a:custGeom>
              <a:avLst/>
              <a:gdLst/>
              <a:ahLst/>
              <a:cxnLst/>
              <a:rect l="l" t="t" r="r" b="b"/>
              <a:pathLst>
                <a:path w="3285" h="532" extrusionOk="0">
                  <a:moveTo>
                    <a:pt x="1" y="1"/>
                  </a:moveTo>
                  <a:lnTo>
                    <a:pt x="1" y="322"/>
                  </a:lnTo>
                  <a:lnTo>
                    <a:pt x="1107" y="322"/>
                  </a:lnTo>
                  <a:lnTo>
                    <a:pt x="1317" y="532"/>
                  </a:lnTo>
                  <a:lnTo>
                    <a:pt x="1969" y="532"/>
                  </a:lnTo>
                  <a:lnTo>
                    <a:pt x="2190" y="322"/>
                  </a:lnTo>
                  <a:lnTo>
                    <a:pt x="3285" y="322"/>
                  </a:lnTo>
                  <a:lnTo>
                    <a:pt x="3285" y="1"/>
                  </a:lnTo>
                  <a:lnTo>
                    <a:pt x="2190" y="1"/>
                  </a:lnTo>
                  <a:lnTo>
                    <a:pt x="1969" y="111"/>
                  </a:lnTo>
                  <a:lnTo>
                    <a:pt x="1317" y="111"/>
                  </a:lnTo>
                  <a:lnTo>
                    <a:pt x="110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29"/>
            <p:cNvSpPr/>
            <p:nvPr/>
          </p:nvSpPr>
          <p:spPr>
            <a:xfrm>
              <a:off x="7443536" y="3695958"/>
              <a:ext cx="30091" cy="26588"/>
            </a:xfrm>
            <a:custGeom>
              <a:avLst/>
              <a:gdLst/>
              <a:ahLst/>
              <a:cxnLst/>
              <a:rect l="l" t="t" r="r" b="b"/>
              <a:pathLst>
                <a:path w="189" h="167" extrusionOk="0">
                  <a:moveTo>
                    <a:pt x="1" y="1"/>
                  </a:moveTo>
                  <a:lnTo>
                    <a:pt x="1" y="167"/>
                  </a:lnTo>
                  <a:lnTo>
                    <a:pt x="189" y="167"/>
                  </a:lnTo>
                  <a:lnTo>
                    <a:pt x="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29"/>
            <p:cNvSpPr/>
            <p:nvPr/>
          </p:nvSpPr>
          <p:spPr>
            <a:xfrm>
              <a:off x="7529828" y="3695958"/>
              <a:ext cx="35345" cy="26588"/>
            </a:xfrm>
            <a:custGeom>
              <a:avLst/>
              <a:gdLst/>
              <a:ahLst/>
              <a:cxnLst/>
              <a:rect l="l" t="t" r="r" b="b"/>
              <a:pathLst>
                <a:path w="222" h="167" extrusionOk="0">
                  <a:moveTo>
                    <a:pt x="1" y="1"/>
                  </a:moveTo>
                  <a:lnTo>
                    <a:pt x="1" y="167"/>
                  </a:lnTo>
                  <a:lnTo>
                    <a:pt x="56" y="167"/>
                  </a:lnTo>
                  <a:lnTo>
                    <a:pt x="56" y="111"/>
                  </a:lnTo>
                  <a:lnTo>
                    <a:pt x="222" y="111"/>
                  </a:lnTo>
                  <a:lnTo>
                    <a:pt x="222" y="78"/>
                  </a:lnTo>
                  <a:lnTo>
                    <a:pt x="1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29"/>
            <p:cNvSpPr/>
            <p:nvPr/>
          </p:nvSpPr>
          <p:spPr>
            <a:xfrm>
              <a:off x="7813225" y="3695958"/>
              <a:ext cx="30091" cy="26588"/>
            </a:xfrm>
            <a:custGeom>
              <a:avLst/>
              <a:gdLst/>
              <a:ahLst/>
              <a:cxnLst/>
              <a:rect l="l" t="t" r="r" b="b"/>
              <a:pathLst>
                <a:path w="189" h="167" extrusionOk="0">
                  <a:moveTo>
                    <a:pt x="1" y="1"/>
                  </a:moveTo>
                  <a:lnTo>
                    <a:pt x="1" y="167"/>
                  </a:lnTo>
                  <a:lnTo>
                    <a:pt x="189" y="167"/>
                  </a:lnTo>
                  <a:lnTo>
                    <a:pt x="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29"/>
            <p:cNvSpPr/>
            <p:nvPr/>
          </p:nvSpPr>
          <p:spPr>
            <a:xfrm>
              <a:off x="7721678" y="3695958"/>
              <a:ext cx="35504" cy="26588"/>
            </a:xfrm>
            <a:custGeom>
              <a:avLst/>
              <a:gdLst/>
              <a:ahLst/>
              <a:cxnLst/>
              <a:rect l="l" t="t" r="r" b="b"/>
              <a:pathLst>
                <a:path w="223" h="167" extrusionOk="0">
                  <a:moveTo>
                    <a:pt x="78" y="1"/>
                  </a:moveTo>
                  <a:lnTo>
                    <a:pt x="1" y="78"/>
                  </a:lnTo>
                  <a:cubicBezTo>
                    <a:pt x="1" y="89"/>
                    <a:pt x="1" y="100"/>
                    <a:pt x="1" y="111"/>
                  </a:cubicBezTo>
                  <a:lnTo>
                    <a:pt x="167" y="111"/>
                  </a:lnTo>
                  <a:lnTo>
                    <a:pt x="167" y="167"/>
                  </a:lnTo>
                  <a:lnTo>
                    <a:pt x="222" y="167"/>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29"/>
            <p:cNvSpPr/>
            <p:nvPr/>
          </p:nvSpPr>
          <p:spPr>
            <a:xfrm>
              <a:off x="6390830" y="3634344"/>
              <a:ext cx="897959" cy="26588"/>
            </a:xfrm>
            <a:custGeom>
              <a:avLst/>
              <a:gdLst/>
              <a:ahLst/>
              <a:cxnLst/>
              <a:rect l="l" t="t" r="r" b="b"/>
              <a:pathLst>
                <a:path w="5640" h="167" extrusionOk="0">
                  <a:moveTo>
                    <a:pt x="0" y="1"/>
                  </a:moveTo>
                  <a:lnTo>
                    <a:pt x="0" y="167"/>
                  </a:lnTo>
                  <a:lnTo>
                    <a:pt x="5640" y="167"/>
                  </a:lnTo>
                  <a:lnTo>
                    <a:pt x="564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29"/>
            <p:cNvSpPr/>
            <p:nvPr/>
          </p:nvSpPr>
          <p:spPr>
            <a:xfrm>
              <a:off x="8207591" y="2886049"/>
              <a:ext cx="68939" cy="665827"/>
            </a:xfrm>
            <a:custGeom>
              <a:avLst/>
              <a:gdLst/>
              <a:ahLst/>
              <a:cxnLst/>
              <a:rect l="l" t="t" r="r" b="b"/>
              <a:pathLst>
                <a:path w="433" h="4182" extrusionOk="0">
                  <a:moveTo>
                    <a:pt x="229" y="1"/>
                  </a:moveTo>
                  <a:cubicBezTo>
                    <a:pt x="223" y="1"/>
                    <a:pt x="217" y="1"/>
                    <a:pt x="211" y="1"/>
                  </a:cubicBezTo>
                  <a:cubicBezTo>
                    <a:pt x="89" y="1"/>
                    <a:pt x="1" y="90"/>
                    <a:pt x="1" y="212"/>
                  </a:cubicBezTo>
                  <a:lnTo>
                    <a:pt x="1" y="3971"/>
                  </a:lnTo>
                  <a:cubicBezTo>
                    <a:pt x="1" y="4082"/>
                    <a:pt x="89" y="4181"/>
                    <a:pt x="211" y="4181"/>
                  </a:cubicBezTo>
                  <a:cubicBezTo>
                    <a:pt x="333" y="4181"/>
                    <a:pt x="432" y="4082"/>
                    <a:pt x="432" y="3971"/>
                  </a:cubicBezTo>
                  <a:lnTo>
                    <a:pt x="432" y="212"/>
                  </a:lnTo>
                  <a:cubicBezTo>
                    <a:pt x="432" y="96"/>
                    <a:pt x="342" y="1"/>
                    <a:pt x="2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29"/>
            <p:cNvSpPr/>
            <p:nvPr/>
          </p:nvSpPr>
          <p:spPr>
            <a:xfrm>
              <a:off x="8228766" y="3581644"/>
              <a:ext cx="116384" cy="116225"/>
            </a:xfrm>
            <a:custGeom>
              <a:avLst/>
              <a:gdLst/>
              <a:ahLst/>
              <a:cxnLst/>
              <a:rect l="l" t="t" r="r" b="b"/>
              <a:pathLst>
                <a:path w="731" h="730" extrusionOk="0">
                  <a:moveTo>
                    <a:pt x="0" y="0"/>
                  </a:moveTo>
                  <a:lnTo>
                    <a:pt x="0" y="177"/>
                  </a:lnTo>
                  <a:lnTo>
                    <a:pt x="399" y="177"/>
                  </a:lnTo>
                  <a:lnTo>
                    <a:pt x="399" y="542"/>
                  </a:lnTo>
                  <a:lnTo>
                    <a:pt x="0" y="542"/>
                  </a:lnTo>
                  <a:lnTo>
                    <a:pt x="0" y="730"/>
                  </a:lnTo>
                  <a:lnTo>
                    <a:pt x="730" y="730"/>
                  </a:lnTo>
                  <a:lnTo>
                    <a:pt x="73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29"/>
            <p:cNvSpPr/>
            <p:nvPr/>
          </p:nvSpPr>
          <p:spPr>
            <a:xfrm>
              <a:off x="3213129" y="2833350"/>
              <a:ext cx="324157" cy="47764"/>
            </a:xfrm>
            <a:custGeom>
              <a:avLst/>
              <a:gdLst/>
              <a:ahLst/>
              <a:cxnLst/>
              <a:rect l="l" t="t" r="r" b="b"/>
              <a:pathLst>
                <a:path w="2036" h="300" extrusionOk="0">
                  <a:moveTo>
                    <a:pt x="111" y="1"/>
                  </a:moveTo>
                  <a:cubicBezTo>
                    <a:pt x="45" y="1"/>
                    <a:pt x="0" y="56"/>
                    <a:pt x="0" y="122"/>
                  </a:cubicBezTo>
                  <a:lnTo>
                    <a:pt x="0" y="178"/>
                  </a:lnTo>
                  <a:cubicBezTo>
                    <a:pt x="0" y="244"/>
                    <a:pt x="45" y="299"/>
                    <a:pt x="111" y="299"/>
                  </a:cubicBezTo>
                  <a:lnTo>
                    <a:pt x="1913" y="299"/>
                  </a:lnTo>
                  <a:cubicBezTo>
                    <a:pt x="1980" y="299"/>
                    <a:pt x="2035" y="244"/>
                    <a:pt x="2035" y="178"/>
                  </a:cubicBezTo>
                  <a:lnTo>
                    <a:pt x="2035" y="122"/>
                  </a:lnTo>
                  <a:cubicBezTo>
                    <a:pt x="2035" y="56"/>
                    <a:pt x="1980" y="1"/>
                    <a:pt x="19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29"/>
            <p:cNvSpPr/>
            <p:nvPr/>
          </p:nvSpPr>
          <p:spPr>
            <a:xfrm>
              <a:off x="4362795" y="2833350"/>
              <a:ext cx="323997" cy="47764"/>
            </a:xfrm>
            <a:custGeom>
              <a:avLst/>
              <a:gdLst/>
              <a:ahLst/>
              <a:cxnLst/>
              <a:rect l="l" t="t" r="r" b="b"/>
              <a:pathLst>
                <a:path w="2035" h="300" extrusionOk="0">
                  <a:moveTo>
                    <a:pt x="122" y="1"/>
                  </a:moveTo>
                  <a:cubicBezTo>
                    <a:pt x="55" y="1"/>
                    <a:pt x="0" y="56"/>
                    <a:pt x="0" y="122"/>
                  </a:cubicBezTo>
                  <a:lnTo>
                    <a:pt x="0" y="178"/>
                  </a:lnTo>
                  <a:cubicBezTo>
                    <a:pt x="0" y="244"/>
                    <a:pt x="55" y="299"/>
                    <a:pt x="122" y="299"/>
                  </a:cubicBezTo>
                  <a:lnTo>
                    <a:pt x="1924" y="299"/>
                  </a:lnTo>
                  <a:cubicBezTo>
                    <a:pt x="1990" y="299"/>
                    <a:pt x="2035" y="244"/>
                    <a:pt x="2035" y="178"/>
                  </a:cubicBezTo>
                  <a:lnTo>
                    <a:pt x="2035" y="122"/>
                  </a:lnTo>
                  <a:cubicBezTo>
                    <a:pt x="2035" y="56"/>
                    <a:pt x="1990" y="1"/>
                    <a:pt x="19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29"/>
            <p:cNvSpPr/>
            <p:nvPr/>
          </p:nvSpPr>
          <p:spPr>
            <a:xfrm>
              <a:off x="6839806" y="2854525"/>
              <a:ext cx="1366202" cy="45853"/>
            </a:xfrm>
            <a:custGeom>
              <a:avLst/>
              <a:gdLst/>
              <a:ahLst/>
              <a:cxnLst/>
              <a:rect l="l" t="t" r="r" b="b"/>
              <a:pathLst>
                <a:path w="8581" h="288" extrusionOk="0">
                  <a:moveTo>
                    <a:pt x="0" y="0"/>
                  </a:moveTo>
                  <a:lnTo>
                    <a:pt x="0" y="288"/>
                  </a:lnTo>
                  <a:lnTo>
                    <a:pt x="8581" y="288"/>
                  </a:lnTo>
                  <a:lnTo>
                    <a:pt x="858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29"/>
            <p:cNvSpPr/>
            <p:nvPr/>
          </p:nvSpPr>
          <p:spPr>
            <a:xfrm>
              <a:off x="5473613" y="2854525"/>
              <a:ext cx="1366362" cy="45853"/>
            </a:xfrm>
            <a:custGeom>
              <a:avLst/>
              <a:gdLst/>
              <a:ahLst/>
              <a:cxnLst/>
              <a:rect l="l" t="t" r="r" b="b"/>
              <a:pathLst>
                <a:path w="8582" h="288" extrusionOk="0">
                  <a:moveTo>
                    <a:pt x="0" y="0"/>
                  </a:moveTo>
                  <a:lnTo>
                    <a:pt x="0" y="288"/>
                  </a:lnTo>
                  <a:lnTo>
                    <a:pt x="8581" y="288"/>
                  </a:lnTo>
                  <a:lnTo>
                    <a:pt x="858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29"/>
            <p:cNvSpPr/>
            <p:nvPr/>
          </p:nvSpPr>
          <p:spPr>
            <a:xfrm>
              <a:off x="7232262" y="2835101"/>
              <a:ext cx="324157" cy="47764"/>
            </a:xfrm>
            <a:custGeom>
              <a:avLst/>
              <a:gdLst/>
              <a:ahLst/>
              <a:cxnLst/>
              <a:rect l="l" t="t" r="r" b="b"/>
              <a:pathLst>
                <a:path w="2036" h="300" extrusionOk="0">
                  <a:moveTo>
                    <a:pt x="123" y="1"/>
                  </a:moveTo>
                  <a:cubicBezTo>
                    <a:pt x="56" y="1"/>
                    <a:pt x="1" y="56"/>
                    <a:pt x="1" y="122"/>
                  </a:cubicBezTo>
                  <a:lnTo>
                    <a:pt x="1" y="178"/>
                  </a:lnTo>
                  <a:cubicBezTo>
                    <a:pt x="1" y="244"/>
                    <a:pt x="56" y="299"/>
                    <a:pt x="123" y="299"/>
                  </a:cubicBezTo>
                  <a:lnTo>
                    <a:pt x="1925" y="299"/>
                  </a:lnTo>
                  <a:cubicBezTo>
                    <a:pt x="1991" y="299"/>
                    <a:pt x="2035" y="244"/>
                    <a:pt x="2035" y="178"/>
                  </a:cubicBezTo>
                  <a:lnTo>
                    <a:pt x="2035" y="122"/>
                  </a:lnTo>
                  <a:cubicBezTo>
                    <a:pt x="2035" y="56"/>
                    <a:pt x="1991" y="1"/>
                    <a:pt x="19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29"/>
            <p:cNvSpPr/>
            <p:nvPr/>
          </p:nvSpPr>
          <p:spPr>
            <a:xfrm>
              <a:off x="6123195" y="2835101"/>
              <a:ext cx="324157" cy="47764"/>
            </a:xfrm>
            <a:custGeom>
              <a:avLst/>
              <a:gdLst/>
              <a:ahLst/>
              <a:cxnLst/>
              <a:rect l="l" t="t" r="r" b="b"/>
              <a:pathLst>
                <a:path w="2036" h="300" extrusionOk="0">
                  <a:moveTo>
                    <a:pt x="122" y="1"/>
                  </a:moveTo>
                  <a:cubicBezTo>
                    <a:pt x="56" y="1"/>
                    <a:pt x="1" y="56"/>
                    <a:pt x="1" y="122"/>
                  </a:cubicBezTo>
                  <a:lnTo>
                    <a:pt x="1" y="178"/>
                  </a:lnTo>
                  <a:cubicBezTo>
                    <a:pt x="1" y="244"/>
                    <a:pt x="56" y="299"/>
                    <a:pt x="122" y="299"/>
                  </a:cubicBezTo>
                  <a:lnTo>
                    <a:pt x="1925" y="299"/>
                  </a:lnTo>
                  <a:cubicBezTo>
                    <a:pt x="1980" y="299"/>
                    <a:pt x="2035" y="244"/>
                    <a:pt x="2035" y="178"/>
                  </a:cubicBezTo>
                  <a:lnTo>
                    <a:pt x="2035" y="122"/>
                  </a:lnTo>
                  <a:cubicBezTo>
                    <a:pt x="2035" y="56"/>
                    <a:pt x="1980" y="1"/>
                    <a:pt x="19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03" name="Google Shape;1003;p29"/>
          <p:cNvSpPr/>
          <p:nvPr/>
        </p:nvSpPr>
        <p:spPr>
          <a:xfrm>
            <a:off x="8509563" y="2200225"/>
            <a:ext cx="1045527" cy="217225"/>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FFFFFF">
              <a:alpha val="823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29"/>
          <p:cNvSpPr/>
          <p:nvPr/>
        </p:nvSpPr>
        <p:spPr>
          <a:xfrm flipH="1">
            <a:off x="7865775" y="1524475"/>
            <a:ext cx="1550376" cy="429723"/>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FFFFFF">
              <a:alpha val="823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29"/>
          <p:cNvSpPr/>
          <p:nvPr/>
        </p:nvSpPr>
        <p:spPr>
          <a:xfrm>
            <a:off x="7418236" y="3179"/>
            <a:ext cx="1710750" cy="474301"/>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5EBFD1">
              <a:alpha val="20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779;p27"/>
          <p:cNvSpPr txBox="1">
            <a:spLocks noGrp="1"/>
          </p:cNvSpPr>
          <p:nvPr>
            <p:ph type="title" idx="4294967295"/>
          </p:nvPr>
        </p:nvSpPr>
        <p:spPr>
          <a:xfrm>
            <a:off x="310249" y="810379"/>
            <a:ext cx="444648" cy="372130"/>
          </a:xfrm>
          <a:prstGeom prst="rect">
            <a:avLst/>
          </a:prstGeom>
          <a:solidFill>
            <a:schemeClr val="accent5">
              <a:lumMod val="75000"/>
            </a:schemeClr>
          </a:solidFill>
        </p:spPr>
        <p:txBody>
          <a:bodyPr spcFirstLastPara="1" wrap="square" lIns="91425" tIns="91425" rIns="91425" bIns="91425" anchor="ctr" anchorCtr="0">
            <a:noAutofit/>
          </a:bodyPr>
          <a:lstStyle/>
          <a:p>
            <a:pPr marL="0" lvl="0" indent="0" algn="ctr" rtl="0">
              <a:spcBef>
                <a:spcPts val="0"/>
              </a:spcBef>
              <a:spcAft>
                <a:spcPts val="0"/>
              </a:spcAft>
              <a:buNone/>
            </a:pPr>
            <a:r>
              <a:rPr lang="en-US" sz="1600" b="1" dirty="0">
                <a:solidFill>
                  <a:schemeClr val="lt1"/>
                </a:solidFill>
                <a:latin typeface="Nova Square"/>
                <a:ea typeface="Nova Square"/>
                <a:cs typeface="Nova Square"/>
                <a:sym typeface="Nova Square"/>
              </a:rPr>
              <a:t>01</a:t>
            </a:r>
            <a:endParaRPr sz="1600" b="1" dirty="0">
              <a:solidFill>
                <a:schemeClr val="lt1"/>
              </a:solidFill>
              <a:latin typeface="Nova Square"/>
              <a:ea typeface="Nova Square"/>
              <a:cs typeface="Nova Square"/>
              <a:sym typeface="Nova Square"/>
            </a:endParaRPr>
          </a:p>
        </p:txBody>
      </p:sp>
      <p:sp>
        <p:nvSpPr>
          <p:cNvPr id="217" name="Google Shape;779;p27"/>
          <p:cNvSpPr txBox="1">
            <a:spLocks noGrp="1"/>
          </p:cNvSpPr>
          <p:nvPr>
            <p:ph type="title" idx="4294967295"/>
          </p:nvPr>
        </p:nvSpPr>
        <p:spPr>
          <a:xfrm>
            <a:off x="3301058" y="810379"/>
            <a:ext cx="455875" cy="372130"/>
          </a:xfrm>
          <a:prstGeom prst="rect">
            <a:avLst/>
          </a:prstGeom>
          <a:solidFill>
            <a:schemeClr val="accent5">
              <a:lumMod val="75000"/>
            </a:schemeClr>
          </a:solidFill>
        </p:spPr>
        <p:txBody>
          <a:bodyPr spcFirstLastPara="1" wrap="square" lIns="91425" tIns="91425" rIns="91425" bIns="91425" anchor="ctr" anchorCtr="0">
            <a:noAutofit/>
          </a:bodyPr>
          <a:lstStyle/>
          <a:p>
            <a:pPr marL="0" lvl="0" indent="0" algn="ctr" rtl="0">
              <a:spcBef>
                <a:spcPts val="0"/>
              </a:spcBef>
              <a:spcAft>
                <a:spcPts val="0"/>
              </a:spcAft>
              <a:buNone/>
            </a:pPr>
            <a:r>
              <a:rPr lang="en-US" sz="1600" b="1" dirty="0">
                <a:solidFill>
                  <a:schemeClr val="lt1"/>
                </a:solidFill>
                <a:latin typeface="Nova Square"/>
                <a:ea typeface="Nova Square"/>
                <a:cs typeface="Nova Square"/>
                <a:sym typeface="Nova Square"/>
              </a:rPr>
              <a:t>02</a:t>
            </a:r>
            <a:endParaRPr sz="1600" b="1" dirty="0">
              <a:solidFill>
                <a:schemeClr val="lt1"/>
              </a:solidFill>
              <a:latin typeface="Nova Square"/>
              <a:ea typeface="Nova Square"/>
              <a:cs typeface="Nova Square"/>
              <a:sym typeface="Nova Square"/>
            </a:endParaRPr>
          </a:p>
        </p:txBody>
      </p:sp>
      <p:sp>
        <p:nvSpPr>
          <p:cNvPr id="218" name="Google Shape;779;p27"/>
          <p:cNvSpPr txBox="1">
            <a:spLocks noGrp="1"/>
          </p:cNvSpPr>
          <p:nvPr>
            <p:ph type="title" idx="4294967295"/>
          </p:nvPr>
        </p:nvSpPr>
        <p:spPr>
          <a:xfrm>
            <a:off x="3287611" y="1627152"/>
            <a:ext cx="441086" cy="372130"/>
          </a:xfrm>
          <a:prstGeom prst="rect">
            <a:avLst/>
          </a:prstGeom>
          <a:solidFill>
            <a:schemeClr val="accent5">
              <a:lumMod val="75000"/>
            </a:schemeClr>
          </a:solidFill>
        </p:spPr>
        <p:txBody>
          <a:bodyPr spcFirstLastPara="1" wrap="square" lIns="91425" tIns="91425" rIns="91425" bIns="91425" anchor="ctr" anchorCtr="0">
            <a:noAutofit/>
          </a:bodyPr>
          <a:lstStyle/>
          <a:p>
            <a:pPr marL="0" lvl="0" indent="0" algn="ctr" rtl="0">
              <a:spcBef>
                <a:spcPts val="0"/>
              </a:spcBef>
              <a:spcAft>
                <a:spcPts val="0"/>
              </a:spcAft>
              <a:buNone/>
            </a:pPr>
            <a:r>
              <a:rPr lang="en-US" sz="1600" b="1" dirty="0">
                <a:solidFill>
                  <a:schemeClr val="lt1"/>
                </a:solidFill>
                <a:latin typeface="Nova Square"/>
                <a:ea typeface="Nova Square"/>
                <a:cs typeface="Nova Square"/>
                <a:sym typeface="Nova Square"/>
              </a:rPr>
              <a:t>04</a:t>
            </a:r>
            <a:endParaRPr sz="1600" b="1" dirty="0">
              <a:solidFill>
                <a:schemeClr val="lt1"/>
              </a:solidFill>
              <a:latin typeface="Nova Square"/>
              <a:ea typeface="Nova Square"/>
              <a:cs typeface="Nova Square"/>
              <a:sym typeface="Nova Square"/>
            </a:endParaRPr>
          </a:p>
        </p:txBody>
      </p:sp>
      <p:sp>
        <p:nvSpPr>
          <p:cNvPr id="219" name="Google Shape;779;p27"/>
          <p:cNvSpPr txBox="1">
            <a:spLocks noGrp="1"/>
          </p:cNvSpPr>
          <p:nvPr>
            <p:ph type="title" idx="4294967295"/>
          </p:nvPr>
        </p:nvSpPr>
        <p:spPr>
          <a:xfrm>
            <a:off x="275953" y="1626662"/>
            <a:ext cx="462053" cy="372130"/>
          </a:xfrm>
          <a:prstGeom prst="rect">
            <a:avLst/>
          </a:prstGeom>
          <a:solidFill>
            <a:schemeClr val="accent5">
              <a:lumMod val="75000"/>
            </a:schemeClr>
          </a:solidFill>
        </p:spPr>
        <p:txBody>
          <a:bodyPr spcFirstLastPara="1" wrap="square" lIns="91425" tIns="91425" rIns="91425" bIns="91425" anchor="ctr" anchorCtr="0">
            <a:noAutofit/>
          </a:bodyPr>
          <a:lstStyle/>
          <a:p>
            <a:pPr marL="0" lvl="0" indent="0" algn="ctr" rtl="0">
              <a:spcBef>
                <a:spcPts val="0"/>
              </a:spcBef>
              <a:spcAft>
                <a:spcPts val="0"/>
              </a:spcAft>
              <a:buNone/>
            </a:pPr>
            <a:r>
              <a:rPr lang="en-US" sz="1600" b="1" dirty="0">
                <a:solidFill>
                  <a:schemeClr val="lt1"/>
                </a:solidFill>
                <a:latin typeface="Nova Square"/>
                <a:ea typeface="Nova Square"/>
                <a:cs typeface="Nova Square"/>
                <a:sym typeface="Nova Square"/>
              </a:rPr>
              <a:t>03</a:t>
            </a:r>
            <a:endParaRPr sz="1600" b="1" dirty="0">
              <a:solidFill>
                <a:schemeClr val="lt1"/>
              </a:solidFill>
              <a:latin typeface="Nova Square"/>
              <a:ea typeface="Nova Square"/>
              <a:cs typeface="Nova Square"/>
              <a:sym typeface="Nova Square"/>
            </a:endParaRPr>
          </a:p>
        </p:txBody>
      </p:sp>
      <p:sp>
        <p:nvSpPr>
          <p:cNvPr id="220" name="Google Shape;779;p27"/>
          <p:cNvSpPr txBox="1">
            <a:spLocks noGrp="1"/>
          </p:cNvSpPr>
          <p:nvPr>
            <p:ph type="title" idx="4294967295"/>
          </p:nvPr>
        </p:nvSpPr>
        <p:spPr>
          <a:xfrm>
            <a:off x="262707" y="2450099"/>
            <a:ext cx="462053" cy="372130"/>
          </a:xfrm>
          <a:prstGeom prst="rect">
            <a:avLst/>
          </a:prstGeom>
          <a:solidFill>
            <a:schemeClr val="accent5">
              <a:lumMod val="75000"/>
            </a:schemeClr>
          </a:solidFill>
        </p:spPr>
        <p:txBody>
          <a:bodyPr spcFirstLastPara="1" wrap="square" lIns="91425" tIns="91425" rIns="91425" bIns="91425" anchor="ctr" anchorCtr="0">
            <a:noAutofit/>
          </a:bodyPr>
          <a:lstStyle/>
          <a:p>
            <a:pPr marL="0" lvl="0" indent="0" algn="ctr" rtl="0">
              <a:spcBef>
                <a:spcPts val="0"/>
              </a:spcBef>
              <a:spcAft>
                <a:spcPts val="0"/>
              </a:spcAft>
              <a:buNone/>
            </a:pPr>
            <a:r>
              <a:rPr lang="en-US" sz="1600" b="1" dirty="0">
                <a:solidFill>
                  <a:schemeClr val="lt1"/>
                </a:solidFill>
                <a:latin typeface="Nova Square"/>
                <a:ea typeface="Nova Square"/>
                <a:cs typeface="Nova Square"/>
                <a:sym typeface="Nova Square"/>
              </a:rPr>
              <a:t>05</a:t>
            </a:r>
            <a:endParaRPr sz="1600" b="1" dirty="0">
              <a:solidFill>
                <a:schemeClr val="lt1"/>
              </a:solidFill>
              <a:latin typeface="Nova Square"/>
              <a:ea typeface="Nova Square"/>
              <a:cs typeface="Nova Square"/>
              <a:sym typeface="Nova Square"/>
            </a:endParaRPr>
          </a:p>
        </p:txBody>
      </p:sp>
      <p:sp>
        <p:nvSpPr>
          <p:cNvPr id="3" name="Subtitle 2"/>
          <p:cNvSpPr>
            <a:spLocks noGrp="1"/>
          </p:cNvSpPr>
          <p:nvPr>
            <p:ph type="subTitle" idx="1"/>
          </p:nvPr>
        </p:nvSpPr>
        <p:spPr>
          <a:xfrm>
            <a:off x="681532" y="787745"/>
            <a:ext cx="2000785" cy="415927"/>
          </a:xfrm>
        </p:spPr>
        <p:txBody>
          <a:bodyPr/>
          <a:lstStyle/>
          <a:p>
            <a:r>
              <a:rPr lang="en-US" dirty="0"/>
              <a:t>Tarek Ahmed Ahmed</a:t>
            </a:r>
          </a:p>
        </p:txBody>
      </p:sp>
      <p:sp>
        <p:nvSpPr>
          <p:cNvPr id="222" name="Subtitle 2"/>
          <p:cNvSpPr txBox="1">
            <a:spLocks/>
          </p:cNvSpPr>
          <p:nvPr/>
        </p:nvSpPr>
        <p:spPr>
          <a:xfrm>
            <a:off x="3719475" y="787744"/>
            <a:ext cx="2198725" cy="415927"/>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1pPr>
            <a:lvl2pPr marL="914400" marR="0" lvl="1"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2pPr>
            <a:lvl3pPr marL="1371600" marR="0" lvl="2"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3pPr>
            <a:lvl4pPr marL="1828800" marR="0" lvl="3"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4pPr>
            <a:lvl5pPr marL="2286000" marR="0" lvl="4"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5pPr>
            <a:lvl6pPr marL="2743200" marR="0" lvl="5"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6pPr>
            <a:lvl7pPr marL="3200400" marR="0" lvl="6"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7pPr>
            <a:lvl8pPr marL="3657600" marR="0" lvl="7"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8pPr>
            <a:lvl9pPr marL="4114800" marR="0" lvl="8"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9pPr>
          </a:lstStyle>
          <a:p>
            <a:r>
              <a:rPr lang="en-US" dirty="0"/>
              <a:t>Mariam Helmy Ahmed</a:t>
            </a:r>
          </a:p>
        </p:txBody>
      </p:sp>
      <p:sp>
        <p:nvSpPr>
          <p:cNvPr id="223" name="Subtitle 2"/>
          <p:cNvSpPr txBox="1">
            <a:spLocks/>
          </p:cNvSpPr>
          <p:nvPr/>
        </p:nvSpPr>
        <p:spPr>
          <a:xfrm>
            <a:off x="643317" y="1606255"/>
            <a:ext cx="2484574" cy="415927"/>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1pPr>
            <a:lvl2pPr marL="914400" marR="0" lvl="1"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2pPr>
            <a:lvl3pPr marL="1371600" marR="0" lvl="2"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3pPr>
            <a:lvl4pPr marL="1828800" marR="0" lvl="3"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4pPr>
            <a:lvl5pPr marL="2286000" marR="0" lvl="4"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5pPr>
            <a:lvl6pPr marL="2743200" marR="0" lvl="5"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6pPr>
            <a:lvl7pPr marL="3200400" marR="0" lvl="6"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7pPr>
            <a:lvl8pPr marL="3657600" marR="0" lvl="7"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8pPr>
            <a:lvl9pPr marL="4114800" marR="0" lvl="8"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9pPr>
          </a:lstStyle>
          <a:p>
            <a:r>
              <a:rPr lang="en-US" dirty="0"/>
              <a:t>Mohamed </a:t>
            </a:r>
            <a:r>
              <a:rPr lang="en-US" dirty="0" err="1"/>
              <a:t>Saad</a:t>
            </a:r>
            <a:r>
              <a:rPr lang="en-US" dirty="0"/>
              <a:t> </a:t>
            </a:r>
            <a:r>
              <a:rPr lang="en-US" dirty="0" err="1"/>
              <a:t>Zakaria</a:t>
            </a:r>
            <a:endParaRPr lang="en-US" dirty="0"/>
          </a:p>
        </p:txBody>
      </p:sp>
      <p:sp>
        <p:nvSpPr>
          <p:cNvPr id="224" name="Subtitle 2"/>
          <p:cNvSpPr txBox="1">
            <a:spLocks/>
          </p:cNvSpPr>
          <p:nvPr/>
        </p:nvSpPr>
        <p:spPr>
          <a:xfrm>
            <a:off x="3693814" y="1632675"/>
            <a:ext cx="2484574" cy="415927"/>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1pPr>
            <a:lvl2pPr marL="914400" marR="0" lvl="1"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2pPr>
            <a:lvl3pPr marL="1371600" marR="0" lvl="2"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3pPr>
            <a:lvl4pPr marL="1828800" marR="0" lvl="3"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4pPr>
            <a:lvl5pPr marL="2286000" marR="0" lvl="4"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5pPr>
            <a:lvl6pPr marL="2743200" marR="0" lvl="5"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6pPr>
            <a:lvl7pPr marL="3200400" marR="0" lvl="6"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7pPr>
            <a:lvl8pPr marL="3657600" marR="0" lvl="7"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8pPr>
            <a:lvl9pPr marL="4114800" marR="0" lvl="8"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9pPr>
          </a:lstStyle>
          <a:p>
            <a:r>
              <a:rPr lang="en-US" dirty="0"/>
              <a:t>Mora </a:t>
            </a:r>
            <a:r>
              <a:rPr lang="en-US" dirty="0" err="1"/>
              <a:t>Magdy</a:t>
            </a:r>
            <a:r>
              <a:rPr lang="en-US" dirty="0"/>
              <a:t> </a:t>
            </a:r>
            <a:r>
              <a:rPr lang="en-US" dirty="0" err="1"/>
              <a:t>Eshak</a:t>
            </a:r>
            <a:endParaRPr lang="en-US" dirty="0"/>
          </a:p>
        </p:txBody>
      </p:sp>
      <p:sp>
        <p:nvSpPr>
          <p:cNvPr id="225" name="Subtitle 2"/>
          <p:cNvSpPr txBox="1">
            <a:spLocks/>
          </p:cNvSpPr>
          <p:nvPr/>
        </p:nvSpPr>
        <p:spPr>
          <a:xfrm>
            <a:off x="681532" y="2421126"/>
            <a:ext cx="2382926" cy="415927"/>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1pPr>
            <a:lvl2pPr marL="914400" marR="0" lvl="1"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2pPr>
            <a:lvl3pPr marL="1371600" marR="0" lvl="2"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3pPr>
            <a:lvl4pPr marL="1828800" marR="0" lvl="3"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4pPr>
            <a:lvl5pPr marL="2286000" marR="0" lvl="4"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5pPr>
            <a:lvl6pPr marL="2743200" marR="0" lvl="5"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6pPr>
            <a:lvl7pPr marL="3200400" marR="0" lvl="6"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7pPr>
            <a:lvl8pPr marL="3657600" marR="0" lvl="7"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8pPr>
            <a:lvl9pPr marL="4114800" marR="0" lvl="8"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9pPr>
          </a:lstStyle>
          <a:p>
            <a:r>
              <a:rPr lang="en-US" dirty="0" err="1"/>
              <a:t>Alaa</a:t>
            </a:r>
            <a:r>
              <a:rPr lang="en-US" dirty="0"/>
              <a:t> Osama Mohamed</a:t>
            </a:r>
          </a:p>
        </p:txBody>
      </p:sp>
      <p:sp>
        <p:nvSpPr>
          <p:cNvPr id="226" name="Subtitle 2"/>
          <p:cNvSpPr txBox="1">
            <a:spLocks/>
          </p:cNvSpPr>
          <p:nvPr/>
        </p:nvSpPr>
        <p:spPr>
          <a:xfrm>
            <a:off x="6509951" y="663346"/>
            <a:ext cx="2000785" cy="415927"/>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1pPr>
            <a:lvl2pPr marL="914400" marR="0" lvl="1"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2pPr>
            <a:lvl3pPr marL="1371600" marR="0" lvl="2"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3pPr>
            <a:lvl4pPr marL="1828800" marR="0" lvl="3"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4pPr>
            <a:lvl5pPr marL="2286000" marR="0" lvl="4"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5pPr>
            <a:lvl6pPr marL="2743200" marR="0" lvl="5"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6pPr>
            <a:lvl7pPr marL="3200400" marR="0" lvl="6"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7pPr>
            <a:lvl8pPr marL="3657600" marR="0" lvl="7"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8pPr>
            <a:lvl9pPr marL="4114800" marR="0" lvl="8"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9pPr>
          </a:lstStyle>
          <a:p>
            <a:r>
              <a:rPr lang="en-US" sz="1600" b="1" u="sng" dirty="0"/>
              <a:t>Supervised by:</a:t>
            </a:r>
          </a:p>
        </p:txBody>
      </p:sp>
      <p:sp>
        <p:nvSpPr>
          <p:cNvPr id="227" name="Subtitle 2"/>
          <p:cNvSpPr txBox="1">
            <a:spLocks/>
          </p:cNvSpPr>
          <p:nvPr/>
        </p:nvSpPr>
        <p:spPr>
          <a:xfrm>
            <a:off x="6187485" y="1104840"/>
            <a:ext cx="2827144" cy="415927"/>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1pPr>
            <a:lvl2pPr marL="914400" marR="0" lvl="1"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2pPr>
            <a:lvl3pPr marL="1371600" marR="0" lvl="2"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3pPr>
            <a:lvl4pPr marL="1828800" marR="0" lvl="3"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4pPr>
            <a:lvl5pPr marL="2286000" marR="0" lvl="4"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5pPr>
            <a:lvl6pPr marL="2743200" marR="0" lvl="5"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6pPr>
            <a:lvl7pPr marL="3200400" marR="0" lvl="6"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7pPr>
            <a:lvl8pPr marL="3657600" marR="0" lvl="7"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8pPr>
            <a:lvl9pPr marL="4114800" marR="0" lvl="8"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9pPr>
          </a:lstStyle>
          <a:p>
            <a:r>
              <a:rPr lang="en-US" sz="2000" b="1" dirty="0">
                <a:solidFill>
                  <a:srgbClr val="E53A39"/>
                </a:solidFill>
                <a:latin typeface="Nova Square"/>
                <a:ea typeface="Nova Square"/>
                <a:cs typeface="Nova Square"/>
                <a:sym typeface="Nova Square"/>
              </a:rPr>
              <a:t>Eng./ Kareem </a:t>
            </a:r>
            <a:r>
              <a:rPr lang="en-US" sz="2000" b="1" dirty="0" err="1">
                <a:solidFill>
                  <a:srgbClr val="E53A39"/>
                </a:solidFill>
                <a:latin typeface="Nova Square"/>
                <a:ea typeface="Nova Square"/>
                <a:cs typeface="Nova Square"/>
                <a:sym typeface="Nova Square"/>
              </a:rPr>
              <a:t>Bakli</a:t>
            </a:r>
            <a:endParaRPr lang="en-US" sz="2000" b="1" dirty="0">
              <a:solidFill>
                <a:srgbClr val="E53A39"/>
              </a:solidFill>
              <a:latin typeface="Nova Square"/>
              <a:ea typeface="Nova Square"/>
              <a:cs typeface="Nova Square"/>
              <a:sym typeface="Nova Square"/>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3"/>
        <p:cNvGrpSpPr/>
        <p:nvPr/>
      </p:nvGrpSpPr>
      <p:grpSpPr>
        <a:xfrm>
          <a:off x="0" y="0"/>
          <a:ext cx="0" cy="0"/>
          <a:chOff x="0" y="0"/>
          <a:chExt cx="0" cy="0"/>
        </a:xfrm>
      </p:grpSpPr>
      <p:sp>
        <p:nvSpPr>
          <p:cNvPr id="774" name="Google Shape;774;p27"/>
          <p:cNvSpPr txBox="1">
            <a:spLocks noGrp="1"/>
          </p:cNvSpPr>
          <p:nvPr>
            <p:ph type="title"/>
          </p:nvPr>
        </p:nvSpPr>
        <p:spPr>
          <a:xfrm>
            <a:off x="767385" y="85703"/>
            <a:ext cx="7704000" cy="683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Table of contents</a:t>
            </a:r>
            <a:endParaRPr dirty="0"/>
          </a:p>
        </p:txBody>
      </p:sp>
      <p:sp>
        <p:nvSpPr>
          <p:cNvPr id="779" name="Google Shape;779;p27"/>
          <p:cNvSpPr txBox="1">
            <a:spLocks noGrp="1"/>
          </p:cNvSpPr>
          <p:nvPr>
            <p:ph type="title" idx="5"/>
          </p:nvPr>
        </p:nvSpPr>
        <p:spPr>
          <a:xfrm>
            <a:off x="497199" y="1067746"/>
            <a:ext cx="733500" cy="733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01</a:t>
            </a:r>
            <a:endParaRPr dirty="0"/>
          </a:p>
        </p:txBody>
      </p:sp>
      <p:sp>
        <p:nvSpPr>
          <p:cNvPr id="780" name="Google Shape;780;p27"/>
          <p:cNvSpPr txBox="1">
            <a:spLocks noGrp="1"/>
          </p:cNvSpPr>
          <p:nvPr>
            <p:ph type="title" idx="6"/>
          </p:nvPr>
        </p:nvSpPr>
        <p:spPr>
          <a:xfrm>
            <a:off x="482713" y="2277564"/>
            <a:ext cx="731400" cy="73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sp>
        <p:nvSpPr>
          <p:cNvPr id="781" name="Google Shape;781;p27"/>
          <p:cNvSpPr txBox="1">
            <a:spLocks noGrp="1"/>
          </p:cNvSpPr>
          <p:nvPr>
            <p:ph type="title" idx="7"/>
          </p:nvPr>
        </p:nvSpPr>
        <p:spPr>
          <a:xfrm>
            <a:off x="4702513" y="1067746"/>
            <a:ext cx="731400" cy="73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sp>
        <p:nvSpPr>
          <p:cNvPr id="783" name="Google Shape;783;p27"/>
          <p:cNvSpPr txBox="1">
            <a:spLocks noGrp="1"/>
          </p:cNvSpPr>
          <p:nvPr>
            <p:ph type="subTitle" idx="9"/>
          </p:nvPr>
        </p:nvSpPr>
        <p:spPr>
          <a:xfrm>
            <a:off x="1390121" y="1225467"/>
            <a:ext cx="2128934"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Project Idea</a:t>
            </a:r>
            <a:endParaRPr dirty="0"/>
          </a:p>
        </p:txBody>
      </p:sp>
      <p:sp>
        <p:nvSpPr>
          <p:cNvPr id="784" name="Google Shape;784;p27"/>
          <p:cNvSpPr txBox="1">
            <a:spLocks noGrp="1"/>
          </p:cNvSpPr>
          <p:nvPr>
            <p:ph type="subTitle" idx="13"/>
          </p:nvPr>
        </p:nvSpPr>
        <p:spPr>
          <a:xfrm>
            <a:off x="1284729" y="2277564"/>
            <a:ext cx="3231853" cy="805416"/>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Data issues</a:t>
            </a:r>
          </a:p>
          <a:p>
            <a:pPr marL="0" lvl="0" indent="0" algn="l" rtl="0">
              <a:spcBef>
                <a:spcPts val="0"/>
              </a:spcBef>
              <a:spcAft>
                <a:spcPts val="0"/>
              </a:spcAft>
              <a:buNone/>
            </a:pPr>
            <a:r>
              <a:rPr lang="en" dirty="0"/>
              <a:t>&amp; Recommendations</a:t>
            </a:r>
            <a:endParaRPr dirty="0"/>
          </a:p>
        </p:txBody>
      </p:sp>
      <p:sp>
        <p:nvSpPr>
          <p:cNvPr id="785" name="Google Shape;785;p27"/>
          <p:cNvSpPr txBox="1">
            <a:spLocks noGrp="1"/>
          </p:cNvSpPr>
          <p:nvPr>
            <p:ph type="subTitle" idx="14"/>
          </p:nvPr>
        </p:nvSpPr>
        <p:spPr>
          <a:xfrm>
            <a:off x="5585715" y="1010630"/>
            <a:ext cx="2657740" cy="877274"/>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Key features </a:t>
            </a:r>
          </a:p>
          <a:p>
            <a:pPr marL="0" lvl="0" indent="0" algn="l" rtl="0">
              <a:spcBef>
                <a:spcPts val="0"/>
              </a:spcBef>
              <a:spcAft>
                <a:spcPts val="0"/>
              </a:spcAft>
              <a:buNone/>
            </a:pPr>
            <a:r>
              <a:rPr lang="en-US" dirty="0"/>
              <a:t>of the Dataset</a:t>
            </a:r>
            <a:endParaRPr dirty="0"/>
          </a:p>
        </p:txBody>
      </p:sp>
      <p:sp>
        <p:nvSpPr>
          <p:cNvPr id="787" name="Google Shape;787;p27"/>
          <p:cNvSpPr/>
          <p:nvPr/>
        </p:nvSpPr>
        <p:spPr>
          <a:xfrm>
            <a:off x="6499" y="2500400"/>
            <a:ext cx="1714901" cy="475450"/>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5EBFD1">
              <a:alpha val="20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779;p27"/>
          <p:cNvSpPr txBox="1">
            <a:spLocks noGrp="1"/>
          </p:cNvSpPr>
          <p:nvPr>
            <p:ph type="title" idx="5"/>
          </p:nvPr>
        </p:nvSpPr>
        <p:spPr>
          <a:xfrm>
            <a:off x="4700413" y="2294779"/>
            <a:ext cx="733500" cy="733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04</a:t>
            </a:r>
            <a:endParaRPr dirty="0"/>
          </a:p>
        </p:txBody>
      </p:sp>
      <p:sp>
        <p:nvSpPr>
          <p:cNvPr id="11" name="Google Shape;784;p27"/>
          <p:cNvSpPr txBox="1">
            <a:spLocks noGrp="1"/>
          </p:cNvSpPr>
          <p:nvPr>
            <p:ph type="subTitle" idx="13"/>
          </p:nvPr>
        </p:nvSpPr>
        <p:spPr>
          <a:xfrm>
            <a:off x="5507217" y="2277564"/>
            <a:ext cx="2814735" cy="805416"/>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Implementation of recommendations</a:t>
            </a:r>
            <a:endParaRPr dirty="0"/>
          </a:p>
        </p:txBody>
      </p:sp>
      <p:sp>
        <p:nvSpPr>
          <p:cNvPr id="12" name="Google Shape;779;p27"/>
          <p:cNvSpPr txBox="1">
            <a:spLocks noGrp="1"/>
          </p:cNvSpPr>
          <p:nvPr>
            <p:ph type="title" idx="5"/>
          </p:nvPr>
        </p:nvSpPr>
        <p:spPr>
          <a:xfrm>
            <a:off x="480613" y="3355297"/>
            <a:ext cx="733500" cy="733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05</a:t>
            </a:r>
            <a:endParaRPr dirty="0"/>
          </a:p>
        </p:txBody>
      </p:sp>
      <p:sp>
        <p:nvSpPr>
          <p:cNvPr id="13" name="Google Shape;784;p27"/>
          <p:cNvSpPr txBox="1">
            <a:spLocks noGrp="1"/>
          </p:cNvSpPr>
          <p:nvPr>
            <p:ph type="subTitle" idx="13"/>
          </p:nvPr>
        </p:nvSpPr>
        <p:spPr>
          <a:xfrm>
            <a:off x="1284729" y="3527699"/>
            <a:ext cx="2814735" cy="482108"/>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Data modeling</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91"/>
        <p:cNvGrpSpPr/>
        <p:nvPr/>
      </p:nvGrpSpPr>
      <p:grpSpPr>
        <a:xfrm>
          <a:off x="0" y="0"/>
          <a:ext cx="0" cy="0"/>
          <a:chOff x="0" y="0"/>
          <a:chExt cx="0" cy="0"/>
        </a:xfrm>
      </p:grpSpPr>
      <p:sp>
        <p:nvSpPr>
          <p:cNvPr id="792" name="Google Shape;792;p28"/>
          <p:cNvSpPr txBox="1">
            <a:spLocks noGrp="1"/>
          </p:cNvSpPr>
          <p:nvPr>
            <p:ph type="subTitle" idx="1"/>
          </p:nvPr>
        </p:nvSpPr>
        <p:spPr>
          <a:xfrm>
            <a:off x="429063" y="1295906"/>
            <a:ext cx="8093762" cy="2092308"/>
          </a:xfrm>
          <a:prstGeom prst="rect">
            <a:avLst/>
          </a:prstGeom>
        </p:spPr>
        <p:txBody>
          <a:bodyPr spcFirstLastPara="1" wrap="square" lIns="91425" tIns="91425" rIns="91425" bIns="91425" anchor="t" anchorCtr="0">
            <a:noAutofit/>
          </a:bodyPr>
          <a:lstStyle/>
          <a:p>
            <a:pPr marL="0" lvl="0" indent="0" algn="just"/>
            <a:r>
              <a:rPr lang="en-US" sz="2000" dirty="0"/>
              <a:t>This project analyzes UK train operating data to identify performance trends, root causes of delays, and passenger journey impacts. Using Power BI for data integration, analysis, and visualization, we deliver actionable insights to help Railway stakeholders make informed decisions and provide them with a clear view of network performance.</a:t>
            </a:r>
            <a:endParaRPr sz="2000" dirty="0"/>
          </a:p>
        </p:txBody>
      </p:sp>
      <p:sp>
        <p:nvSpPr>
          <p:cNvPr id="793" name="Google Shape;793;p28"/>
          <p:cNvSpPr txBox="1">
            <a:spLocks noGrp="1"/>
          </p:cNvSpPr>
          <p:nvPr>
            <p:ph type="title"/>
          </p:nvPr>
        </p:nvSpPr>
        <p:spPr>
          <a:xfrm>
            <a:off x="720000" y="334125"/>
            <a:ext cx="7704000" cy="683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Project Idea</a:t>
            </a:r>
            <a:endParaRPr dirty="0"/>
          </a:p>
        </p:txBody>
      </p:sp>
      <p:sp>
        <p:nvSpPr>
          <p:cNvPr id="795" name="Google Shape;795;p28"/>
          <p:cNvSpPr/>
          <p:nvPr/>
        </p:nvSpPr>
        <p:spPr>
          <a:xfrm>
            <a:off x="6500" y="4518500"/>
            <a:ext cx="9144000" cy="624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96" name="Google Shape;796;p28"/>
          <p:cNvGrpSpPr/>
          <p:nvPr/>
        </p:nvGrpSpPr>
        <p:grpSpPr>
          <a:xfrm rot="-5400000">
            <a:off x="7909225" y="3277224"/>
            <a:ext cx="1686809" cy="795742"/>
            <a:chOff x="3" y="782928"/>
            <a:chExt cx="1686809" cy="795742"/>
          </a:xfrm>
        </p:grpSpPr>
        <p:grpSp>
          <p:nvGrpSpPr>
            <p:cNvPr id="797" name="Google Shape;797;p28"/>
            <p:cNvGrpSpPr/>
            <p:nvPr/>
          </p:nvGrpSpPr>
          <p:grpSpPr>
            <a:xfrm rot="-5400000">
              <a:off x="445537" y="337394"/>
              <a:ext cx="795742" cy="1686809"/>
              <a:chOff x="-809850" y="445850"/>
              <a:chExt cx="1036527" cy="2197225"/>
            </a:xfrm>
          </p:grpSpPr>
          <p:sp>
            <p:nvSpPr>
              <p:cNvPr id="798" name="Google Shape;798;p28"/>
              <p:cNvSpPr/>
              <p:nvPr/>
            </p:nvSpPr>
            <p:spPr>
              <a:xfrm rot="10800000" flipH="1">
                <a:off x="-284828" y="630082"/>
                <a:ext cx="111607" cy="1369765"/>
              </a:xfrm>
              <a:custGeom>
                <a:avLst/>
                <a:gdLst/>
                <a:ahLst/>
                <a:cxnLst/>
                <a:rect l="l" t="t" r="r" b="b"/>
                <a:pathLst>
                  <a:path w="355" h="4357" extrusionOk="0">
                    <a:moveTo>
                      <a:pt x="1" y="0"/>
                    </a:moveTo>
                    <a:lnTo>
                      <a:pt x="1" y="4357"/>
                    </a:lnTo>
                    <a:lnTo>
                      <a:pt x="354" y="4357"/>
                    </a:lnTo>
                    <a:lnTo>
                      <a:pt x="354"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28"/>
              <p:cNvSpPr/>
              <p:nvPr/>
            </p:nvSpPr>
            <p:spPr>
              <a:xfrm rot="10800000" flipH="1">
                <a:off x="-229182" y="630082"/>
                <a:ext cx="55961" cy="1369765"/>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28"/>
              <p:cNvSpPr/>
              <p:nvPr/>
            </p:nvSpPr>
            <p:spPr>
              <a:xfrm rot="10800000" flipH="1">
                <a:off x="-284828" y="1701497"/>
                <a:ext cx="111607" cy="76081"/>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28"/>
              <p:cNvSpPr/>
              <p:nvPr/>
            </p:nvSpPr>
            <p:spPr>
              <a:xfrm rot="10800000" flipH="1">
                <a:off x="-618390" y="445850"/>
                <a:ext cx="782504" cy="181084"/>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28"/>
              <p:cNvSpPr/>
              <p:nvPr/>
            </p:nvSpPr>
            <p:spPr>
              <a:xfrm rot="10800000" flipH="1">
                <a:off x="-788786" y="1772549"/>
                <a:ext cx="1015464" cy="87052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28"/>
              <p:cNvSpPr/>
              <p:nvPr/>
            </p:nvSpPr>
            <p:spPr>
              <a:xfrm rot="10800000" flipH="1">
                <a:off x="-764579" y="1807131"/>
                <a:ext cx="935610" cy="801361"/>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28"/>
              <p:cNvSpPr/>
              <p:nvPr/>
            </p:nvSpPr>
            <p:spPr>
              <a:xfrm rot="10800000" flipH="1">
                <a:off x="-809850" y="1771921"/>
                <a:ext cx="1015464" cy="871154"/>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05" name="Google Shape;805;p28"/>
            <p:cNvSpPr/>
            <p:nvPr/>
          </p:nvSpPr>
          <p:spPr>
            <a:xfrm rot="5400000">
              <a:off x="1239346" y="972807"/>
              <a:ext cx="322875" cy="279250"/>
            </a:xfrm>
            <a:prstGeom prst="flowChartExtra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779;p27"/>
          <p:cNvSpPr txBox="1">
            <a:spLocks/>
          </p:cNvSpPr>
          <p:nvPr/>
        </p:nvSpPr>
        <p:spPr>
          <a:xfrm>
            <a:off x="2113837" y="334125"/>
            <a:ext cx="733500" cy="733500"/>
          </a:xfrm>
          <a:prstGeom prst="rect">
            <a:avLst/>
          </a:prstGeom>
          <a:solidFill>
            <a:schemeClr val="accent4"/>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0" indent="0" algn="ctr">
              <a:buClr>
                <a:schemeClr val="dk1"/>
              </a:buClr>
              <a:buSzPts val="3000"/>
              <a:buFont typeface="Nova Square"/>
              <a:buNone/>
              <a:defRPr sz="3000" b="1">
                <a:solidFill>
                  <a:schemeClr val="lt1"/>
                </a:solidFill>
                <a:latin typeface="Nova Square"/>
                <a:ea typeface="Nova Square"/>
                <a:cs typeface="Nova Square"/>
                <a:sym typeface="Nova Square"/>
              </a:defRPr>
            </a:lvl1pPr>
            <a:lvl2pPr>
              <a:buClr>
                <a:schemeClr val="dk1"/>
              </a:buClr>
              <a:buSzPts val="3000"/>
              <a:buFont typeface="Nova Square"/>
              <a:buNone/>
              <a:defRPr sz="3000" b="1">
                <a:solidFill>
                  <a:schemeClr val="dk1"/>
                </a:solidFill>
                <a:latin typeface="Nova Square"/>
                <a:ea typeface="Nova Square"/>
                <a:cs typeface="Nova Square"/>
                <a:sym typeface="Nova Square"/>
              </a:defRPr>
            </a:lvl2pPr>
            <a:lvl3pPr>
              <a:buClr>
                <a:schemeClr val="dk1"/>
              </a:buClr>
              <a:buSzPts val="3000"/>
              <a:buFont typeface="Nova Square"/>
              <a:buNone/>
              <a:defRPr sz="3000" b="1">
                <a:solidFill>
                  <a:schemeClr val="dk1"/>
                </a:solidFill>
                <a:latin typeface="Nova Square"/>
                <a:ea typeface="Nova Square"/>
                <a:cs typeface="Nova Square"/>
                <a:sym typeface="Nova Square"/>
              </a:defRPr>
            </a:lvl3pPr>
            <a:lvl4pPr>
              <a:buClr>
                <a:schemeClr val="dk1"/>
              </a:buClr>
              <a:buSzPts val="3000"/>
              <a:buFont typeface="Nova Square"/>
              <a:buNone/>
              <a:defRPr sz="3000" b="1">
                <a:solidFill>
                  <a:schemeClr val="dk1"/>
                </a:solidFill>
                <a:latin typeface="Nova Square"/>
                <a:ea typeface="Nova Square"/>
                <a:cs typeface="Nova Square"/>
                <a:sym typeface="Nova Square"/>
              </a:defRPr>
            </a:lvl4pPr>
            <a:lvl5pPr>
              <a:buClr>
                <a:schemeClr val="dk1"/>
              </a:buClr>
              <a:buSzPts val="3000"/>
              <a:buFont typeface="Nova Square"/>
              <a:buNone/>
              <a:defRPr sz="3000" b="1">
                <a:solidFill>
                  <a:schemeClr val="dk1"/>
                </a:solidFill>
                <a:latin typeface="Nova Square"/>
                <a:ea typeface="Nova Square"/>
                <a:cs typeface="Nova Square"/>
                <a:sym typeface="Nova Square"/>
              </a:defRPr>
            </a:lvl5pPr>
            <a:lvl6pPr>
              <a:buClr>
                <a:schemeClr val="dk1"/>
              </a:buClr>
              <a:buSzPts val="3000"/>
              <a:buFont typeface="Nova Square"/>
              <a:buNone/>
              <a:defRPr sz="3000" b="1">
                <a:solidFill>
                  <a:schemeClr val="dk1"/>
                </a:solidFill>
                <a:latin typeface="Nova Square"/>
                <a:ea typeface="Nova Square"/>
                <a:cs typeface="Nova Square"/>
                <a:sym typeface="Nova Square"/>
              </a:defRPr>
            </a:lvl6pPr>
            <a:lvl7pPr>
              <a:buClr>
                <a:schemeClr val="dk1"/>
              </a:buClr>
              <a:buSzPts val="3000"/>
              <a:buFont typeface="Nova Square"/>
              <a:buNone/>
              <a:defRPr sz="3000" b="1">
                <a:solidFill>
                  <a:schemeClr val="dk1"/>
                </a:solidFill>
                <a:latin typeface="Nova Square"/>
                <a:ea typeface="Nova Square"/>
                <a:cs typeface="Nova Square"/>
                <a:sym typeface="Nova Square"/>
              </a:defRPr>
            </a:lvl7pPr>
            <a:lvl8pPr>
              <a:buClr>
                <a:schemeClr val="dk1"/>
              </a:buClr>
              <a:buSzPts val="3000"/>
              <a:buFont typeface="Nova Square"/>
              <a:buNone/>
              <a:defRPr sz="3000" b="1">
                <a:solidFill>
                  <a:schemeClr val="dk1"/>
                </a:solidFill>
                <a:latin typeface="Nova Square"/>
                <a:ea typeface="Nova Square"/>
                <a:cs typeface="Nova Square"/>
                <a:sym typeface="Nova Square"/>
              </a:defRPr>
            </a:lvl8pPr>
            <a:lvl9pPr>
              <a:buClr>
                <a:schemeClr val="dk1"/>
              </a:buClr>
              <a:buSzPts val="3000"/>
              <a:buFont typeface="Nova Square"/>
              <a:buNone/>
              <a:defRPr sz="3000" b="1">
                <a:solidFill>
                  <a:schemeClr val="dk1"/>
                </a:solidFill>
                <a:latin typeface="Nova Square"/>
                <a:ea typeface="Nova Square"/>
                <a:cs typeface="Nova Square"/>
                <a:sym typeface="Nova Square"/>
              </a:defRPr>
            </a:lvl9pPr>
          </a:lstStyle>
          <a:p>
            <a:r>
              <a:rPr lang="en-US" dirty="0"/>
              <a:t>01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45"/>
        <p:cNvGrpSpPr/>
        <p:nvPr/>
      </p:nvGrpSpPr>
      <p:grpSpPr>
        <a:xfrm>
          <a:off x="0" y="0"/>
          <a:ext cx="0" cy="0"/>
          <a:chOff x="0" y="0"/>
          <a:chExt cx="0" cy="0"/>
        </a:xfrm>
      </p:grpSpPr>
      <p:sp>
        <p:nvSpPr>
          <p:cNvPr id="107" name="Google Shape;779;p27"/>
          <p:cNvSpPr txBox="1">
            <a:spLocks/>
          </p:cNvSpPr>
          <p:nvPr/>
        </p:nvSpPr>
        <p:spPr>
          <a:xfrm>
            <a:off x="1178692" y="163752"/>
            <a:ext cx="733500" cy="733500"/>
          </a:xfrm>
          <a:prstGeom prst="rect">
            <a:avLst/>
          </a:prstGeom>
          <a:solidFill>
            <a:schemeClr val="accent4"/>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0" indent="0" algn="ctr">
              <a:buClr>
                <a:schemeClr val="dk1"/>
              </a:buClr>
              <a:buSzPts val="3000"/>
              <a:buFont typeface="Nova Square"/>
              <a:buNone/>
              <a:defRPr sz="3000" b="1">
                <a:solidFill>
                  <a:schemeClr val="lt1"/>
                </a:solidFill>
                <a:latin typeface="Nova Square"/>
                <a:ea typeface="Nova Square"/>
                <a:cs typeface="Nova Square"/>
                <a:sym typeface="Nova Square"/>
              </a:defRPr>
            </a:lvl1pPr>
            <a:lvl2pPr>
              <a:buClr>
                <a:schemeClr val="dk1"/>
              </a:buClr>
              <a:buSzPts val="3000"/>
              <a:buFont typeface="Nova Square"/>
              <a:buNone/>
              <a:defRPr sz="3000" b="1">
                <a:solidFill>
                  <a:schemeClr val="dk1"/>
                </a:solidFill>
                <a:latin typeface="Nova Square"/>
                <a:ea typeface="Nova Square"/>
                <a:cs typeface="Nova Square"/>
                <a:sym typeface="Nova Square"/>
              </a:defRPr>
            </a:lvl2pPr>
            <a:lvl3pPr>
              <a:buClr>
                <a:schemeClr val="dk1"/>
              </a:buClr>
              <a:buSzPts val="3000"/>
              <a:buFont typeface="Nova Square"/>
              <a:buNone/>
              <a:defRPr sz="3000" b="1">
                <a:solidFill>
                  <a:schemeClr val="dk1"/>
                </a:solidFill>
                <a:latin typeface="Nova Square"/>
                <a:ea typeface="Nova Square"/>
                <a:cs typeface="Nova Square"/>
                <a:sym typeface="Nova Square"/>
              </a:defRPr>
            </a:lvl3pPr>
            <a:lvl4pPr>
              <a:buClr>
                <a:schemeClr val="dk1"/>
              </a:buClr>
              <a:buSzPts val="3000"/>
              <a:buFont typeface="Nova Square"/>
              <a:buNone/>
              <a:defRPr sz="3000" b="1">
                <a:solidFill>
                  <a:schemeClr val="dk1"/>
                </a:solidFill>
                <a:latin typeface="Nova Square"/>
                <a:ea typeface="Nova Square"/>
                <a:cs typeface="Nova Square"/>
                <a:sym typeface="Nova Square"/>
              </a:defRPr>
            </a:lvl4pPr>
            <a:lvl5pPr>
              <a:buClr>
                <a:schemeClr val="dk1"/>
              </a:buClr>
              <a:buSzPts val="3000"/>
              <a:buFont typeface="Nova Square"/>
              <a:buNone/>
              <a:defRPr sz="3000" b="1">
                <a:solidFill>
                  <a:schemeClr val="dk1"/>
                </a:solidFill>
                <a:latin typeface="Nova Square"/>
                <a:ea typeface="Nova Square"/>
                <a:cs typeface="Nova Square"/>
                <a:sym typeface="Nova Square"/>
              </a:defRPr>
            </a:lvl5pPr>
            <a:lvl6pPr>
              <a:buClr>
                <a:schemeClr val="dk1"/>
              </a:buClr>
              <a:buSzPts val="3000"/>
              <a:buFont typeface="Nova Square"/>
              <a:buNone/>
              <a:defRPr sz="3000" b="1">
                <a:solidFill>
                  <a:schemeClr val="dk1"/>
                </a:solidFill>
                <a:latin typeface="Nova Square"/>
                <a:ea typeface="Nova Square"/>
                <a:cs typeface="Nova Square"/>
                <a:sym typeface="Nova Square"/>
              </a:defRPr>
            </a:lvl6pPr>
            <a:lvl7pPr>
              <a:buClr>
                <a:schemeClr val="dk1"/>
              </a:buClr>
              <a:buSzPts val="3000"/>
              <a:buFont typeface="Nova Square"/>
              <a:buNone/>
              <a:defRPr sz="3000" b="1">
                <a:solidFill>
                  <a:schemeClr val="dk1"/>
                </a:solidFill>
                <a:latin typeface="Nova Square"/>
                <a:ea typeface="Nova Square"/>
                <a:cs typeface="Nova Square"/>
                <a:sym typeface="Nova Square"/>
              </a:defRPr>
            </a:lvl7pPr>
            <a:lvl8pPr>
              <a:buClr>
                <a:schemeClr val="dk1"/>
              </a:buClr>
              <a:buSzPts val="3000"/>
              <a:buFont typeface="Nova Square"/>
              <a:buNone/>
              <a:defRPr sz="3000" b="1">
                <a:solidFill>
                  <a:schemeClr val="dk1"/>
                </a:solidFill>
                <a:latin typeface="Nova Square"/>
                <a:ea typeface="Nova Square"/>
                <a:cs typeface="Nova Square"/>
                <a:sym typeface="Nova Square"/>
              </a:defRPr>
            </a:lvl8pPr>
            <a:lvl9pPr>
              <a:buClr>
                <a:schemeClr val="dk1"/>
              </a:buClr>
              <a:buSzPts val="3000"/>
              <a:buFont typeface="Nova Square"/>
              <a:buNone/>
              <a:defRPr sz="3000" b="1">
                <a:solidFill>
                  <a:schemeClr val="dk1"/>
                </a:solidFill>
                <a:latin typeface="Nova Square"/>
                <a:ea typeface="Nova Square"/>
                <a:cs typeface="Nova Square"/>
                <a:sym typeface="Nova Square"/>
              </a:defRPr>
            </a:lvl9pPr>
          </a:lstStyle>
          <a:p>
            <a:r>
              <a:rPr lang="en-US" dirty="0"/>
              <a:t>02</a:t>
            </a:r>
          </a:p>
        </p:txBody>
      </p:sp>
      <p:sp>
        <p:nvSpPr>
          <p:cNvPr id="108" name="Google Shape;793;p28"/>
          <p:cNvSpPr txBox="1">
            <a:spLocks noGrp="1"/>
          </p:cNvSpPr>
          <p:nvPr>
            <p:ph type="title"/>
          </p:nvPr>
        </p:nvSpPr>
        <p:spPr>
          <a:xfrm>
            <a:off x="1730974" y="213552"/>
            <a:ext cx="6472716" cy="683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Key features of the Dataset</a:t>
            </a:r>
            <a:endParaRPr dirty="0"/>
          </a:p>
        </p:txBody>
      </p:sp>
      <p:grpSp>
        <p:nvGrpSpPr>
          <p:cNvPr id="131" name="Google Shape;5659;p54"/>
          <p:cNvGrpSpPr/>
          <p:nvPr/>
        </p:nvGrpSpPr>
        <p:grpSpPr>
          <a:xfrm>
            <a:off x="1839618" y="1076141"/>
            <a:ext cx="4971622" cy="1886596"/>
            <a:chOff x="2032647" y="2529299"/>
            <a:chExt cx="5078693" cy="2403342"/>
          </a:xfrm>
        </p:grpSpPr>
        <p:sp>
          <p:nvSpPr>
            <p:cNvPr id="132" name="Google Shape;5660;p54"/>
            <p:cNvSpPr/>
            <p:nvPr/>
          </p:nvSpPr>
          <p:spPr>
            <a:xfrm>
              <a:off x="3802943" y="2529299"/>
              <a:ext cx="1538100" cy="442500"/>
            </a:xfrm>
            <a:prstGeom prst="roundRect">
              <a:avLst>
                <a:gd name="adj" fmla="val 50000"/>
              </a:avLst>
            </a:prstGeom>
            <a:solidFill>
              <a:schemeClr val="accent6">
                <a:lumMod val="25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dirty="0">
                  <a:solidFill>
                    <a:srgbClr val="FFFFFF"/>
                  </a:solidFill>
                </a:rPr>
                <a:t>count</a:t>
              </a:r>
              <a:endParaRPr dirty="0">
                <a:solidFill>
                  <a:srgbClr val="FFFFFF"/>
                </a:solidFill>
              </a:endParaRPr>
            </a:p>
          </p:txBody>
        </p:sp>
        <p:sp>
          <p:nvSpPr>
            <p:cNvPr id="133" name="Google Shape;5661;p54"/>
            <p:cNvSpPr/>
            <p:nvPr/>
          </p:nvSpPr>
          <p:spPr>
            <a:xfrm>
              <a:off x="5573240" y="3429000"/>
              <a:ext cx="1538100" cy="442500"/>
            </a:xfrm>
            <a:prstGeom prst="roundRect">
              <a:avLst>
                <a:gd name="adj" fmla="val 50000"/>
              </a:avLst>
            </a:prstGeom>
            <a:solidFill>
              <a:srgbClr val="869F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dirty="0">
                  <a:solidFill>
                    <a:srgbClr val="FFFFFF"/>
                  </a:solidFill>
                </a:rPr>
                <a:t>Columns</a:t>
              </a:r>
              <a:endParaRPr dirty="0">
                <a:solidFill>
                  <a:srgbClr val="FFFFFF"/>
                </a:solidFill>
              </a:endParaRPr>
            </a:p>
          </p:txBody>
        </p:sp>
        <p:sp>
          <p:nvSpPr>
            <p:cNvPr id="134" name="Google Shape;5662;p54"/>
            <p:cNvSpPr/>
            <p:nvPr/>
          </p:nvSpPr>
          <p:spPr>
            <a:xfrm>
              <a:off x="2032647" y="3429000"/>
              <a:ext cx="1538100" cy="442500"/>
            </a:xfrm>
            <a:prstGeom prst="roundRect">
              <a:avLst>
                <a:gd name="adj" fmla="val 50000"/>
              </a:avLst>
            </a:prstGeom>
            <a:solidFill>
              <a:srgbClr val="869F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dirty="0">
                  <a:solidFill>
                    <a:srgbClr val="FFFFFF"/>
                  </a:solidFill>
                </a:rPr>
                <a:t>Rows</a:t>
              </a:r>
              <a:endParaRPr dirty="0">
                <a:solidFill>
                  <a:srgbClr val="FFFFFF"/>
                </a:solidFill>
              </a:endParaRPr>
            </a:p>
          </p:txBody>
        </p:sp>
        <p:sp>
          <p:nvSpPr>
            <p:cNvPr id="136" name="Google Shape;5664;p54"/>
            <p:cNvSpPr/>
            <p:nvPr/>
          </p:nvSpPr>
          <p:spPr>
            <a:xfrm>
              <a:off x="2032647" y="4490141"/>
              <a:ext cx="1538100" cy="442500"/>
            </a:xfrm>
            <a:prstGeom prst="roundRect">
              <a:avLst>
                <a:gd name="adj" fmla="val 50000"/>
              </a:avLst>
            </a:prstGeom>
            <a:solidFill>
              <a:schemeClr val="accent5">
                <a:lumMod val="75000"/>
              </a:schemeClr>
            </a:solidFill>
            <a:ln>
              <a:noFill/>
            </a:ln>
          </p:spPr>
          <p:txBody>
            <a:bodyPr spcFirstLastPara="1" wrap="square" lIns="91425" tIns="91425" rIns="91425" bIns="91425" anchor="ctr" anchorCtr="0">
              <a:noAutofit/>
            </a:bodyPr>
            <a:lstStyle/>
            <a:p>
              <a:pPr lvl="0" algn="ctr"/>
              <a:r>
                <a:rPr lang="en-US" sz="1600" b="1" dirty="0">
                  <a:solidFill>
                    <a:schemeClr val="bg1"/>
                  </a:solidFill>
                </a:rPr>
                <a:t>31654 K</a:t>
              </a:r>
              <a:endParaRPr sz="1600" b="1" dirty="0">
                <a:solidFill>
                  <a:schemeClr val="bg1"/>
                </a:solidFill>
              </a:endParaRPr>
            </a:p>
          </p:txBody>
        </p:sp>
        <p:sp>
          <p:nvSpPr>
            <p:cNvPr id="137" name="Google Shape;5665;p54"/>
            <p:cNvSpPr/>
            <p:nvPr/>
          </p:nvSpPr>
          <p:spPr>
            <a:xfrm>
              <a:off x="5573239" y="4239053"/>
              <a:ext cx="1538101" cy="442499"/>
            </a:xfrm>
            <a:prstGeom prst="roundRect">
              <a:avLst>
                <a:gd name="adj" fmla="val 50000"/>
              </a:avLst>
            </a:prstGeom>
            <a:solidFill>
              <a:schemeClr val="accent5">
                <a:lumMod val="75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600" b="1" dirty="0">
                  <a:solidFill>
                    <a:schemeClr val="bg1"/>
                  </a:solidFill>
                </a:rPr>
                <a:t>18</a:t>
              </a:r>
              <a:endParaRPr sz="1600" b="1" dirty="0">
                <a:solidFill>
                  <a:schemeClr val="bg1"/>
                </a:solidFill>
              </a:endParaRPr>
            </a:p>
          </p:txBody>
        </p:sp>
        <p:cxnSp>
          <p:nvCxnSpPr>
            <p:cNvPr id="139" name="Google Shape;5667;p54"/>
            <p:cNvCxnSpPr>
              <a:stCxn id="132" idx="2"/>
              <a:endCxn id="133" idx="0"/>
            </p:cNvCxnSpPr>
            <p:nvPr/>
          </p:nvCxnSpPr>
          <p:spPr>
            <a:xfrm rot="-5400000" flipH="1">
              <a:off x="5228543" y="2315249"/>
              <a:ext cx="457200" cy="1770300"/>
            </a:xfrm>
            <a:prstGeom prst="bentConnector3">
              <a:avLst>
                <a:gd name="adj1" fmla="val 49967"/>
              </a:avLst>
            </a:prstGeom>
            <a:noFill/>
            <a:ln w="9525" cap="flat" cmpd="sng">
              <a:solidFill>
                <a:srgbClr val="C2C2C2"/>
              </a:solidFill>
              <a:prstDash val="solid"/>
              <a:round/>
              <a:headEnd type="none" w="sm" len="sm"/>
              <a:tailEnd type="none" w="sm" len="sm"/>
            </a:ln>
          </p:spPr>
        </p:cxnSp>
        <p:cxnSp>
          <p:nvCxnSpPr>
            <p:cNvPr id="140" name="Google Shape;5668;p54"/>
            <p:cNvCxnSpPr>
              <a:stCxn id="134" idx="0"/>
              <a:endCxn id="132" idx="2"/>
            </p:cNvCxnSpPr>
            <p:nvPr/>
          </p:nvCxnSpPr>
          <p:spPr>
            <a:xfrm rot="-5400000">
              <a:off x="3458247" y="2315250"/>
              <a:ext cx="457200" cy="1770300"/>
            </a:xfrm>
            <a:prstGeom prst="bentConnector3">
              <a:avLst>
                <a:gd name="adj1" fmla="val 49967"/>
              </a:avLst>
            </a:prstGeom>
            <a:noFill/>
            <a:ln w="9525" cap="flat" cmpd="sng">
              <a:solidFill>
                <a:srgbClr val="C2C2C2"/>
              </a:solidFill>
              <a:prstDash val="solid"/>
              <a:round/>
              <a:headEnd type="none" w="sm" len="sm"/>
              <a:tailEnd type="none" w="sm" len="sm"/>
            </a:ln>
          </p:spPr>
        </p:cxnSp>
      </p:grpSp>
      <p:cxnSp>
        <p:nvCxnSpPr>
          <p:cNvPr id="14" name="Straight Connector 13"/>
          <p:cNvCxnSpPr/>
          <p:nvPr/>
        </p:nvCxnSpPr>
        <p:spPr>
          <a:xfrm flipH="1">
            <a:off x="2592453" y="2079350"/>
            <a:ext cx="1" cy="495948"/>
          </a:xfrm>
          <a:prstGeom prst="line">
            <a:avLst/>
          </a:prstGeom>
          <a:noFill/>
          <a:ln w="9525" cap="flat" cmpd="sng">
            <a:solidFill>
              <a:srgbClr val="C2C2C2"/>
            </a:solidFill>
            <a:prstDash val="solid"/>
            <a:round/>
            <a:headEnd type="none" w="sm" len="sm"/>
            <a:tailEnd type="none" w="sm" len="sm"/>
          </a:ln>
        </p:spPr>
      </p:cxnSp>
      <p:cxnSp>
        <p:nvCxnSpPr>
          <p:cNvPr id="154" name="Straight Connector 153"/>
          <p:cNvCxnSpPr/>
          <p:nvPr/>
        </p:nvCxnSpPr>
        <p:spPr>
          <a:xfrm flipH="1">
            <a:off x="6100938" y="2129753"/>
            <a:ext cx="2" cy="284119"/>
          </a:xfrm>
          <a:prstGeom prst="line">
            <a:avLst/>
          </a:prstGeom>
          <a:noFill/>
          <a:ln w="9525" cap="flat" cmpd="sng">
            <a:solidFill>
              <a:srgbClr val="C2C2C2"/>
            </a:solidFill>
            <a:prstDash val="solid"/>
            <a:round/>
            <a:headEnd type="none" w="sm" len="sm"/>
            <a:tailEnd type="none" w="sm" len="sm"/>
          </a:ln>
        </p:spPr>
      </p:cxnSp>
      <p:cxnSp>
        <p:nvCxnSpPr>
          <p:cNvPr id="159" name="Straight Connector 158"/>
          <p:cNvCxnSpPr/>
          <p:nvPr/>
        </p:nvCxnSpPr>
        <p:spPr>
          <a:xfrm flipH="1">
            <a:off x="6116285" y="2771158"/>
            <a:ext cx="2" cy="188336"/>
          </a:xfrm>
          <a:prstGeom prst="line">
            <a:avLst/>
          </a:prstGeom>
          <a:noFill/>
          <a:ln w="9525" cap="flat" cmpd="sng">
            <a:solidFill>
              <a:srgbClr val="C2C2C2"/>
            </a:solidFill>
            <a:prstDash val="solid"/>
            <a:round/>
            <a:headEnd type="none" w="sm" len="sm"/>
            <a:tailEnd type="none" w="sm" len="sm"/>
          </a:ln>
        </p:spPr>
      </p:cxnSp>
      <p:cxnSp>
        <p:nvCxnSpPr>
          <p:cNvPr id="26" name="Straight Connector 25"/>
          <p:cNvCxnSpPr/>
          <p:nvPr/>
        </p:nvCxnSpPr>
        <p:spPr>
          <a:xfrm flipH="1" flipV="1">
            <a:off x="4988781" y="2950544"/>
            <a:ext cx="1129144" cy="6927"/>
          </a:xfrm>
          <a:prstGeom prst="line">
            <a:avLst/>
          </a:prstGeom>
          <a:noFill/>
          <a:ln w="9525" cap="flat" cmpd="sng">
            <a:solidFill>
              <a:srgbClr val="C2C2C2"/>
            </a:solidFill>
            <a:prstDash val="solid"/>
            <a:round/>
            <a:headEnd type="none" w="sm" len="sm"/>
            <a:tailEnd type="none" w="sm" len="sm"/>
          </a:ln>
        </p:spPr>
      </p:cxnSp>
      <p:cxnSp>
        <p:nvCxnSpPr>
          <p:cNvPr id="232" name="Straight Connector 231"/>
          <p:cNvCxnSpPr/>
          <p:nvPr/>
        </p:nvCxnSpPr>
        <p:spPr>
          <a:xfrm flipH="1" flipV="1">
            <a:off x="6115788" y="2956030"/>
            <a:ext cx="1129144" cy="6927"/>
          </a:xfrm>
          <a:prstGeom prst="line">
            <a:avLst/>
          </a:prstGeom>
          <a:noFill/>
          <a:ln w="9525" cap="flat" cmpd="sng">
            <a:solidFill>
              <a:srgbClr val="C2C2C2"/>
            </a:solidFill>
            <a:prstDash val="solid"/>
            <a:round/>
            <a:headEnd type="none" w="sm" len="sm"/>
            <a:tailEnd type="none" w="sm" len="sm"/>
          </a:ln>
        </p:spPr>
      </p:cxnSp>
      <p:cxnSp>
        <p:nvCxnSpPr>
          <p:cNvPr id="233" name="Straight Connector 232"/>
          <p:cNvCxnSpPr/>
          <p:nvPr/>
        </p:nvCxnSpPr>
        <p:spPr>
          <a:xfrm flipH="1">
            <a:off x="4987143" y="2954396"/>
            <a:ext cx="2295" cy="264747"/>
          </a:xfrm>
          <a:prstGeom prst="line">
            <a:avLst/>
          </a:prstGeom>
          <a:noFill/>
          <a:ln w="9525" cap="flat" cmpd="sng">
            <a:solidFill>
              <a:srgbClr val="C2C2C2"/>
            </a:solidFill>
            <a:prstDash val="solid"/>
            <a:round/>
            <a:headEnd type="none" w="sm" len="sm"/>
            <a:tailEnd type="none" w="sm" len="sm"/>
          </a:ln>
        </p:spPr>
      </p:cxnSp>
      <p:cxnSp>
        <p:nvCxnSpPr>
          <p:cNvPr id="235" name="Straight Connector 234"/>
          <p:cNvCxnSpPr/>
          <p:nvPr/>
        </p:nvCxnSpPr>
        <p:spPr>
          <a:xfrm>
            <a:off x="7244931" y="2962957"/>
            <a:ext cx="1" cy="250577"/>
          </a:xfrm>
          <a:prstGeom prst="line">
            <a:avLst/>
          </a:prstGeom>
          <a:noFill/>
          <a:ln w="9525" cap="flat" cmpd="sng">
            <a:solidFill>
              <a:srgbClr val="C2C2C2"/>
            </a:solidFill>
            <a:prstDash val="solid"/>
            <a:round/>
            <a:headEnd type="none" w="sm" len="sm"/>
            <a:tailEnd type="none" w="sm" len="sm"/>
          </a:ln>
        </p:spPr>
      </p:cxnSp>
      <p:sp>
        <p:nvSpPr>
          <p:cNvPr id="239" name="Google Shape;5665;p54"/>
          <p:cNvSpPr/>
          <p:nvPr/>
        </p:nvSpPr>
        <p:spPr>
          <a:xfrm>
            <a:off x="4325429" y="3213534"/>
            <a:ext cx="1323427" cy="347357"/>
          </a:xfrm>
          <a:prstGeom prst="roundRect">
            <a:avLst>
              <a:gd name="adj" fmla="val 50000"/>
            </a:avLst>
          </a:prstGeom>
          <a:ln/>
        </p:spPr>
        <p:style>
          <a:lnRef idx="2">
            <a:schemeClr val="accent5"/>
          </a:lnRef>
          <a:fillRef idx="1">
            <a:schemeClr val="lt1"/>
          </a:fillRef>
          <a:effectRef idx="0">
            <a:schemeClr val="accent5"/>
          </a:effectRef>
          <a:fontRef idx="minor">
            <a:schemeClr val="dk1"/>
          </a:fontRef>
        </p:style>
        <p:txBody>
          <a:bodyPr spcFirstLastPara="1" wrap="square" lIns="91425" tIns="91425" rIns="91425" bIns="91425" anchor="ctr" anchorCtr="0">
            <a:noAutofit/>
          </a:bodyPr>
          <a:lstStyle/>
          <a:p>
            <a:pPr marL="0" lvl="0" indent="0" algn="ctr" rtl="0">
              <a:spcBef>
                <a:spcPts val="0"/>
              </a:spcBef>
              <a:spcAft>
                <a:spcPts val="0"/>
              </a:spcAft>
              <a:buNone/>
            </a:pPr>
            <a:r>
              <a:rPr lang="en-US" sz="1600" b="1" dirty="0">
                <a:solidFill>
                  <a:schemeClr val="tx1">
                    <a:lumMod val="50000"/>
                  </a:schemeClr>
                </a:solidFill>
              </a:rPr>
              <a:t>11</a:t>
            </a:r>
            <a:endParaRPr sz="1600" b="1" dirty="0">
              <a:solidFill>
                <a:schemeClr val="tx1">
                  <a:lumMod val="50000"/>
                </a:schemeClr>
              </a:solidFill>
            </a:endParaRPr>
          </a:p>
        </p:txBody>
      </p:sp>
      <p:sp>
        <p:nvSpPr>
          <p:cNvPr id="240" name="Google Shape;5665;p54"/>
          <p:cNvSpPr/>
          <p:nvPr/>
        </p:nvSpPr>
        <p:spPr>
          <a:xfrm>
            <a:off x="6502229" y="3220479"/>
            <a:ext cx="1323427" cy="347357"/>
          </a:xfrm>
          <a:prstGeom prst="roundRect">
            <a:avLst>
              <a:gd name="adj" fmla="val 50000"/>
            </a:avLst>
          </a:prstGeom>
          <a:ln/>
        </p:spPr>
        <p:style>
          <a:lnRef idx="2">
            <a:schemeClr val="accent5"/>
          </a:lnRef>
          <a:fillRef idx="1">
            <a:schemeClr val="lt1"/>
          </a:fillRef>
          <a:effectRef idx="0">
            <a:schemeClr val="accent5"/>
          </a:effectRef>
          <a:fontRef idx="minor">
            <a:schemeClr val="dk1"/>
          </a:fontRef>
        </p:style>
        <p:txBody>
          <a:bodyPr spcFirstLastPara="1" wrap="square" lIns="91425" tIns="91425" rIns="91425" bIns="91425" anchor="ctr" anchorCtr="0">
            <a:noAutofit/>
          </a:bodyPr>
          <a:lstStyle/>
          <a:p>
            <a:pPr algn="ctr"/>
            <a:r>
              <a:rPr lang="en-US" sz="1600" b="1" dirty="0">
                <a:solidFill>
                  <a:schemeClr val="tx1">
                    <a:lumMod val="50000"/>
                  </a:schemeClr>
                </a:solidFill>
              </a:rPr>
              <a:t>7</a:t>
            </a:r>
            <a:endParaRPr sz="1600" b="1" dirty="0">
              <a:solidFill>
                <a:schemeClr val="tx1">
                  <a:lumMod val="50000"/>
                </a:schemeClr>
              </a:solidFill>
            </a:endParaRPr>
          </a:p>
        </p:txBody>
      </p:sp>
      <p:cxnSp>
        <p:nvCxnSpPr>
          <p:cNvPr id="241" name="Straight Connector 240"/>
          <p:cNvCxnSpPr/>
          <p:nvPr/>
        </p:nvCxnSpPr>
        <p:spPr>
          <a:xfrm flipH="1">
            <a:off x="4988126" y="3516382"/>
            <a:ext cx="2295" cy="264747"/>
          </a:xfrm>
          <a:prstGeom prst="line">
            <a:avLst/>
          </a:prstGeom>
          <a:noFill/>
          <a:ln w="9525" cap="flat" cmpd="sng">
            <a:solidFill>
              <a:srgbClr val="C2C2C2"/>
            </a:solidFill>
            <a:prstDash val="solid"/>
            <a:round/>
            <a:headEnd type="none" w="sm" len="sm"/>
            <a:tailEnd type="none" w="sm" len="sm"/>
          </a:ln>
        </p:spPr>
      </p:cxnSp>
      <p:cxnSp>
        <p:nvCxnSpPr>
          <p:cNvPr id="242" name="Straight Connector 241"/>
          <p:cNvCxnSpPr/>
          <p:nvPr/>
        </p:nvCxnSpPr>
        <p:spPr>
          <a:xfrm>
            <a:off x="7244930" y="3560891"/>
            <a:ext cx="1" cy="250577"/>
          </a:xfrm>
          <a:prstGeom prst="line">
            <a:avLst/>
          </a:prstGeom>
          <a:noFill/>
          <a:ln w="9525" cap="flat" cmpd="sng">
            <a:solidFill>
              <a:srgbClr val="C2C2C2"/>
            </a:solidFill>
            <a:prstDash val="solid"/>
            <a:round/>
            <a:headEnd type="none" w="sm" len="sm"/>
            <a:tailEnd type="none" w="sm" len="sm"/>
          </a:ln>
        </p:spPr>
      </p:cxnSp>
      <p:sp>
        <p:nvSpPr>
          <p:cNvPr id="243" name="Google Shape;5661;p54"/>
          <p:cNvSpPr/>
          <p:nvPr/>
        </p:nvSpPr>
        <p:spPr>
          <a:xfrm>
            <a:off x="4224061" y="3775100"/>
            <a:ext cx="1526161" cy="347357"/>
          </a:xfrm>
          <a:prstGeom prst="roundRect">
            <a:avLst>
              <a:gd name="adj" fmla="val 50000"/>
            </a:avLst>
          </a:prstGeom>
          <a:solidFill>
            <a:schemeClr val="accent4">
              <a:lumMod val="40000"/>
              <a:lumOff val="6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dirty="0">
                <a:solidFill>
                  <a:schemeClr val="tx1">
                    <a:lumMod val="50000"/>
                  </a:schemeClr>
                </a:solidFill>
              </a:rPr>
              <a:t>Text columns</a:t>
            </a:r>
            <a:endParaRPr dirty="0">
              <a:solidFill>
                <a:schemeClr val="tx1">
                  <a:lumMod val="50000"/>
                </a:schemeClr>
              </a:solidFill>
            </a:endParaRPr>
          </a:p>
        </p:txBody>
      </p:sp>
      <p:sp>
        <p:nvSpPr>
          <p:cNvPr id="244" name="Google Shape;5661;p54"/>
          <p:cNvSpPr/>
          <p:nvPr/>
        </p:nvSpPr>
        <p:spPr>
          <a:xfrm>
            <a:off x="6276869" y="3781129"/>
            <a:ext cx="1774145" cy="347357"/>
          </a:xfrm>
          <a:prstGeom prst="roundRect">
            <a:avLst>
              <a:gd name="adj" fmla="val 50000"/>
            </a:avLst>
          </a:prstGeom>
          <a:solidFill>
            <a:schemeClr val="accent4">
              <a:lumMod val="40000"/>
              <a:lumOff val="60000"/>
            </a:schemeClr>
          </a:solidFill>
          <a:ln>
            <a:noFill/>
          </a:ln>
        </p:spPr>
        <p:txBody>
          <a:bodyPr spcFirstLastPara="1" wrap="square" lIns="91425" tIns="91425" rIns="91425" bIns="91425" anchor="ctr" anchorCtr="0">
            <a:noAutofit/>
          </a:bodyPr>
          <a:lstStyle/>
          <a:p>
            <a:pPr algn="ctr"/>
            <a:r>
              <a:rPr lang="en-US" dirty="0">
                <a:solidFill>
                  <a:schemeClr val="tx1">
                    <a:lumMod val="50000"/>
                  </a:schemeClr>
                </a:solidFill>
              </a:rPr>
              <a:t>Numeric columns</a:t>
            </a:r>
            <a:endParaRPr dirty="0">
              <a:solidFill>
                <a:schemeClr val="tx1">
                  <a:lumMod val="50000"/>
                </a:schemeClr>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47"/>
        <p:cNvGrpSpPr/>
        <p:nvPr/>
      </p:nvGrpSpPr>
      <p:grpSpPr>
        <a:xfrm>
          <a:off x="0" y="0"/>
          <a:ext cx="0" cy="0"/>
          <a:chOff x="0" y="0"/>
          <a:chExt cx="0" cy="0"/>
        </a:xfrm>
      </p:grpSpPr>
      <p:graphicFrame>
        <p:nvGraphicFramePr>
          <p:cNvPr id="1149" name="Google Shape;1149;p34"/>
          <p:cNvGraphicFramePr/>
          <p:nvPr/>
        </p:nvGraphicFramePr>
        <p:xfrm>
          <a:off x="1093082" y="373969"/>
          <a:ext cx="7284112" cy="4317525"/>
        </p:xfrm>
        <a:graphic>
          <a:graphicData uri="http://schemas.openxmlformats.org/drawingml/2006/table">
            <a:tbl>
              <a:tblPr>
                <a:noFill/>
                <a:tableStyleId>{3C937FB6-91D8-4DC8-A3BC-BC23F8133284}</a:tableStyleId>
              </a:tblPr>
              <a:tblGrid>
                <a:gridCol w="1588178">
                  <a:extLst>
                    <a:ext uri="{9D8B030D-6E8A-4147-A177-3AD203B41FA5}">
                      <a16:colId xmlns:a16="http://schemas.microsoft.com/office/drawing/2014/main" val="20000"/>
                    </a:ext>
                  </a:extLst>
                </a:gridCol>
                <a:gridCol w="1785440">
                  <a:extLst>
                    <a:ext uri="{9D8B030D-6E8A-4147-A177-3AD203B41FA5}">
                      <a16:colId xmlns:a16="http://schemas.microsoft.com/office/drawing/2014/main" val="20001"/>
                    </a:ext>
                  </a:extLst>
                </a:gridCol>
                <a:gridCol w="1968736">
                  <a:extLst>
                    <a:ext uri="{9D8B030D-6E8A-4147-A177-3AD203B41FA5}">
                      <a16:colId xmlns:a16="http://schemas.microsoft.com/office/drawing/2014/main" val="20002"/>
                    </a:ext>
                  </a:extLst>
                </a:gridCol>
                <a:gridCol w="1941758">
                  <a:extLst>
                    <a:ext uri="{9D8B030D-6E8A-4147-A177-3AD203B41FA5}">
                      <a16:colId xmlns:a16="http://schemas.microsoft.com/office/drawing/2014/main" val="20003"/>
                    </a:ext>
                  </a:extLst>
                </a:gridCol>
              </a:tblGrid>
              <a:tr h="620925">
                <a:tc gridSpan="2">
                  <a:txBody>
                    <a:bodyPr/>
                    <a:lstStyle/>
                    <a:p>
                      <a:pPr marL="0" lvl="0" indent="0" algn="ctr" rtl="0">
                        <a:spcBef>
                          <a:spcPts val="0"/>
                        </a:spcBef>
                        <a:spcAft>
                          <a:spcPts val="0"/>
                        </a:spcAft>
                        <a:buNone/>
                      </a:pPr>
                      <a:r>
                        <a:rPr lang="en-US" sz="2400" b="1" dirty="0">
                          <a:solidFill>
                            <a:schemeClr val="bg1"/>
                          </a:solidFill>
                          <a:latin typeface="Nova Square"/>
                          <a:ea typeface="Nova Square"/>
                          <a:cs typeface="Nova Square"/>
                          <a:sym typeface="Nova Square"/>
                        </a:rPr>
                        <a:t>Text columns</a:t>
                      </a:r>
                      <a:endParaRPr sz="2400" b="1" dirty="0">
                        <a:solidFill>
                          <a:schemeClr val="bg1"/>
                        </a:solidFill>
                        <a:latin typeface="Nova Square"/>
                        <a:ea typeface="Nova Square"/>
                        <a:cs typeface="Nova Square"/>
                        <a:sym typeface="Nova Square"/>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hMerge="1">
                  <a:txBody>
                    <a:bodyPr/>
                    <a:lstStyle/>
                    <a:p>
                      <a:pPr marL="0" lvl="0" indent="0" algn="ctr" rtl="0">
                        <a:spcBef>
                          <a:spcPts val="0"/>
                        </a:spcBef>
                        <a:spcAft>
                          <a:spcPts val="0"/>
                        </a:spcAft>
                        <a:buNone/>
                      </a:pPr>
                      <a:endParaRPr sz="2400" b="1" dirty="0">
                        <a:solidFill>
                          <a:schemeClr val="dk1"/>
                        </a:solidFill>
                        <a:latin typeface="Nova Square"/>
                        <a:ea typeface="Nova Square"/>
                        <a:cs typeface="Nova Square"/>
                        <a:sym typeface="Nova Square"/>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lt1"/>
                    </a:solidFill>
                  </a:tcPr>
                </a:tc>
                <a:tc gridSpan="2">
                  <a:txBody>
                    <a:bodyPr/>
                    <a:lstStyle/>
                    <a:p>
                      <a:pPr marL="0" lvl="0" indent="0" algn="ctr" rtl="0">
                        <a:spcBef>
                          <a:spcPts val="0"/>
                        </a:spcBef>
                        <a:spcAft>
                          <a:spcPts val="0"/>
                        </a:spcAft>
                        <a:buNone/>
                      </a:pPr>
                      <a:r>
                        <a:rPr lang="en-US" sz="2400" b="1" dirty="0">
                          <a:solidFill>
                            <a:schemeClr val="dk1"/>
                          </a:solidFill>
                          <a:latin typeface="Nova Square"/>
                          <a:ea typeface="Nova Square"/>
                          <a:cs typeface="Nova Square"/>
                          <a:sym typeface="Nova Square"/>
                        </a:rPr>
                        <a:t>Numeric columns</a:t>
                      </a:r>
                      <a:endParaRPr sz="2400" b="1" dirty="0">
                        <a:solidFill>
                          <a:schemeClr val="dk1"/>
                        </a:solidFill>
                        <a:latin typeface="Nova Square"/>
                        <a:ea typeface="Nova Square"/>
                        <a:cs typeface="Nova Square"/>
                        <a:sym typeface="Nova Square"/>
                      </a:endParaRPr>
                    </a:p>
                  </a:txBody>
                  <a:tcPr marL="91425" marR="91425" marT="91425" marB="91425" anchor="ctr">
                    <a:lnL w="12700" cap="flat" cmpd="sng" algn="ctr">
                      <a:solidFill>
                        <a:schemeClr val="tx1"/>
                      </a:solidFill>
                      <a:prstDash val="solid"/>
                      <a:round/>
                      <a:headEnd type="none" w="med" len="med"/>
                      <a:tailEnd type="none" w="med" len="med"/>
                    </a:lnL>
                    <a:lnR w="19050" cap="flat" cmpd="sng" algn="ctr">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lgn="ctr">
                      <a:solidFill>
                        <a:schemeClr val="accent4"/>
                      </a:solidFill>
                      <a:prstDash val="solid"/>
                      <a:round/>
                      <a:headEnd type="none" w="sm" len="sm"/>
                      <a:tailEnd type="none" w="sm" len="sm"/>
                    </a:lnB>
                    <a:solidFill>
                      <a:schemeClr val="accent6"/>
                    </a:solidFill>
                  </a:tcPr>
                </a:tc>
                <a:tc hMerge="1">
                  <a:txBody>
                    <a:bodyPr/>
                    <a:lstStyle/>
                    <a:p>
                      <a:pPr marL="0" lvl="0" indent="0" algn="ctr" rtl="0">
                        <a:spcBef>
                          <a:spcPts val="0"/>
                        </a:spcBef>
                        <a:spcAft>
                          <a:spcPts val="0"/>
                        </a:spcAft>
                        <a:buNone/>
                      </a:pPr>
                      <a:endParaRPr sz="2400" b="1" dirty="0">
                        <a:solidFill>
                          <a:schemeClr val="dk1"/>
                        </a:solidFill>
                        <a:latin typeface="Nova Square"/>
                        <a:ea typeface="Nova Square"/>
                        <a:cs typeface="Nova Square"/>
                        <a:sym typeface="Nova Square"/>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616100">
                <a:tc>
                  <a:txBody>
                    <a:bodyPr/>
                    <a:lstStyle/>
                    <a:p>
                      <a:pPr marL="0" lvl="0" indent="0" algn="ctr" rtl="0">
                        <a:spcBef>
                          <a:spcPts val="0"/>
                        </a:spcBef>
                        <a:spcAft>
                          <a:spcPts val="0"/>
                        </a:spcAft>
                        <a:buNone/>
                      </a:pPr>
                      <a:r>
                        <a:rPr lang="en-US" sz="1400" b="0" i="0" u="none" strike="noStrike" cap="none" dirty="0">
                          <a:solidFill>
                            <a:schemeClr val="bg1"/>
                          </a:solidFill>
                          <a:effectLst/>
                          <a:latin typeface="Arial"/>
                          <a:ea typeface="Arial"/>
                          <a:cs typeface="Arial"/>
                          <a:sym typeface="Arial"/>
                        </a:rPr>
                        <a:t>Transaction ID</a:t>
                      </a:r>
                      <a:endParaRPr b="1" dirty="0">
                        <a:solidFill>
                          <a:schemeClr val="bg1"/>
                        </a:solidFill>
                        <a:latin typeface="Arimo"/>
                        <a:ea typeface="Arimo"/>
                        <a:cs typeface="Arimo"/>
                        <a:sym typeface="Arimo"/>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marL="0" marR="0" lvl="0" indent="0" algn="ctr" rtl="0">
                        <a:lnSpc>
                          <a:spcPct val="100000"/>
                        </a:lnSpc>
                        <a:spcBef>
                          <a:spcPts val="0"/>
                        </a:spcBef>
                        <a:spcAft>
                          <a:spcPts val="0"/>
                        </a:spcAft>
                        <a:buClr>
                          <a:srgbClr val="000000"/>
                        </a:buClr>
                        <a:buFont typeface="Arial"/>
                        <a:buNone/>
                      </a:pPr>
                      <a:r>
                        <a:rPr lang="en-US" sz="1400" b="0" i="0" u="none" strike="noStrike" cap="none" dirty="0">
                          <a:solidFill>
                            <a:schemeClr val="bg1"/>
                          </a:solidFill>
                          <a:effectLst/>
                          <a:latin typeface="Arial"/>
                          <a:ea typeface="Arial"/>
                          <a:cs typeface="Arial"/>
                          <a:sym typeface="Arial"/>
                        </a:rPr>
                        <a:t>Ticket Class</a:t>
                      </a:r>
                      <a:endParaRPr sz="1400" b="0" i="0" u="none" strike="noStrike" cap="none" dirty="0">
                        <a:solidFill>
                          <a:schemeClr val="bg1"/>
                        </a:solidFill>
                        <a:effectLst/>
                        <a:latin typeface="Arial"/>
                        <a:ea typeface="Arial"/>
                        <a:cs typeface="Arial"/>
                        <a:sym typeface="Arimo"/>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marL="0" lvl="0" indent="0" algn="ctr" rtl="0">
                        <a:spcBef>
                          <a:spcPts val="0"/>
                        </a:spcBef>
                        <a:spcAft>
                          <a:spcPts val="0"/>
                        </a:spcAft>
                        <a:buNone/>
                      </a:pPr>
                      <a:r>
                        <a:rPr lang="en-US" sz="1400" b="0" i="0" u="none" strike="noStrike" cap="none" dirty="0">
                          <a:solidFill>
                            <a:srgbClr val="000000"/>
                          </a:solidFill>
                          <a:effectLst/>
                          <a:latin typeface="Arial"/>
                          <a:ea typeface="Arial"/>
                          <a:cs typeface="Arial"/>
                          <a:sym typeface="Arial"/>
                        </a:rPr>
                        <a:t>Date of Purchase</a:t>
                      </a:r>
                      <a:endParaRPr dirty="0">
                        <a:solidFill>
                          <a:schemeClr val="dk1"/>
                        </a:solidFill>
                        <a:latin typeface="Arimo"/>
                        <a:ea typeface="Arimo"/>
                        <a:cs typeface="Arimo"/>
                        <a:sym typeface="Arimo"/>
                      </a:endParaRPr>
                    </a:p>
                  </a:txBody>
                  <a:tcPr marL="91425" marR="91425" marT="91425" marB="91425" anchor="ctr">
                    <a:lnL w="12700" cap="flat" cmpd="sng" algn="ctr">
                      <a:solidFill>
                        <a:schemeClr val="tx1"/>
                      </a:solidFill>
                      <a:prstDash val="solid"/>
                      <a:round/>
                      <a:headEnd type="none" w="med" len="med"/>
                      <a:tailEnd type="none" w="med" len="med"/>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accent6"/>
                    </a:solidFill>
                  </a:tcPr>
                </a:tc>
                <a:tc>
                  <a:txBody>
                    <a:bodyPr/>
                    <a:lstStyle/>
                    <a:p>
                      <a:pPr marL="0" lvl="0" indent="0" algn="ctr" rtl="0">
                        <a:spcBef>
                          <a:spcPts val="0"/>
                        </a:spcBef>
                        <a:spcAft>
                          <a:spcPts val="0"/>
                        </a:spcAft>
                        <a:buNone/>
                      </a:pPr>
                      <a:r>
                        <a:rPr lang="en-US" sz="1400" b="0" i="0" u="none" strike="noStrike" cap="none" dirty="0">
                          <a:solidFill>
                            <a:srgbClr val="000000"/>
                          </a:solidFill>
                          <a:effectLst/>
                          <a:latin typeface="Arial"/>
                          <a:ea typeface="Arial"/>
                          <a:cs typeface="Arial"/>
                          <a:sym typeface="Arial"/>
                        </a:rPr>
                        <a:t>Time of Purchase</a:t>
                      </a:r>
                      <a:endParaRPr dirty="0">
                        <a:solidFill>
                          <a:schemeClr val="dk1"/>
                        </a:solidFill>
                        <a:latin typeface="Arimo"/>
                        <a:ea typeface="Arimo"/>
                        <a:cs typeface="Arimo"/>
                        <a:sym typeface="Arimo"/>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accent6"/>
                    </a:solidFill>
                  </a:tcPr>
                </a:tc>
                <a:extLst>
                  <a:ext uri="{0D108BD9-81ED-4DB2-BD59-A6C34878D82A}">
                    <a16:rowId xmlns:a16="http://schemas.microsoft.com/office/drawing/2014/main" val="10001"/>
                  </a:ext>
                </a:extLst>
              </a:tr>
              <a:tr h="616100">
                <a:tc>
                  <a:txBody>
                    <a:bodyPr/>
                    <a:lstStyle/>
                    <a:p>
                      <a:pPr marL="0" lvl="0" indent="0" algn="ctr" rtl="0">
                        <a:spcBef>
                          <a:spcPts val="0"/>
                        </a:spcBef>
                        <a:spcAft>
                          <a:spcPts val="0"/>
                        </a:spcAft>
                        <a:buNone/>
                      </a:pPr>
                      <a:r>
                        <a:rPr lang="en-US" sz="1400" b="0" i="0" u="none" strike="noStrike" cap="none" dirty="0">
                          <a:solidFill>
                            <a:schemeClr val="bg1"/>
                          </a:solidFill>
                          <a:effectLst/>
                          <a:latin typeface="Arial"/>
                          <a:ea typeface="Arial"/>
                          <a:cs typeface="Arial"/>
                          <a:sym typeface="Arial"/>
                        </a:rPr>
                        <a:t>Purchase Type</a:t>
                      </a:r>
                      <a:endParaRPr b="1" dirty="0">
                        <a:solidFill>
                          <a:schemeClr val="bg1"/>
                        </a:solidFill>
                        <a:latin typeface="Arimo"/>
                        <a:ea typeface="Arimo"/>
                        <a:cs typeface="Arimo"/>
                        <a:sym typeface="Arimo"/>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marL="0" lvl="0" indent="0" algn="ctr" rtl="0">
                        <a:spcBef>
                          <a:spcPts val="0"/>
                        </a:spcBef>
                        <a:spcAft>
                          <a:spcPts val="0"/>
                        </a:spcAft>
                        <a:buNone/>
                      </a:pPr>
                      <a:r>
                        <a:rPr lang="en-US" sz="1400" b="0" i="0" u="none" strike="noStrike" cap="none" dirty="0">
                          <a:solidFill>
                            <a:schemeClr val="bg1"/>
                          </a:solidFill>
                          <a:effectLst/>
                          <a:latin typeface="Arial"/>
                          <a:ea typeface="Arial"/>
                          <a:cs typeface="Arial"/>
                          <a:sym typeface="Arial"/>
                        </a:rPr>
                        <a:t>Ticket Type</a:t>
                      </a:r>
                      <a:endParaRPr dirty="0">
                        <a:solidFill>
                          <a:schemeClr val="bg1"/>
                        </a:solidFill>
                        <a:latin typeface="Arimo"/>
                        <a:ea typeface="Arimo"/>
                        <a:cs typeface="Arimo"/>
                        <a:sym typeface="Arimo"/>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marL="0" lvl="0" indent="0" algn="ctr" rtl="0">
                        <a:spcBef>
                          <a:spcPts val="0"/>
                        </a:spcBef>
                        <a:spcAft>
                          <a:spcPts val="0"/>
                        </a:spcAft>
                        <a:buNone/>
                      </a:pPr>
                      <a:r>
                        <a:rPr lang="en-US" sz="1400" b="0" i="0" u="none" strike="noStrike" cap="none" dirty="0">
                          <a:solidFill>
                            <a:srgbClr val="000000"/>
                          </a:solidFill>
                          <a:effectLst/>
                          <a:latin typeface="Arial"/>
                          <a:ea typeface="Arial"/>
                          <a:cs typeface="Arial"/>
                          <a:sym typeface="Arial"/>
                        </a:rPr>
                        <a:t>Price</a:t>
                      </a:r>
                      <a:endParaRPr dirty="0">
                        <a:solidFill>
                          <a:schemeClr val="dk1"/>
                        </a:solidFill>
                        <a:latin typeface="Arimo"/>
                        <a:ea typeface="Arimo"/>
                        <a:cs typeface="Arimo"/>
                        <a:sym typeface="Arimo"/>
                      </a:endParaRPr>
                    </a:p>
                  </a:txBody>
                  <a:tcPr marL="91425" marR="91425" marT="91425" marB="91425" anchor="ctr">
                    <a:lnL w="12700" cap="flat" cmpd="sng" algn="ctr">
                      <a:solidFill>
                        <a:schemeClr val="tx1"/>
                      </a:solidFill>
                      <a:prstDash val="solid"/>
                      <a:round/>
                      <a:headEnd type="none" w="med" len="med"/>
                      <a:tailEnd type="none" w="med" len="med"/>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accent6"/>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rgbClr val="000000"/>
                          </a:solidFill>
                          <a:effectLst/>
                          <a:latin typeface="Arial"/>
                          <a:ea typeface="Arial"/>
                          <a:cs typeface="Arial"/>
                          <a:sym typeface="Arial"/>
                        </a:rPr>
                        <a:t>Date of Journey</a:t>
                      </a:r>
                      <a:endParaRPr lang="en-US" dirty="0">
                        <a:solidFill>
                          <a:schemeClr val="dk1"/>
                        </a:solidFill>
                        <a:latin typeface="Arimo"/>
                        <a:ea typeface="Arimo"/>
                        <a:cs typeface="Arimo"/>
                        <a:sym typeface="Arimo"/>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accent6"/>
                    </a:solidFill>
                  </a:tcPr>
                </a:tc>
                <a:extLst>
                  <a:ext uri="{0D108BD9-81ED-4DB2-BD59-A6C34878D82A}">
                    <a16:rowId xmlns:a16="http://schemas.microsoft.com/office/drawing/2014/main" val="10002"/>
                  </a:ext>
                </a:extLst>
              </a:tr>
              <a:tr h="616100">
                <a:tc>
                  <a:txBody>
                    <a:bodyPr/>
                    <a:lstStyle/>
                    <a:p>
                      <a:pPr marL="0" lvl="0" indent="0" algn="ctr" rtl="0">
                        <a:spcBef>
                          <a:spcPts val="0"/>
                        </a:spcBef>
                        <a:spcAft>
                          <a:spcPts val="0"/>
                        </a:spcAft>
                        <a:buNone/>
                      </a:pPr>
                      <a:r>
                        <a:rPr lang="en-US" sz="1400" b="0" i="0" u="none" strike="noStrike" cap="none" dirty="0">
                          <a:solidFill>
                            <a:schemeClr val="bg1"/>
                          </a:solidFill>
                          <a:effectLst/>
                          <a:latin typeface="Arial"/>
                          <a:ea typeface="Arial"/>
                          <a:cs typeface="Arial"/>
                          <a:sym typeface="Arial"/>
                        </a:rPr>
                        <a:t>Payment Method</a:t>
                      </a:r>
                      <a:endParaRPr b="1" dirty="0">
                        <a:solidFill>
                          <a:schemeClr val="bg1"/>
                        </a:solidFill>
                        <a:latin typeface="Arimo"/>
                        <a:ea typeface="Arimo"/>
                        <a:cs typeface="Arimo"/>
                        <a:sym typeface="Arimo"/>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marL="0" lvl="0" indent="0" algn="ctr" rtl="0">
                        <a:spcBef>
                          <a:spcPts val="0"/>
                        </a:spcBef>
                        <a:spcAft>
                          <a:spcPts val="0"/>
                        </a:spcAft>
                        <a:buNone/>
                      </a:pPr>
                      <a:r>
                        <a:rPr lang="en-US" sz="1400" b="0" i="0" u="none" strike="noStrike" cap="none" dirty="0">
                          <a:solidFill>
                            <a:schemeClr val="bg1"/>
                          </a:solidFill>
                          <a:effectLst/>
                          <a:latin typeface="Arial"/>
                          <a:ea typeface="Arial"/>
                          <a:cs typeface="Arial"/>
                          <a:sym typeface="Arial"/>
                        </a:rPr>
                        <a:t>Departure Station</a:t>
                      </a:r>
                      <a:endParaRPr dirty="0">
                        <a:solidFill>
                          <a:schemeClr val="bg1"/>
                        </a:solidFill>
                        <a:latin typeface="Arimo"/>
                        <a:ea typeface="Arimo"/>
                        <a:cs typeface="Arimo"/>
                        <a:sym typeface="Arimo"/>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marL="0" lvl="0" indent="0" algn="ctr" rtl="0">
                        <a:spcBef>
                          <a:spcPts val="0"/>
                        </a:spcBef>
                        <a:spcAft>
                          <a:spcPts val="0"/>
                        </a:spcAft>
                        <a:buNone/>
                      </a:pPr>
                      <a:r>
                        <a:rPr lang="en-US" sz="1400" b="0" i="0" u="none" strike="noStrike" cap="none" dirty="0">
                          <a:solidFill>
                            <a:srgbClr val="000000"/>
                          </a:solidFill>
                          <a:effectLst/>
                          <a:latin typeface="Arial"/>
                          <a:ea typeface="Arial"/>
                          <a:cs typeface="Arial"/>
                          <a:sym typeface="Arial"/>
                        </a:rPr>
                        <a:t>Departure Time</a:t>
                      </a:r>
                      <a:endParaRPr dirty="0">
                        <a:solidFill>
                          <a:schemeClr val="dk1"/>
                        </a:solidFill>
                        <a:latin typeface="Arimo"/>
                        <a:ea typeface="Arimo"/>
                        <a:cs typeface="Arimo"/>
                        <a:sym typeface="Arimo"/>
                      </a:endParaRPr>
                    </a:p>
                  </a:txBody>
                  <a:tcPr marL="91425" marR="91425" marT="91425" marB="91425" anchor="ctr">
                    <a:lnL w="12700" cap="flat" cmpd="sng" algn="ctr">
                      <a:solidFill>
                        <a:schemeClr val="tx1"/>
                      </a:solidFill>
                      <a:prstDash val="solid"/>
                      <a:round/>
                      <a:headEnd type="none" w="med" len="med"/>
                      <a:tailEnd type="none" w="med" len="med"/>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accent6"/>
                    </a:solidFill>
                  </a:tcPr>
                </a:tc>
                <a:tc>
                  <a:txBody>
                    <a:bodyPr/>
                    <a:lstStyle/>
                    <a:p>
                      <a:pPr marL="0" lvl="0" indent="0" algn="ctr" rtl="0">
                        <a:spcBef>
                          <a:spcPts val="0"/>
                        </a:spcBef>
                        <a:spcAft>
                          <a:spcPts val="0"/>
                        </a:spcAft>
                        <a:buNone/>
                      </a:pPr>
                      <a:r>
                        <a:rPr lang="en-US" sz="1400" b="0" i="0" u="none" strike="noStrike" cap="none" dirty="0">
                          <a:solidFill>
                            <a:srgbClr val="000000"/>
                          </a:solidFill>
                          <a:effectLst/>
                          <a:latin typeface="Arial"/>
                          <a:ea typeface="Arial"/>
                          <a:cs typeface="Arial"/>
                          <a:sym typeface="Arial"/>
                        </a:rPr>
                        <a:t>Arrival Time</a:t>
                      </a:r>
                      <a:endParaRPr dirty="0">
                        <a:solidFill>
                          <a:schemeClr val="dk1"/>
                        </a:solidFill>
                        <a:latin typeface="Arimo"/>
                        <a:ea typeface="Arimo"/>
                        <a:cs typeface="Arimo"/>
                        <a:sym typeface="Arimo"/>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accent6"/>
                    </a:solidFill>
                  </a:tcPr>
                </a:tc>
                <a:extLst>
                  <a:ext uri="{0D108BD9-81ED-4DB2-BD59-A6C34878D82A}">
                    <a16:rowId xmlns:a16="http://schemas.microsoft.com/office/drawing/2014/main" val="10003"/>
                  </a:ext>
                </a:extLst>
              </a:tr>
              <a:tr h="616100">
                <a:tc>
                  <a:txBody>
                    <a:bodyPr/>
                    <a:lstStyle/>
                    <a:p>
                      <a:pPr marL="0" lvl="0" indent="0" algn="ctr" rtl="0">
                        <a:spcBef>
                          <a:spcPts val="0"/>
                        </a:spcBef>
                        <a:spcAft>
                          <a:spcPts val="0"/>
                        </a:spcAft>
                        <a:buNone/>
                      </a:pPr>
                      <a:r>
                        <a:rPr lang="en-US" sz="1400" b="0" i="0" u="none" strike="noStrike" cap="none" dirty="0" err="1">
                          <a:solidFill>
                            <a:schemeClr val="bg1"/>
                          </a:solidFill>
                          <a:effectLst/>
                          <a:latin typeface="Arial"/>
                          <a:ea typeface="Arial"/>
                          <a:cs typeface="Arial"/>
                          <a:sym typeface="Arial"/>
                        </a:rPr>
                        <a:t>Railcard</a:t>
                      </a:r>
                      <a:endParaRPr b="1" dirty="0">
                        <a:solidFill>
                          <a:schemeClr val="bg1"/>
                        </a:solidFill>
                        <a:latin typeface="Arimo"/>
                        <a:ea typeface="Arimo"/>
                        <a:cs typeface="Arimo"/>
                        <a:sym typeface="Arimo"/>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marL="0" lvl="0" indent="0" algn="ctr" rtl="0">
                        <a:spcBef>
                          <a:spcPts val="0"/>
                        </a:spcBef>
                        <a:spcAft>
                          <a:spcPts val="0"/>
                        </a:spcAft>
                        <a:buNone/>
                      </a:pPr>
                      <a:r>
                        <a:rPr lang="en-US" sz="1400" b="0" i="0" u="none" strike="noStrike" cap="none" dirty="0">
                          <a:solidFill>
                            <a:schemeClr val="bg1"/>
                          </a:solidFill>
                          <a:effectLst/>
                          <a:latin typeface="Arial"/>
                          <a:ea typeface="Arial"/>
                          <a:cs typeface="Arial"/>
                          <a:sym typeface="Arial"/>
                        </a:rPr>
                        <a:t>Arrival Destination</a:t>
                      </a:r>
                      <a:endParaRPr dirty="0">
                        <a:solidFill>
                          <a:schemeClr val="bg1"/>
                        </a:solidFill>
                        <a:latin typeface="Arimo"/>
                        <a:ea typeface="Arimo"/>
                        <a:cs typeface="Arimo"/>
                        <a:sym typeface="Arimo"/>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marL="0" lvl="0" indent="0" algn="ctr" rtl="0">
                        <a:spcBef>
                          <a:spcPts val="0"/>
                        </a:spcBef>
                        <a:spcAft>
                          <a:spcPts val="0"/>
                        </a:spcAft>
                        <a:buNone/>
                      </a:pPr>
                      <a:r>
                        <a:rPr lang="en-US" sz="1400" b="0" i="0" u="none" strike="noStrike" cap="none" dirty="0">
                          <a:solidFill>
                            <a:srgbClr val="000000"/>
                          </a:solidFill>
                          <a:effectLst/>
                          <a:latin typeface="Arial"/>
                          <a:ea typeface="Arial"/>
                          <a:cs typeface="Arial"/>
                          <a:sym typeface="Arial"/>
                        </a:rPr>
                        <a:t>Actual Arrival Time</a:t>
                      </a:r>
                      <a:endParaRPr dirty="0">
                        <a:solidFill>
                          <a:schemeClr val="dk1"/>
                        </a:solidFill>
                        <a:latin typeface="Arimo"/>
                        <a:ea typeface="Arimo"/>
                        <a:cs typeface="Arimo"/>
                        <a:sym typeface="Arimo"/>
                      </a:endParaRPr>
                    </a:p>
                  </a:txBody>
                  <a:tcPr marL="91425" marR="91425" marT="91425" marB="91425" anchor="ctr">
                    <a:lnL w="12700" cap="flat" cmpd="sng" algn="ctr">
                      <a:solidFill>
                        <a:schemeClr val="tx1"/>
                      </a:solidFill>
                      <a:prstDash val="solid"/>
                      <a:round/>
                      <a:headEnd type="none" w="med" len="med"/>
                      <a:tailEnd type="none" w="med" len="med"/>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lgn="ctr">
                      <a:solidFill>
                        <a:schemeClr val="accent4"/>
                      </a:solidFill>
                      <a:prstDash val="solid"/>
                      <a:round/>
                      <a:headEnd type="none" w="sm" len="sm"/>
                      <a:tailEnd type="none" w="sm" len="sm"/>
                    </a:lnB>
                    <a:solidFill>
                      <a:schemeClr val="accent6"/>
                    </a:solidFill>
                  </a:tcPr>
                </a:tc>
                <a:tc>
                  <a:txBody>
                    <a:bodyPr/>
                    <a:lstStyle/>
                    <a:p>
                      <a:pPr marL="0" lvl="0" indent="0" algn="ctr" rtl="0">
                        <a:spcBef>
                          <a:spcPts val="0"/>
                        </a:spcBef>
                        <a:spcAft>
                          <a:spcPts val="0"/>
                        </a:spcAft>
                        <a:buNone/>
                      </a:pPr>
                      <a:endParaRPr dirty="0">
                        <a:solidFill>
                          <a:schemeClr val="dk1"/>
                        </a:solidFill>
                        <a:latin typeface="Arimo"/>
                        <a:ea typeface="Arimo"/>
                        <a:cs typeface="Arimo"/>
                        <a:sym typeface="Arimo"/>
                      </a:endParaRPr>
                    </a:p>
                  </a:txBody>
                  <a:tcPr marL="91425" marR="91425" marT="91425" marB="91425" anchor="ctr">
                    <a:lnL w="19050" cap="flat" cmpd="sng">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lgn="ctr">
                      <a:solidFill>
                        <a:schemeClr val="accent4"/>
                      </a:solidFill>
                      <a:prstDash val="solid"/>
                      <a:round/>
                      <a:headEnd type="none" w="sm" len="sm"/>
                      <a:tailEnd type="none" w="sm" len="sm"/>
                    </a:lnB>
                    <a:solidFill>
                      <a:schemeClr val="accent6"/>
                    </a:solidFill>
                  </a:tcPr>
                </a:tc>
                <a:extLst>
                  <a:ext uri="{0D108BD9-81ED-4DB2-BD59-A6C34878D82A}">
                    <a16:rowId xmlns:a16="http://schemas.microsoft.com/office/drawing/2014/main" val="10004"/>
                  </a:ext>
                </a:extLst>
              </a:tr>
              <a:tr h="616100">
                <a:tc>
                  <a:txBody>
                    <a:bodyPr/>
                    <a:lstStyle/>
                    <a:p>
                      <a:pPr marL="0" lvl="0" indent="0" algn="ctr" rtl="0">
                        <a:spcBef>
                          <a:spcPts val="0"/>
                        </a:spcBef>
                        <a:spcAft>
                          <a:spcPts val="0"/>
                        </a:spcAft>
                        <a:buNone/>
                      </a:pPr>
                      <a:r>
                        <a:rPr lang="en-US" sz="1400" b="0" i="0" u="none" strike="noStrike" cap="none" dirty="0">
                          <a:solidFill>
                            <a:schemeClr val="bg1"/>
                          </a:solidFill>
                          <a:effectLst/>
                          <a:latin typeface="Arial"/>
                          <a:ea typeface="Arial"/>
                          <a:cs typeface="Arial"/>
                          <a:sym typeface="Arial"/>
                        </a:rPr>
                        <a:t>Journey Status</a:t>
                      </a:r>
                      <a:endParaRPr b="1" dirty="0">
                        <a:solidFill>
                          <a:schemeClr val="bg1"/>
                        </a:solidFill>
                        <a:latin typeface="Arimo"/>
                        <a:ea typeface="Arimo"/>
                        <a:cs typeface="Arimo"/>
                        <a:sym typeface="Arimo"/>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marL="0" lvl="0" indent="0" algn="ctr" rtl="0">
                        <a:spcBef>
                          <a:spcPts val="0"/>
                        </a:spcBef>
                        <a:spcAft>
                          <a:spcPts val="0"/>
                        </a:spcAft>
                        <a:buNone/>
                      </a:pPr>
                      <a:r>
                        <a:rPr lang="en-US" sz="1400" b="0" i="0" u="none" strike="noStrike" cap="none" dirty="0">
                          <a:solidFill>
                            <a:schemeClr val="bg1"/>
                          </a:solidFill>
                          <a:effectLst/>
                          <a:latin typeface="Arial"/>
                          <a:ea typeface="Arial"/>
                          <a:cs typeface="Arial"/>
                          <a:sym typeface="Arial"/>
                        </a:rPr>
                        <a:t>Reason for Delay</a:t>
                      </a:r>
                      <a:endParaRPr dirty="0">
                        <a:solidFill>
                          <a:schemeClr val="bg1"/>
                        </a:solidFill>
                        <a:latin typeface="Arimo"/>
                        <a:ea typeface="Arimo"/>
                        <a:cs typeface="Arimo"/>
                        <a:sym typeface="Arimo"/>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marL="0" lvl="0" indent="0" algn="ctr" rtl="0">
                        <a:spcBef>
                          <a:spcPts val="0"/>
                        </a:spcBef>
                        <a:spcAft>
                          <a:spcPts val="0"/>
                        </a:spcAft>
                        <a:buNone/>
                      </a:pPr>
                      <a:endParaRPr dirty="0">
                        <a:solidFill>
                          <a:schemeClr val="dk1"/>
                        </a:solidFill>
                        <a:latin typeface="Arimo"/>
                        <a:ea typeface="Arimo"/>
                        <a:cs typeface="Arimo"/>
                        <a:sym typeface="Arimo"/>
                      </a:endParaRPr>
                    </a:p>
                  </a:txBody>
                  <a:tcPr marL="91425" marR="91425" marT="91425" marB="91425" anchor="ctr">
                    <a:lnL w="12700" cap="flat" cmpd="sng" algn="ctr">
                      <a:solidFill>
                        <a:schemeClr val="tx1"/>
                      </a:solidFill>
                      <a:prstDash val="solid"/>
                      <a:round/>
                      <a:headEnd type="none" w="med" len="med"/>
                      <a:tailEnd type="none" w="med" len="med"/>
                    </a:lnL>
                    <a:lnR w="19050" cap="flat" cmpd="sng" algn="ctr">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lgn="ctr">
                      <a:solidFill>
                        <a:schemeClr val="accent4"/>
                      </a:solidFill>
                      <a:prstDash val="solid"/>
                      <a:round/>
                      <a:headEnd type="none" w="sm" len="sm"/>
                      <a:tailEnd type="none" w="sm" len="sm"/>
                    </a:lnB>
                    <a:solidFill>
                      <a:schemeClr val="accent6"/>
                    </a:solidFill>
                  </a:tcPr>
                </a:tc>
                <a:tc>
                  <a:txBody>
                    <a:bodyPr/>
                    <a:lstStyle/>
                    <a:p>
                      <a:pPr marL="0" lvl="0" indent="0" algn="ctr" rtl="0">
                        <a:spcBef>
                          <a:spcPts val="0"/>
                        </a:spcBef>
                        <a:spcAft>
                          <a:spcPts val="0"/>
                        </a:spcAft>
                        <a:buNone/>
                      </a:pPr>
                      <a:endParaRPr dirty="0">
                        <a:solidFill>
                          <a:schemeClr val="dk1"/>
                        </a:solidFill>
                        <a:latin typeface="Arimo"/>
                        <a:ea typeface="Arimo"/>
                        <a:cs typeface="Arimo"/>
                        <a:sym typeface="Arimo"/>
                      </a:endParaRPr>
                    </a:p>
                  </a:txBody>
                  <a:tcPr marL="91425" marR="91425" marT="91425" marB="91425" anchor="ctr">
                    <a:lnL w="19050" cap="flat" cmpd="sng" algn="ctr">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lgn="ctr">
                      <a:solidFill>
                        <a:schemeClr val="accent4"/>
                      </a:solidFill>
                      <a:prstDash val="solid"/>
                      <a:round/>
                      <a:headEnd type="none" w="sm" len="sm"/>
                      <a:tailEnd type="none" w="sm" len="sm"/>
                    </a:lnB>
                    <a:solidFill>
                      <a:schemeClr val="accent6"/>
                    </a:solidFill>
                  </a:tcPr>
                </a:tc>
                <a:extLst>
                  <a:ext uri="{0D108BD9-81ED-4DB2-BD59-A6C34878D82A}">
                    <a16:rowId xmlns:a16="http://schemas.microsoft.com/office/drawing/2014/main" val="242165128"/>
                  </a:ext>
                </a:extLst>
              </a:tr>
              <a:tr h="616100">
                <a:tc>
                  <a:txBody>
                    <a:bodyPr/>
                    <a:lstStyle/>
                    <a:p>
                      <a:pPr marL="0" lvl="0" indent="0" algn="ctr" rtl="0">
                        <a:spcBef>
                          <a:spcPts val="0"/>
                        </a:spcBef>
                        <a:spcAft>
                          <a:spcPts val="0"/>
                        </a:spcAft>
                        <a:buNone/>
                      </a:pPr>
                      <a:r>
                        <a:rPr lang="en-US" sz="1400" b="0" i="0" u="none" strike="noStrike" cap="none" dirty="0">
                          <a:solidFill>
                            <a:schemeClr val="bg1"/>
                          </a:solidFill>
                          <a:effectLst/>
                          <a:latin typeface="Arial"/>
                          <a:ea typeface="Arial"/>
                          <a:cs typeface="Arial"/>
                          <a:sym typeface="Arial"/>
                        </a:rPr>
                        <a:t>Refund Request</a:t>
                      </a:r>
                      <a:endParaRPr b="1" dirty="0">
                        <a:solidFill>
                          <a:schemeClr val="bg1"/>
                        </a:solidFill>
                        <a:latin typeface="Arimo"/>
                        <a:ea typeface="Arimo"/>
                        <a:cs typeface="Arimo"/>
                        <a:sym typeface="Arimo"/>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marL="0" lvl="0" indent="0" algn="ctr" rtl="0">
                        <a:spcBef>
                          <a:spcPts val="0"/>
                        </a:spcBef>
                        <a:spcAft>
                          <a:spcPts val="0"/>
                        </a:spcAft>
                        <a:buNone/>
                      </a:pPr>
                      <a:endParaRPr dirty="0">
                        <a:solidFill>
                          <a:schemeClr val="bg1"/>
                        </a:solidFill>
                        <a:latin typeface="Arimo"/>
                        <a:ea typeface="Arimo"/>
                        <a:cs typeface="Arimo"/>
                        <a:sym typeface="Arimo"/>
                      </a:endParaRPr>
                    </a:p>
                  </a:txBody>
                  <a:tcPr marL="91425" marR="91425" marT="91425" marB="91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marL="0" lvl="0" indent="0" algn="ctr" rtl="0">
                        <a:spcBef>
                          <a:spcPts val="0"/>
                        </a:spcBef>
                        <a:spcAft>
                          <a:spcPts val="0"/>
                        </a:spcAft>
                        <a:buNone/>
                      </a:pPr>
                      <a:endParaRPr dirty="0">
                        <a:solidFill>
                          <a:schemeClr val="dk1"/>
                        </a:solidFill>
                        <a:latin typeface="Arimo"/>
                        <a:ea typeface="Arimo"/>
                        <a:cs typeface="Arimo"/>
                        <a:sym typeface="Arimo"/>
                      </a:endParaRPr>
                    </a:p>
                  </a:txBody>
                  <a:tcPr marL="91425" marR="91425" marT="91425" marB="91425" anchor="ctr">
                    <a:lnL w="12700" cap="flat" cmpd="sng" algn="ctr">
                      <a:solidFill>
                        <a:schemeClr val="tx1"/>
                      </a:solidFill>
                      <a:prstDash val="solid"/>
                      <a:round/>
                      <a:headEnd type="none" w="med" len="med"/>
                      <a:tailEnd type="none" w="med" len="med"/>
                    </a:lnL>
                    <a:lnR w="19050" cap="flat" cmpd="sng" algn="ctr">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accent6"/>
                    </a:solidFill>
                  </a:tcPr>
                </a:tc>
                <a:tc>
                  <a:txBody>
                    <a:bodyPr/>
                    <a:lstStyle/>
                    <a:p>
                      <a:pPr marL="0" lvl="0" indent="0" algn="ctr" rtl="0">
                        <a:spcBef>
                          <a:spcPts val="0"/>
                        </a:spcBef>
                        <a:spcAft>
                          <a:spcPts val="0"/>
                        </a:spcAft>
                        <a:buNone/>
                      </a:pPr>
                      <a:endParaRPr dirty="0">
                        <a:solidFill>
                          <a:schemeClr val="dk1"/>
                        </a:solidFill>
                        <a:latin typeface="Arimo"/>
                        <a:ea typeface="Arimo"/>
                        <a:cs typeface="Arimo"/>
                        <a:sym typeface="Arimo"/>
                      </a:endParaRPr>
                    </a:p>
                  </a:txBody>
                  <a:tcPr marL="91425" marR="91425" marT="91425" marB="91425" anchor="ctr">
                    <a:lnL w="19050" cap="flat" cmpd="sng" algn="ctr">
                      <a:solidFill>
                        <a:schemeClr val="accent4"/>
                      </a:solidFill>
                      <a:prstDash val="solid"/>
                      <a:round/>
                      <a:headEnd type="none" w="sm" len="sm"/>
                      <a:tailEnd type="none" w="sm" len="sm"/>
                    </a:lnL>
                    <a:lnR w="19050" cap="flat" cmpd="sng">
                      <a:solidFill>
                        <a:schemeClr val="accent4"/>
                      </a:solidFill>
                      <a:prstDash val="solid"/>
                      <a:round/>
                      <a:headEnd type="none" w="sm" len="sm"/>
                      <a:tailEnd type="none" w="sm" len="sm"/>
                    </a:lnR>
                    <a:lnT w="19050" cap="flat" cmpd="sng">
                      <a:solidFill>
                        <a:schemeClr val="accent4"/>
                      </a:solidFill>
                      <a:prstDash val="solid"/>
                      <a:round/>
                      <a:headEnd type="none" w="sm" len="sm"/>
                      <a:tailEnd type="none" w="sm" len="sm"/>
                    </a:lnT>
                    <a:lnB w="19050" cap="flat" cmpd="sng">
                      <a:solidFill>
                        <a:schemeClr val="accent4"/>
                      </a:solidFill>
                      <a:prstDash val="solid"/>
                      <a:round/>
                      <a:headEnd type="none" w="sm" len="sm"/>
                      <a:tailEnd type="none" w="sm" len="sm"/>
                    </a:lnB>
                    <a:solidFill>
                      <a:schemeClr val="accent6"/>
                    </a:solidFill>
                  </a:tcPr>
                </a:tc>
                <a:extLst>
                  <a:ext uri="{0D108BD9-81ED-4DB2-BD59-A6C34878D82A}">
                    <a16:rowId xmlns:a16="http://schemas.microsoft.com/office/drawing/2014/main" val="2868628056"/>
                  </a:ext>
                </a:extLst>
              </a:tr>
            </a:tbl>
          </a:graphicData>
        </a:graphic>
      </p:graphicFrame>
      <p:sp>
        <p:nvSpPr>
          <p:cNvPr id="1150" name="Google Shape;1150;p34"/>
          <p:cNvSpPr/>
          <p:nvPr/>
        </p:nvSpPr>
        <p:spPr>
          <a:xfrm flipH="1">
            <a:off x="7379053" y="4629957"/>
            <a:ext cx="1852422" cy="513550"/>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1" name="Google Shape;1151;p34"/>
          <p:cNvGrpSpPr/>
          <p:nvPr/>
        </p:nvGrpSpPr>
        <p:grpSpPr>
          <a:xfrm rot="5400000">
            <a:off x="-361547" y="3902218"/>
            <a:ext cx="1686810" cy="795739"/>
            <a:chOff x="7486078" y="1255168"/>
            <a:chExt cx="1686810" cy="795739"/>
          </a:xfrm>
        </p:grpSpPr>
        <p:sp>
          <p:nvSpPr>
            <p:cNvPr id="1152" name="Google Shape;1152;p34"/>
            <p:cNvSpPr/>
            <p:nvPr/>
          </p:nvSpPr>
          <p:spPr>
            <a:xfrm rot="-5400000">
              <a:off x="8462831" y="1079222"/>
              <a:ext cx="85680" cy="1051573"/>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34"/>
            <p:cNvSpPr/>
            <p:nvPr/>
          </p:nvSpPr>
          <p:spPr>
            <a:xfrm rot="-5400000">
              <a:off x="8484190" y="1057862"/>
              <a:ext cx="42961" cy="1051573"/>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4"/>
            <p:cNvSpPr/>
            <p:nvPr/>
          </p:nvSpPr>
          <p:spPr>
            <a:xfrm rot="-5400000">
              <a:off x="8136884" y="1575805"/>
              <a:ext cx="85680" cy="58407"/>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34"/>
            <p:cNvSpPr/>
            <p:nvPr/>
          </p:nvSpPr>
          <p:spPr>
            <a:xfrm rot="-5400000">
              <a:off x="8803015" y="1534051"/>
              <a:ext cx="600726" cy="139019"/>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34"/>
            <p:cNvSpPr/>
            <p:nvPr/>
          </p:nvSpPr>
          <p:spPr>
            <a:xfrm rot="-5400000">
              <a:off x="7430446" y="1310800"/>
              <a:ext cx="779569" cy="66830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4"/>
            <p:cNvSpPr/>
            <p:nvPr/>
          </p:nvSpPr>
          <p:spPr>
            <a:xfrm rot="-5400000">
              <a:off x="7461098" y="1349417"/>
              <a:ext cx="718265" cy="615208"/>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4"/>
            <p:cNvSpPr/>
            <p:nvPr/>
          </p:nvSpPr>
          <p:spPr>
            <a:xfrm rot="-5400000">
              <a:off x="7430688" y="1326729"/>
              <a:ext cx="779569" cy="668788"/>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34"/>
            <p:cNvSpPr/>
            <p:nvPr/>
          </p:nvSpPr>
          <p:spPr>
            <a:xfrm rot="5400000" flipH="1">
              <a:off x="7557667" y="1340997"/>
              <a:ext cx="525000" cy="525000"/>
            </a:xfrm>
            <a:prstGeom prst="mathMultiply">
              <a:avLst>
                <a:gd name="adj1" fmla="val 1275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8906059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91"/>
        <p:cNvGrpSpPr/>
        <p:nvPr/>
      </p:nvGrpSpPr>
      <p:grpSpPr>
        <a:xfrm>
          <a:off x="0" y="0"/>
          <a:ext cx="0" cy="0"/>
          <a:chOff x="0" y="0"/>
          <a:chExt cx="0" cy="0"/>
        </a:xfrm>
      </p:grpSpPr>
      <p:sp>
        <p:nvSpPr>
          <p:cNvPr id="10" name="Subtitle 9">
            <a:extLst>
              <a:ext uri="{FF2B5EF4-FFF2-40B4-BE49-F238E27FC236}">
                <a16:creationId xmlns:a16="http://schemas.microsoft.com/office/drawing/2014/main" id="{C2E1D312-21F7-941A-68F0-29055CBDA46D}"/>
              </a:ext>
            </a:extLst>
          </p:cNvPr>
          <p:cNvSpPr>
            <a:spLocks noGrp="1"/>
          </p:cNvSpPr>
          <p:nvPr>
            <p:ph type="subTitle" idx="4"/>
          </p:nvPr>
        </p:nvSpPr>
        <p:spPr>
          <a:xfrm>
            <a:off x="1251920" y="1328157"/>
            <a:ext cx="6738981" cy="2477374"/>
          </a:xfrm>
        </p:spPr>
        <p:txBody>
          <a:bodyPr anchor="ctr"/>
          <a:lstStyle/>
          <a:p>
            <a:pPr marL="173038" indent="0" algn="just">
              <a:tabLst>
                <a:tab pos="173038" algn="l"/>
              </a:tabLst>
            </a:pPr>
            <a:r>
              <a:rPr lang="en-US" sz="2000" b="1" dirty="0">
                <a:solidFill>
                  <a:srgbClr val="E53A39"/>
                </a:solidFill>
              </a:rPr>
              <a:t>Problem (1):</a:t>
            </a:r>
            <a:r>
              <a:rPr lang="en-US" sz="2000" dirty="0">
                <a:solidFill>
                  <a:srgbClr val="E53A39"/>
                </a:solidFill>
              </a:rPr>
              <a:t> </a:t>
            </a:r>
            <a:r>
              <a:rPr lang="en-US" sz="2000" dirty="0"/>
              <a:t>There are missing values in the actual arrival time, which makes it difficult to calculate things like trip duration and delay time.</a:t>
            </a:r>
          </a:p>
          <a:p>
            <a:pPr marL="173038" indent="20638" algn="just">
              <a:tabLst>
                <a:tab pos="119063" algn="l"/>
              </a:tabLst>
            </a:pPr>
            <a:endParaRPr lang="en-US" sz="2000" dirty="0"/>
          </a:p>
          <a:p>
            <a:pPr marL="173038" indent="20638" algn="just"/>
            <a:r>
              <a:rPr lang="en-US" sz="2000" b="1" dirty="0">
                <a:solidFill>
                  <a:srgbClr val="00B050"/>
                </a:solidFill>
              </a:rPr>
              <a:t>Recommendation: </a:t>
            </a:r>
            <a:r>
              <a:rPr lang="en-US" sz="2000" dirty="0"/>
              <a:t>When calculating the values, we can add a condition in the function to skip flights with a cancelled Journey Status, since the actual arrival time is only empty in those cases.</a:t>
            </a:r>
          </a:p>
        </p:txBody>
      </p:sp>
      <p:sp>
        <p:nvSpPr>
          <p:cNvPr id="793" name="Google Shape;793;p28"/>
          <p:cNvSpPr txBox="1">
            <a:spLocks noGrp="1"/>
          </p:cNvSpPr>
          <p:nvPr>
            <p:ph type="title"/>
          </p:nvPr>
        </p:nvSpPr>
        <p:spPr>
          <a:xfrm>
            <a:off x="719999" y="334125"/>
            <a:ext cx="7802825" cy="683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400" dirty="0"/>
              <a:t>    Data issues &amp; Recommendations</a:t>
            </a:r>
            <a:endParaRPr sz="3400" dirty="0"/>
          </a:p>
        </p:txBody>
      </p:sp>
      <p:sp>
        <p:nvSpPr>
          <p:cNvPr id="795" name="Google Shape;795;p28"/>
          <p:cNvSpPr/>
          <p:nvPr/>
        </p:nvSpPr>
        <p:spPr>
          <a:xfrm>
            <a:off x="6500" y="4518500"/>
            <a:ext cx="9144000" cy="624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96" name="Google Shape;796;p28"/>
          <p:cNvGrpSpPr/>
          <p:nvPr/>
        </p:nvGrpSpPr>
        <p:grpSpPr>
          <a:xfrm rot="-5400000">
            <a:off x="7909225" y="3277224"/>
            <a:ext cx="1686809" cy="795742"/>
            <a:chOff x="3" y="782928"/>
            <a:chExt cx="1686809" cy="795742"/>
          </a:xfrm>
        </p:grpSpPr>
        <p:grpSp>
          <p:nvGrpSpPr>
            <p:cNvPr id="797" name="Google Shape;797;p28"/>
            <p:cNvGrpSpPr/>
            <p:nvPr/>
          </p:nvGrpSpPr>
          <p:grpSpPr>
            <a:xfrm rot="-5400000">
              <a:off x="445537" y="337394"/>
              <a:ext cx="795742" cy="1686809"/>
              <a:chOff x="-809850" y="445850"/>
              <a:chExt cx="1036527" cy="2197225"/>
            </a:xfrm>
          </p:grpSpPr>
          <p:sp>
            <p:nvSpPr>
              <p:cNvPr id="798" name="Google Shape;798;p28"/>
              <p:cNvSpPr/>
              <p:nvPr/>
            </p:nvSpPr>
            <p:spPr>
              <a:xfrm rot="10800000" flipH="1">
                <a:off x="-284828" y="630082"/>
                <a:ext cx="111607" cy="1369765"/>
              </a:xfrm>
              <a:custGeom>
                <a:avLst/>
                <a:gdLst/>
                <a:ahLst/>
                <a:cxnLst/>
                <a:rect l="l" t="t" r="r" b="b"/>
                <a:pathLst>
                  <a:path w="355" h="4357" extrusionOk="0">
                    <a:moveTo>
                      <a:pt x="1" y="0"/>
                    </a:moveTo>
                    <a:lnTo>
                      <a:pt x="1" y="4357"/>
                    </a:lnTo>
                    <a:lnTo>
                      <a:pt x="354" y="4357"/>
                    </a:lnTo>
                    <a:lnTo>
                      <a:pt x="354"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28"/>
              <p:cNvSpPr/>
              <p:nvPr/>
            </p:nvSpPr>
            <p:spPr>
              <a:xfrm rot="10800000" flipH="1">
                <a:off x="-229182" y="630082"/>
                <a:ext cx="55961" cy="1369765"/>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28"/>
              <p:cNvSpPr/>
              <p:nvPr/>
            </p:nvSpPr>
            <p:spPr>
              <a:xfrm rot="10800000" flipH="1">
                <a:off x="-284828" y="1701497"/>
                <a:ext cx="111607" cy="76081"/>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28"/>
              <p:cNvSpPr/>
              <p:nvPr/>
            </p:nvSpPr>
            <p:spPr>
              <a:xfrm rot="10800000" flipH="1">
                <a:off x="-618390" y="445850"/>
                <a:ext cx="782504" cy="181084"/>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28"/>
              <p:cNvSpPr/>
              <p:nvPr/>
            </p:nvSpPr>
            <p:spPr>
              <a:xfrm rot="10800000" flipH="1">
                <a:off x="-788786" y="1772549"/>
                <a:ext cx="1015464" cy="87052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28"/>
              <p:cNvSpPr/>
              <p:nvPr/>
            </p:nvSpPr>
            <p:spPr>
              <a:xfrm rot="10800000" flipH="1">
                <a:off x="-764579" y="1807131"/>
                <a:ext cx="935610" cy="801361"/>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28"/>
              <p:cNvSpPr/>
              <p:nvPr/>
            </p:nvSpPr>
            <p:spPr>
              <a:xfrm rot="10800000" flipH="1">
                <a:off x="-809850" y="1771921"/>
                <a:ext cx="1015464" cy="871154"/>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05" name="Google Shape;805;p28"/>
            <p:cNvSpPr/>
            <p:nvPr/>
          </p:nvSpPr>
          <p:spPr>
            <a:xfrm rot="5400000">
              <a:off x="1239346" y="972807"/>
              <a:ext cx="322875" cy="279250"/>
            </a:xfrm>
            <a:prstGeom prst="flowChartExtra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779;p27"/>
          <p:cNvSpPr txBox="1">
            <a:spLocks/>
          </p:cNvSpPr>
          <p:nvPr/>
        </p:nvSpPr>
        <p:spPr>
          <a:xfrm>
            <a:off x="800150" y="284325"/>
            <a:ext cx="733500" cy="733500"/>
          </a:xfrm>
          <a:prstGeom prst="rect">
            <a:avLst/>
          </a:prstGeom>
          <a:solidFill>
            <a:schemeClr val="accent4"/>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0" indent="0" algn="ctr">
              <a:buClr>
                <a:schemeClr val="dk1"/>
              </a:buClr>
              <a:buSzPts val="3000"/>
              <a:buFont typeface="Nova Square"/>
              <a:buNone/>
              <a:defRPr sz="3000" b="1">
                <a:solidFill>
                  <a:schemeClr val="lt1"/>
                </a:solidFill>
                <a:latin typeface="Nova Square"/>
                <a:ea typeface="Nova Square"/>
                <a:cs typeface="Nova Square"/>
                <a:sym typeface="Nova Square"/>
              </a:defRPr>
            </a:lvl1pPr>
            <a:lvl2pPr>
              <a:buClr>
                <a:schemeClr val="dk1"/>
              </a:buClr>
              <a:buSzPts val="3000"/>
              <a:buFont typeface="Nova Square"/>
              <a:buNone/>
              <a:defRPr sz="3000" b="1">
                <a:solidFill>
                  <a:schemeClr val="dk1"/>
                </a:solidFill>
                <a:latin typeface="Nova Square"/>
                <a:ea typeface="Nova Square"/>
                <a:cs typeface="Nova Square"/>
                <a:sym typeface="Nova Square"/>
              </a:defRPr>
            </a:lvl2pPr>
            <a:lvl3pPr>
              <a:buClr>
                <a:schemeClr val="dk1"/>
              </a:buClr>
              <a:buSzPts val="3000"/>
              <a:buFont typeface="Nova Square"/>
              <a:buNone/>
              <a:defRPr sz="3000" b="1">
                <a:solidFill>
                  <a:schemeClr val="dk1"/>
                </a:solidFill>
                <a:latin typeface="Nova Square"/>
                <a:ea typeface="Nova Square"/>
                <a:cs typeface="Nova Square"/>
                <a:sym typeface="Nova Square"/>
              </a:defRPr>
            </a:lvl3pPr>
            <a:lvl4pPr>
              <a:buClr>
                <a:schemeClr val="dk1"/>
              </a:buClr>
              <a:buSzPts val="3000"/>
              <a:buFont typeface="Nova Square"/>
              <a:buNone/>
              <a:defRPr sz="3000" b="1">
                <a:solidFill>
                  <a:schemeClr val="dk1"/>
                </a:solidFill>
                <a:latin typeface="Nova Square"/>
                <a:ea typeface="Nova Square"/>
                <a:cs typeface="Nova Square"/>
                <a:sym typeface="Nova Square"/>
              </a:defRPr>
            </a:lvl4pPr>
            <a:lvl5pPr>
              <a:buClr>
                <a:schemeClr val="dk1"/>
              </a:buClr>
              <a:buSzPts val="3000"/>
              <a:buFont typeface="Nova Square"/>
              <a:buNone/>
              <a:defRPr sz="3000" b="1">
                <a:solidFill>
                  <a:schemeClr val="dk1"/>
                </a:solidFill>
                <a:latin typeface="Nova Square"/>
                <a:ea typeface="Nova Square"/>
                <a:cs typeface="Nova Square"/>
                <a:sym typeface="Nova Square"/>
              </a:defRPr>
            </a:lvl5pPr>
            <a:lvl6pPr>
              <a:buClr>
                <a:schemeClr val="dk1"/>
              </a:buClr>
              <a:buSzPts val="3000"/>
              <a:buFont typeface="Nova Square"/>
              <a:buNone/>
              <a:defRPr sz="3000" b="1">
                <a:solidFill>
                  <a:schemeClr val="dk1"/>
                </a:solidFill>
                <a:latin typeface="Nova Square"/>
                <a:ea typeface="Nova Square"/>
                <a:cs typeface="Nova Square"/>
                <a:sym typeface="Nova Square"/>
              </a:defRPr>
            </a:lvl6pPr>
            <a:lvl7pPr>
              <a:buClr>
                <a:schemeClr val="dk1"/>
              </a:buClr>
              <a:buSzPts val="3000"/>
              <a:buFont typeface="Nova Square"/>
              <a:buNone/>
              <a:defRPr sz="3000" b="1">
                <a:solidFill>
                  <a:schemeClr val="dk1"/>
                </a:solidFill>
                <a:latin typeface="Nova Square"/>
                <a:ea typeface="Nova Square"/>
                <a:cs typeface="Nova Square"/>
                <a:sym typeface="Nova Square"/>
              </a:defRPr>
            </a:lvl7pPr>
            <a:lvl8pPr>
              <a:buClr>
                <a:schemeClr val="dk1"/>
              </a:buClr>
              <a:buSzPts val="3000"/>
              <a:buFont typeface="Nova Square"/>
              <a:buNone/>
              <a:defRPr sz="3000" b="1">
                <a:solidFill>
                  <a:schemeClr val="dk1"/>
                </a:solidFill>
                <a:latin typeface="Nova Square"/>
                <a:ea typeface="Nova Square"/>
                <a:cs typeface="Nova Square"/>
                <a:sym typeface="Nova Square"/>
              </a:defRPr>
            </a:lvl8pPr>
            <a:lvl9pPr>
              <a:buClr>
                <a:schemeClr val="dk1"/>
              </a:buClr>
              <a:buSzPts val="3000"/>
              <a:buFont typeface="Nova Square"/>
              <a:buNone/>
              <a:defRPr sz="3000" b="1">
                <a:solidFill>
                  <a:schemeClr val="dk1"/>
                </a:solidFill>
                <a:latin typeface="Nova Square"/>
                <a:ea typeface="Nova Square"/>
                <a:cs typeface="Nova Square"/>
                <a:sym typeface="Nova Square"/>
              </a:defRPr>
            </a:lvl9pPr>
          </a:lstStyle>
          <a:p>
            <a:r>
              <a:rPr lang="en-US" dirty="0"/>
              <a:t>03</a:t>
            </a:r>
          </a:p>
        </p:txBody>
      </p:sp>
      <p:grpSp>
        <p:nvGrpSpPr>
          <p:cNvPr id="11" name="Google Shape;7209;p58">
            <a:extLst>
              <a:ext uri="{FF2B5EF4-FFF2-40B4-BE49-F238E27FC236}">
                <a16:creationId xmlns:a16="http://schemas.microsoft.com/office/drawing/2014/main" id="{B8CB0D23-9EE6-2AC4-6A8D-C465B1BB138D}"/>
              </a:ext>
            </a:extLst>
          </p:cNvPr>
          <p:cNvGrpSpPr/>
          <p:nvPr/>
        </p:nvGrpSpPr>
        <p:grpSpPr>
          <a:xfrm>
            <a:off x="1072535" y="1328157"/>
            <a:ext cx="363316" cy="315437"/>
            <a:chOff x="6218300" y="4416175"/>
            <a:chExt cx="516000" cy="448000"/>
          </a:xfrm>
        </p:grpSpPr>
        <p:sp>
          <p:nvSpPr>
            <p:cNvPr id="12" name="Google Shape;7210;p58">
              <a:extLst>
                <a:ext uri="{FF2B5EF4-FFF2-40B4-BE49-F238E27FC236}">
                  <a16:creationId xmlns:a16="http://schemas.microsoft.com/office/drawing/2014/main" id="{1042EB6F-409A-31EE-836B-79DDBB8FB2E7}"/>
                </a:ext>
              </a:extLst>
            </p:cNvPr>
            <p:cNvSpPr/>
            <p:nvPr/>
          </p:nvSpPr>
          <p:spPr>
            <a:xfrm>
              <a:off x="6462150" y="4525375"/>
              <a:ext cx="28250" cy="141250"/>
            </a:xfrm>
            <a:custGeom>
              <a:avLst/>
              <a:gdLst/>
              <a:ahLst/>
              <a:cxnLst/>
              <a:rect l="l" t="t" r="r" b="b"/>
              <a:pathLst>
                <a:path w="1130" h="5650" extrusionOk="0">
                  <a:moveTo>
                    <a:pt x="566" y="1"/>
                  </a:moveTo>
                  <a:cubicBezTo>
                    <a:pt x="253" y="1"/>
                    <a:pt x="0" y="254"/>
                    <a:pt x="0" y="567"/>
                  </a:cubicBezTo>
                  <a:lnTo>
                    <a:pt x="0" y="5087"/>
                  </a:lnTo>
                  <a:cubicBezTo>
                    <a:pt x="0" y="5397"/>
                    <a:pt x="253" y="5650"/>
                    <a:pt x="566" y="5650"/>
                  </a:cubicBezTo>
                  <a:cubicBezTo>
                    <a:pt x="877" y="5650"/>
                    <a:pt x="1130" y="5397"/>
                    <a:pt x="1130" y="5087"/>
                  </a:cubicBezTo>
                  <a:lnTo>
                    <a:pt x="1130" y="567"/>
                  </a:lnTo>
                  <a:cubicBezTo>
                    <a:pt x="1130" y="254"/>
                    <a:pt x="877" y="1"/>
                    <a:pt x="5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 name="Google Shape;7211;p58">
              <a:extLst>
                <a:ext uri="{FF2B5EF4-FFF2-40B4-BE49-F238E27FC236}">
                  <a16:creationId xmlns:a16="http://schemas.microsoft.com/office/drawing/2014/main" id="{D5B69EB6-E5A1-D885-596B-D327DF3C76DE}"/>
                </a:ext>
              </a:extLst>
            </p:cNvPr>
            <p:cNvSpPr/>
            <p:nvPr/>
          </p:nvSpPr>
          <p:spPr>
            <a:xfrm>
              <a:off x="6218300" y="4416175"/>
              <a:ext cx="516000" cy="448000"/>
            </a:xfrm>
            <a:custGeom>
              <a:avLst/>
              <a:gdLst/>
              <a:ahLst/>
              <a:cxnLst/>
              <a:rect l="l" t="t" r="r" b="b"/>
              <a:pathLst>
                <a:path w="20640" h="17920" extrusionOk="0">
                  <a:moveTo>
                    <a:pt x="10320" y="3240"/>
                  </a:moveTo>
                  <a:cubicBezTo>
                    <a:pt x="11254" y="3240"/>
                    <a:pt x="12013" y="3998"/>
                    <a:pt x="12013" y="4935"/>
                  </a:cubicBezTo>
                  <a:lnTo>
                    <a:pt x="12013" y="9452"/>
                  </a:lnTo>
                  <a:cubicBezTo>
                    <a:pt x="12013" y="10385"/>
                    <a:pt x="11254" y="11144"/>
                    <a:pt x="10320" y="11144"/>
                  </a:cubicBezTo>
                  <a:cubicBezTo>
                    <a:pt x="9384" y="11144"/>
                    <a:pt x="8625" y="10385"/>
                    <a:pt x="8625" y="9452"/>
                  </a:cubicBezTo>
                  <a:lnTo>
                    <a:pt x="8625" y="4935"/>
                  </a:lnTo>
                  <a:cubicBezTo>
                    <a:pt x="8625" y="3998"/>
                    <a:pt x="9384" y="3240"/>
                    <a:pt x="10320" y="3240"/>
                  </a:cubicBezTo>
                  <a:close/>
                  <a:moveTo>
                    <a:pt x="10320" y="12274"/>
                  </a:moveTo>
                  <a:cubicBezTo>
                    <a:pt x="10538" y="12274"/>
                    <a:pt x="10758" y="12316"/>
                    <a:pt x="10968" y="12403"/>
                  </a:cubicBezTo>
                  <a:cubicBezTo>
                    <a:pt x="11600" y="12665"/>
                    <a:pt x="12013" y="13282"/>
                    <a:pt x="12013" y="13969"/>
                  </a:cubicBezTo>
                  <a:cubicBezTo>
                    <a:pt x="12013" y="14902"/>
                    <a:pt x="11254" y="15661"/>
                    <a:pt x="10320" y="15661"/>
                  </a:cubicBezTo>
                  <a:cubicBezTo>
                    <a:pt x="9634" y="15661"/>
                    <a:pt x="9017" y="15248"/>
                    <a:pt x="8755" y="14616"/>
                  </a:cubicBezTo>
                  <a:cubicBezTo>
                    <a:pt x="8493" y="13984"/>
                    <a:pt x="8637" y="13255"/>
                    <a:pt x="9122" y="12770"/>
                  </a:cubicBezTo>
                  <a:cubicBezTo>
                    <a:pt x="9446" y="12446"/>
                    <a:pt x="9880" y="12274"/>
                    <a:pt x="10320" y="12274"/>
                  </a:cubicBezTo>
                  <a:close/>
                  <a:moveTo>
                    <a:pt x="10319" y="1"/>
                  </a:moveTo>
                  <a:cubicBezTo>
                    <a:pt x="9352" y="1"/>
                    <a:pt x="8386" y="487"/>
                    <a:pt x="7848" y="1460"/>
                  </a:cubicBezTo>
                  <a:lnTo>
                    <a:pt x="1040" y="13731"/>
                  </a:lnTo>
                  <a:cubicBezTo>
                    <a:pt x="1" y="15613"/>
                    <a:pt x="1359" y="17919"/>
                    <a:pt x="3509" y="17919"/>
                  </a:cubicBezTo>
                  <a:lnTo>
                    <a:pt x="17129" y="17919"/>
                  </a:lnTo>
                  <a:cubicBezTo>
                    <a:pt x="19279" y="17919"/>
                    <a:pt x="20640" y="15616"/>
                    <a:pt x="19598" y="13731"/>
                  </a:cubicBezTo>
                  <a:lnTo>
                    <a:pt x="12790" y="1460"/>
                  </a:lnTo>
                  <a:cubicBezTo>
                    <a:pt x="12252" y="487"/>
                    <a:pt x="11286" y="1"/>
                    <a:pt x="103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 name="Google Shape;7212;p58">
              <a:extLst>
                <a:ext uri="{FF2B5EF4-FFF2-40B4-BE49-F238E27FC236}">
                  <a16:creationId xmlns:a16="http://schemas.microsoft.com/office/drawing/2014/main" id="{F6099229-42EA-88AD-A554-A44D29EF3D52}"/>
                </a:ext>
              </a:extLst>
            </p:cNvPr>
            <p:cNvSpPr/>
            <p:nvPr/>
          </p:nvSpPr>
          <p:spPr>
            <a:xfrm>
              <a:off x="6462150" y="4751225"/>
              <a:ext cx="28250" cy="28250"/>
            </a:xfrm>
            <a:custGeom>
              <a:avLst/>
              <a:gdLst/>
              <a:ahLst/>
              <a:cxnLst/>
              <a:rect l="l" t="t" r="r" b="b"/>
              <a:pathLst>
                <a:path w="1130" h="1130" extrusionOk="0">
                  <a:moveTo>
                    <a:pt x="566" y="1"/>
                  </a:moveTo>
                  <a:cubicBezTo>
                    <a:pt x="253" y="1"/>
                    <a:pt x="0" y="253"/>
                    <a:pt x="0" y="567"/>
                  </a:cubicBezTo>
                  <a:cubicBezTo>
                    <a:pt x="0" y="877"/>
                    <a:pt x="253" y="1130"/>
                    <a:pt x="566" y="1130"/>
                  </a:cubicBezTo>
                  <a:cubicBezTo>
                    <a:pt x="877" y="1130"/>
                    <a:pt x="1130" y="877"/>
                    <a:pt x="1130" y="567"/>
                  </a:cubicBezTo>
                  <a:cubicBezTo>
                    <a:pt x="1130" y="253"/>
                    <a:pt x="877" y="1"/>
                    <a:pt x="5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5" name="Google Shape;7217;p58">
            <a:extLst>
              <a:ext uri="{FF2B5EF4-FFF2-40B4-BE49-F238E27FC236}">
                <a16:creationId xmlns:a16="http://schemas.microsoft.com/office/drawing/2014/main" id="{856C6CBB-CA61-2AF6-C2D9-C82390467E3C}"/>
              </a:ext>
            </a:extLst>
          </p:cNvPr>
          <p:cNvGrpSpPr/>
          <p:nvPr/>
        </p:nvGrpSpPr>
        <p:grpSpPr>
          <a:xfrm>
            <a:off x="1074603" y="2566844"/>
            <a:ext cx="339253" cy="339253"/>
            <a:chOff x="1492675" y="4992125"/>
            <a:chExt cx="481825" cy="481825"/>
          </a:xfrm>
        </p:grpSpPr>
        <p:sp>
          <p:nvSpPr>
            <p:cNvPr id="17" name="Google Shape;7218;p58">
              <a:extLst>
                <a:ext uri="{FF2B5EF4-FFF2-40B4-BE49-F238E27FC236}">
                  <a16:creationId xmlns:a16="http://schemas.microsoft.com/office/drawing/2014/main" id="{B64F8D0B-57D7-9B79-A643-8CA6350EDC19}"/>
                </a:ext>
              </a:extLst>
            </p:cNvPr>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0B050"/>
                </a:solidFill>
              </a:endParaRPr>
            </a:p>
          </p:txBody>
        </p:sp>
        <p:sp>
          <p:nvSpPr>
            <p:cNvPr id="18" name="Google Shape;7219;p58">
              <a:extLst>
                <a:ext uri="{FF2B5EF4-FFF2-40B4-BE49-F238E27FC236}">
                  <a16:creationId xmlns:a16="http://schemas.microsoft.com/office/drawing/2014/main" id="{D70BE154-0C73-499F-2B46-DF2A28DED997}"/>
                </a:ext>
              </a:extLst>
            </p:cNvPr>
            <p:cNvSpPr/>
            <p:nvPr/>
          </p:nvSpPr>
          <p:spPr>
            <a:xfrm>
              <a:off x="1639626" y="5170171"/>
              <a:ext cx="190099" cy="125751"/>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0B050"/>
                </a:solidFill>
              </a:endParaRPr>
            </a:p>
          </p:txBody>
        </p:sp>
      </p:grpSp>
    </p:spTree>
    <p:extLst>
      <p:ext uri="{BB962C8B-B14F-4D97-AF65-F5344CB8AC3E}">
        <p14:creationId xmlns:p14="http://schemas.microsoft.com/office/powerpoint/2010/main" val="1650878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91">
          <a:extLst>
            <a:ext uri="{FF2B5EF4-FFF2-40B4-BE49-F238E27FC236}">
              <a16:creationId xmlns:a16="http://schemas.microsoft.com/office/drawing/2014/main" id="{95F7DBE8-9FFF-2295-B060-94F79FA42C79}"/>
            </a:ext>
          </a:extLst>
        </p:cNvPr>
        <p:cNvGrpSpPr/>
        <p:nvPr/>
      </p:nvGrpSpPr>
      <p:grpSpPr>
        <a:xfrm>
          <a:off x="0" y="0"/>
          <a:ext cx="0" cy="0"/>
          <a:chOff x="0" y="0"/>
          <a:chExt cx="0" cy="0"/>
        </a:xfrm>
      </p:grpSpPr>
      <p:sp>
        <p:nvSpPr>
          <p:cNvPr id="793" name="Google Shape;793;p28">
            <a:extLst>
              <a:ext uri="{FF2B5EF4-FFF2-40B4-BE49-F238E27FC236}">
                <a16:creationId xmlns:a16="http://schemas.microsoft.com/office/drawing/2014/main" id="{A2F18DAB-D6AE-348A-5F84-DA33400A2244}"/>
              </a:ext>
            </a:extLst>
          </p:cNvPr>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400" dirty="0"/>
              <a:t>    Data issues &amp; Recommendations</a:t>
            </a:r>
            <a:endParaRPr sz="3400" dirty="0"/>
          </a:p>
        </p:txBody>
      </p:sp>
      <p:sp>
        <p:nvSpPr>
          <p:cNvPr id="795" name="Google Shape;795;p28">
            <a:extLst>
              <a:ext uri="{FF2B5EF4-FFF2-40B4-BE49-F238E27FC236}">
                <a16:creationId xmlns:a16="http://schemas.microsoft.com/office/drawing/2014/main" id="{EFE91D46-85CC-E810-57D6-03F3E5ABE9AE}"/>
              </a:ext>
            </a:extLst>
          </p:cNvPr>
          <p:cNvSpPr/>
          <p:nvPr/>
        </p:nvSpPr>
        <p:spPr>
          <a:xfrm>
            <a:off x="6500" y="4518500"/>
            <a:ext cx="9144000" cy="624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96" name="Google Shape;796;p28">
            <a:extLst>
              <a:ext uri="{FF2B5EF4-FFF2-40B4-BE49-F238E27FC236}">
                <a16:creationId xmlns:a16="http://schemas.microsoft.com/office/drawing/2014/main" id="{C06C9C44-B8B8-0791-15B9-7924A0DF6DF4}"/>
              </a:ext>
            </a:extLst>
          </p:cNvPr>
          <p:cNvGrpSpPr/>
          <p:nvPr/>
        </p:nvGrpSpPr>
        <p:grpSpPr>
          <a:xfrm rot="-5400000">
            <a:off x="7909225" y="3277224"/>
            <a:ext cx="1686809" cy="795742"/>
            <a:chOff x="3" y="782928"/>
            <a:chExt cx="1686809" cy="795742"/>
          </a:xfrm>
        </p:grpSpPr>
        <p:grpSp>
          <p:nvGrpSpPr>
            <p:cNvPr id="797" name="Google Shape;797;p28">
              <a:extLst>
                <a:ext uri="{FF2B5EF4-FFF2-40B4-BE49-F238E27FC236}">
                  <a16:creationId xmlns:a16="http://schemas.microsoft.com/office/drawing/2014/main" id="{51474BD9-0B7B-E217-A9D8-ED35B0C1679D}"/>
                </a:ext>
              </a:extLst>
            </p:cNvPr>
            <p:cNvGrpSpPr/>
            <p:nvPr/>
          </p:nvGrpSpPr>
          <p:grpSpPr>
            <a:xfrm rot="-5400000">
              <a:off x="445537" y="337394"/>
              <a:ext cx="795742" cy="1686809"/>
              <a:chOff x="-809850" y="445850"/>
              <a:chExt cx="1036527" cy="2197225"/>
            </a:xfrm>
          </p:grpSpPr>
          <p:sp>
            <p:nvSpPr>
              <p:cNvPr id="798" name="Google Shape;798;p28">
                <a:extLst>
                  <a:ext uri="{FF2B5EF4-FFF2-40B4-BE49-F238E27FC236}">
                    <a16:creationId xmlns:a16="http://schemas.microsoft.com/office/drawing/2014/main" id="{8A0B8624-A719-38A6-7B21-C9E2018C331A}"/>
                  </a:ext>
                </a:extLst>
              </p:cNvPr>
              <p:cNvSpPr/>
              <p:nvPr/>
            </p:nvSpPr>
            <p:spPr>
              <a:xfrm rot="10800000" flipH="1">
                <a:off x="-284828" y="630082"/>
                <a:ext cx="111607" cy="1369765"/>
              </a:xfrm>
              <a:custGeom>
                <a:avLst/>
                <a:gdLst/>
                <a:ahLst/>
                <a:cxnLst/>
                <a:rect l="l" t="t" r="r" b="b"/>
                <a:pathLst>
                  <a:path w="355" h="4357" extrusionOk="0">
                    <a:moveTo>
                      <a:pt x="1" y="0"/>
                    </a:moveTo>
                    <a:lnTo>
                      <a:pt x="1" y="4357"/>
                    </a:lnTo>
                    <a:lnTo>
                      <a:pt x="354" y="4357"/>
                    </a:lnTo>
                    <a:lnTo>
                      <a:pt x="354"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28">
                <a:extLst>
                  <a:ext uri="{FF2B5EF4-FFF2-40B4-BE49-F238E27FC236}">
                    <a16:creationId xmlns:a16="http://schemas.microsoft.com/office/drawing/2014/main" id="{DC7C8FCD-316F-A5E4-E81B-8FFCD21C2032}"/>
                  </a:ext>
                </a:extLst>
              </p:cNvPr>
              <p:cNvSpPr/>
              <p:nvPr/>
            </p:nvSpPr>
            <p:spPr>
              <a:xfrm rot="10800000" flipH="1">
                <a:off x="-229182" y="630082"/>
                <a:ext cx="55961" cy="1369765"/>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28">
                <a:extLst>
                  <a:ext uri="{FF2B5EF4-FFF2-40B4-BE49-F238E27FC236}">
                    <a16:creationId xmlns:a16="http://schemas.microsoft.com/office/drawing/2014/main" id="{D66EBCDA-78ED-8EB6-04DC-3BFC07956D01}"/>
                  </a:ext>
                </a:extLst>
              </p:cNvPr>
              <p:cNvSpPr/>
              <p:nvPr/>
            </p:nvSpPr>
            <p:spPr>
              <a:xfrm rot="10800000" flipH="1">
                <a:off x="-284828" y="1701497"/>
                <a:ext cx="111607" cy="76081"/>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28">
                <a:extLst>
                  <a:ext uri="{FF2B5EF4-FFF2-40B4-BE49-F238E27FC236}">
                    <a16:creationId xmlns:a16="http://schemas.microsoft.com/office/drawing/2014/main" id="{3ABDC498-C227-8258-A454-E87CF5975CE9}"/>
                  </a:ext>
                </a:extLst>
              </p:cNvPr>
              <p:cNvSpPr/>
              <p:nvPr/>
            </p:nvSpPr>
            <p:spPr>
              <a:xfrm rot="10800000" flipH="1">
                <a:off x="-618390" y="445850"/>
                <a:ext cx="782504" cy="181084"/>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28">
                <a:extLst>
                  <a:ext uri="{FF2B5EF4-FFF2-40B4-BE49-F238E27FC236}">
                    <a16:creationId xmlns:a16="http://schemas.microsoft.com/office/drawing/2014/main" id="{11E08F42-62D5-CF87-A645-9459296B5DBE}"/>
                  </a:ext>
                </a:extLst>
              </p:cNvPr>
              <p:cNvSpPr/>
              <p:nvPr/>
            </p:nvSpPr>
            <p:spPr>
              <a:xfrm rot="10800000" flipH="1">
                <a:off x="-788786" y="1772549"/>
                <a:ext cx="1015464" cy="87052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28">
                <a:extLst>
                  <a:ext uri="{FF2B5EF4-FFF2-40B4-BE49-F238E27FC236}">
                    <a16:creationId xmlns:a16="http://schemas.microsoft.com/office/drawing/2014/main" id="{EF291EE2-5CDD-7E8D-02DB-806A40752E0E}"/>
                  </a:ext>
                </a:extLst>
              </p:cNvPr>
              <p:cNvSpPr/>
              <p:nvPr/>
            </p:nvSpPr>
            <p:spPr>
              <a:xfrm rot="10800000" flipH="1">
                <a:off x="-764579" y="1807131"/>
                <a:ext cx="935610" cy="801361"/>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28">
                <a:extLst>
                  <a:ext uri="{FF2B5EF4-FFF2-40B4-BE49-F238E27FC236}">
                    <a16:creationId xmlns:a16="http://schemas.microsoft.com/office/drawing/2014/main" id="{BA3ED4F0-8D4C-5394-1FD6-882BECFE8439}"/>
                  </a:ext>
                </a:extLst>
              </p:cNvPr>
              <p:cNvSpPr/>
              <p:nvPr/>
            </p:nvSpPr>
            <p:spPr>
              <a:xfrm rot="10800000" flipH="1">
                <a:off x="-809850" y="1771921"/>
                <a:ext cx="1015464" cy="871154"/>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05" name="Google Shape;805;p28">
              <a:extLst>
                <a:ext uri="{FF2B5EF4-FFF2-40B4-BE49-F238E27FC236}">
                  <a16:creationId xmlns:a16="http://schemas.microsoft.com/office/drawing/2014/main" id="{E8CD6BF3-CD64-4EE7-3B35-F868F2B0C88F}"/>
                </a:ext>
              </a:extLst>
            </p:cNvPr>
            <p:cNvSpPr/>
            <p:nvPr/>
          </p:nvSpPr>
          <p:spPr>
            <a:xfrm rot="5400000">
              <a:off x="1239346" y="972807"/>
              <a:ext cx="322875" cy="279250"/>
            </a:xfrm>
            <a:prstGeom prst="flowChartExtra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779;p27">
            <a:extLst>
              <a:ext uri="{FF2B5EF4-FFF2-40B4-BE49-F238E27FC236}">
                <a16:creationId xmlns:a16="http://schemas.microsoft.com/office/drawing/2014/main" id="{C2E9857A-1CE5-D717-B152-4F6650EB7FB8}"/>
              </a:ext>
            </a:extLst>
          </p:cNvPr>
          <p:cNvSpPr txBox="1">
            <a:spLocks/>
          </p:cNvSpPr>
          <p:nvPr/>
        </p:nvSpPr>
        <p:spPr>
          <a:xfrm>
            <a:off x="800150" y="284325"/>
            <a:ext cx="733500" cy="733500"/>
          </a:xfrm>
          <a:prstGeom prst="rect">
            <a:avLst/>
          </a:prstGeom>
          <a:solidFill>
            <a:schemeClr val="accent4"/>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0" indent="0" algn="ctr">
              <a:buClr>
                <a:schemeClr val="dk1"/>
              </a:buClr>
              <a:buSzPts val="3000"/>
              <a:buFont typeface="Nova Square"/>
              <a:buNone/>
              <a:defRPr sz="3000" b="1">
                <a:solidFill>
                  <a:schemeClr val="lt1"/>
                </a:solidFill>
                <a:latin typeface="Nova Square"/>
                <a:ea typeface="Nova Square"/>
                <a:cs typeface="Nova Square"/>
                <a:sym typeface="Nova Square"/>
              </a:defRPr>
            </a:lvl1pPr>
            <a:lvl2pPr>
              <a:buClr>
                <a:schemeClr val="dk1"/>
              </a:buClr>
              <a:buSzPts val="3000"/>
              <a:buFont typeface="Nova Square"/>
              <a:buNone/>
              <a:defRPr sz="3000" b="1">
                <a:solidFill>
                  <a:schemeClr val="dk1"/>
                </a:solidFill>
                <a:latin typeface="Nova Square"/>
                <a:ea typeface="Nova Square"/>
                <a:cs typeface="Nova Square"/>
                <a:sym typeface="Nova Square"/>
              </a:defRPr>
            </a:lvl2pPr>
            <a:lvl3pPr>
              <a:buClr>
                <a:schemeClr val="dk1"/>
              </a:buClr>
              <a:buSzPts val="3000"/>
              <a:buFont typeface="Nova Square"/>
              <a:buNone/>
              <a:defRPr sz="3000" b="1">
                <a:solidFill>
                  <a:schemeClr val="dk1"/>
                </a:solidFill>
                <a:latin typeface="Nova Square"/>
                <a:ea typeface="Nova Square"/>
                <a:cs typeface="Nova Square"/>
                <a:sym typeface="Nova Square"/>
              </a:defRPr>
            </a:lvl3pPr>
            <a:lvl4pPr>
              <a:buClr>
                <a:schemeClr val="dk1"/>
              </a:buClr>
              <a:buSzPts val="3000"/>
              <a:buFont typeface="Nova Square"/>
              <a:buNone/>
              <a:defRPr sz="3000" b="1">
                <a:solidFill>
                  <a:schemeClr val="dk1"/>
                </a:solidFill>
                <a:latin typeface="Nova Square"/>
                <a:ea typeface="Nova Square"/>
                <a:cs typeface="Nova Square"/>
                <a:sym typeface="Nova Square"/>
              </a:defRPr>
            </a:lvl4pPr>
            <a:lvl5pPr>
              <a:buClr>
                <a:schemeClr val="dk1"/>
              </a:buClr>
              <a:buSzPts val="3000"/>
              <a:buFont typeface="Nova Square"/>
              <a:buNone/>
              <a:defRPr sz="3000" b="1">
                <a:solidFill>
                  <a:schemeClr val="dk1"/>
                </a:solidFill>
                <a:latin typeface="Nova Square"/>
                <a:ea typeface="Nova Square"/>
                <a:cs typeface="Nova Square"/>
                <a:sym typeface="Nova Square"/>
              </a:defRPr>
            </a:lvl5pPr>
            <a:lvl6pPr>
              <a:buClr>
                <a:schemeClr val="dk1"/>
              </a:buClr>
              <a:buSzPts val="3000"/>
              <a:buFont typeface="Nova Square"/>
              <a:buNone/>
              <a:defRPr sz="3000" b="1">
                <a:solidFill>
                  <a:schemeClr val="dk1"/>
                </a:solidFill>
                <a:latin typeface="Nova Square"/>
                <a:ea typeface="Nova Square"/>
                <a:cs typeface="Nova Square"/>
                <a:sym typeface="Nova Square"/>
              </a:defRPr>
            </a:lvl6pPr>
            <a:lvl7pPr>
              <a:buClr>
                <a:schemeClr val="dk1"/>
              </a:buClr>
              <a:buSzPts val="3000"/>
              <a:buFont typeface="Nova Square"/>
              <a:buNone/>
              <a:defRPr sz="3000" b="1">
                <a:solidFill>
                  <a:schemeClr val="dk1"/>
                </a:solidFill>
                <a:latin typeface="Nova Square"/>
                <a:ea typeface="Nova Square"/>
                <a:cs typeface="Nova Square"/>
                <a:sym typeface="Nova Square"/>
              </a:defRPr>
            </a:lvl7pPr>
            <a:lvl8pPr>
              <a:buClr>
                <a:schemeClr val="dk1"/>
              </a:buClr>
              <a:buSzPts val="3000"/>
              <a:buFont typeface="Nova Square"/>
              <a:buNone/>
              <a:defRPr sz="3000" b="1">
                <a:solidFill>
                  <a:schemeClr val="dk1"/>
                </a:solidFill>
                <a:latin typeface="Nova Square"/>
                <a:ea typeface="Nova Square"/>
                <a:cs typeface="Nova Square"/>
                <a:sym typeface="Nova Square"/>
              </a:defRPr>
            </a:lvl8pPr>
            <a:lvl9pPr>
              <a:buClr>
                <a:schemeClr val="dk1"/>
              </a:buClr>
              <a:buSzPts val="3000"/>
              <a:buFont typeface="Nova Square"/>
              <a:buNone/>
              <a:defRPr sz="3000" b="1">
                <a:solidFill>
                  <a:schemeClr val="dk1"/>
                </a:solidFill>
                <a:latin typeface="Nova Square"/>
                <a:ea typeface="Nova Square"/>
                <a:cs typeface="Nova Square"/>
                <a:sym typeface="Nova Square"/>
              </a:defRPr>
            </a:lvl9pPr>
          </a:lstStyle>
          <a:p>
            <a:r>
              <a:rPr lang="en-US" dirty="0"/>
              <a:t>03</a:t>
            </a:r>
          </a:p>
        </p:txBody>
      </p:sp>
      <p:pic>
        <p:nvPicPr>
          <p:cNvPr id="9" name="Picture 8">
            <a:extLst>
              <a:ext uri="{FF2B5EF4-FFF2-40B4-BE49-F238E27FC236}">
                <a16:creationId xmlns:a16="http://schemas.microsoft.com/office/drawing/2014/main" id="{8842C9B0-8980-E7B3-8049-2E6F59CB0AE3}"/>
              </a:ext>
            </a:extLst>
          </p:cNvPr>
          <p:cNvPicPr>
            <a:picLocks noChangeAspect="1"/>
          </p:cNvPicPr>
          <p:nvPr/>
        </p:nvPicPr>
        <p:blipFill>
          <a:blip r:embed="rId3"/>
          <a:stretch>
            <a:fillRect/>
          </a:stretch>
        </p:blipFill>
        <p:spPr>
          <a:xfrm>
            <a:off x="4566651" y="1570486"/>
            <a:ext cx="3717434" cy="2395298"/>
          </a:xfrm>
          <a:prstGeom prst="rect">
            <a:avLst/>
          </a:prstGeom>
        </p:spPr>
      </p:pic>
      <p:pic>
        <p:nvPicPr>
          <p:cNvPr id="20" name="Picture 19">
            <a:extLst>
              <a:ext uri="{FF2B5EF4-FFF2-40B4-BE49-F238E27FC236}">
                <a16:creationId xmlns:a16="http://schemas.microsoft.com/office/drawing/2014/main" id="{78D7ED2D-7A93-7E8C-F3D5-4B4185FF2CBE}"/>
              </a:ext>
            </a:extLst>
          </p:cNvPr>
          <p:cNvPicPr>
            <a:picLocks noChangeAspect="1"/>
          </p:cNvPicPr>
          <p:nvPr/>
        </p:nvPicPr>
        <p:blipFill>
          <a:blip r:embed="rId4"/>
          <a:stretch>
            <a:fillRect/>
          </a:stretch>
        </p:blipFill>
        <p:spPr>
          <a:xfrm>
            <a:off x="720000" y="1570540"/>
            <a:ext cx="3746846" cy="2395244"/>
          </a:xfrm>
          <a:prstGeom prst="rect">
            <a:avLst/>
          </a:prstGeom>
        </p:spPr>
      </p:pic>
    </p:spTree>
    <p:extLst>
      <p:ext uri="{BB962C8B-B14F-4D97-AF65-F5344CB8AC3E}">
        <p14:creationId xmlns:p14="http://schemas.microsoft.com/office/powerpoint/2010/main" val="33691933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91">
          <a:extLst>
            <a:ext uri="{FF2B5EF4-FFF2-40B4-BE49-F238E27FC236}">
              <a16:creationId xmlns:a16="http://schemas.microsoft.com/office/drawing/2014/main" id="{A27A9671-604F-872D-A548-A118A23A07E0}"/>
            </a:ext>
          </a:extLst>
        </p:cNvPr>
        <p:cNvGrpSpPr/>
        <p:nvPr/>
      </p:nvGrpSpPr>
      <p:grpSpPr>
        <a:xfrm>
          <a:off x="0" y="0"/>
          <a:ext cx="0" cy="0"/>
          <a:chOff x="0" y="0"/>
          <a:chExt cx="0" cy="0"/>
        </a:xfrm>
      </p:grpSpPr>
      <p:sp>
        <p:nvSpPr>
          <p:cNvPr id="793" name="Google Shape;793;p28">
            <a:extLst>
              <a:ext uri="{FF2B5EF4-FFF2-40B4-BE49-F238E27FC236}">
                <a16:creationId xmlns:a16="http://schemas.microsoft.com/office/drawing/2014/main" id="{7CFDBB6D-FEF1-C73F-CF75-7FC3F221397A}"/>
              </a:ext>
            </a:extLst>
          </p:cNvPr>
          <p:cNvSpPr txBox="1">
            <a:spLocks noGrp="1"/>
          </p:cNvSpPr>
          <p:nvPr>
            <p:ph type="title"/>
          </p:nvPr>
        </p:nvSpPr>
        <p:spPr>
          <a:xfrm>
            <a:off x="719999" y="334125"/>
            <a:ext cx="7802825" cy="683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400" dirty="0"/>
              <a:t>Solutions Implementation</a:t>
            </a:r>
            <a:endParaRPr sz="3400" dirty="0"/>
          </a:p>
        </p:txBody>
      </p:sp>
      <p:sp>
        <p:nvSpPr>
          <p:cNvPr id="795" name="Google Shape;795;p28">
            <a:extLst>
              <a:ext uri="{FF2B5EF4-FFF2-40B4-BE49-F238E27FC236}">
                <a16:creationId xmlns:a16="http://schemas.microsoft.com/office/drawing/2014/main" id="{E44EAC1B-8E77-3268-78BF-6E3A2AA44C84}"/>
              </a:ext>
            </a:extLst>
          </p:cNvPr>
          <p:cNvSpPr/>
          <p:nvPr/>
        </p:nvSpPr>
        <p:spPr>
          <a:xfrm>
            <a:off x="6500" y="4518500"/>
            <a:ext cx="9144000" cy="624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96" name="Google Shape;796;p28">
            <a:extLst>
              <a:ext uri="{FF2B5EF4-FFF2-40B4-BE49-F238E27FC236}">
                <a16:creationId xmlns:a16="http://schemas.microsoft.com/office/drawing/2014/main" id="{D929FB3D-285E-FE5B-6539-500D16427302}"/>
              </a:ext>
            </a:extLst>
          </p:cNvPr>
          <p:cNvGrpSpPr/>
          <p:nvPr/>
        </p:nvGrpSpPr>
        <p:grpSpPr>
          <a:xfrm rot="-5400000">
            <a:off x="7909225" y="3277224"/>
            <a:ext cx="1686809" cy="795742"/>
            <a:chOff x="3" y="782928"/>
            <a:chExt cx="1686809" cy="795742"/>
          </a:xfrm>
        </p:grpSpPr>
        <p:grpSp>
          <p:nvGrpSpPr>
            <p:cNvPr id="797" name="Google Shape;797;p28">
              <a:extLst>
                <a:ext uri="{FF2B5EF4-FFF2-40B4-BE49-F238E27FC236}">
                  <a16:creationId xmlns:a16="http://schemas.microsoft.com/office/drawing/2014/main" id="{E2FA3C9E-2415-E68D-F6BE-3633ED93E5A4}"/>
                </a:ext>
              </a:extLst>
            </p:cNvPr>
            <p:cNvGrpSpPr/>
            <p:nvPr/>
          </p:nvGrpSpPr>
          <p:grpSpPr>
            <a:xfrm rot="-5400000">
              <a:off x="445537" y="337394"/>
              <a:ext cx="795742" cy="1686809"/>
              <a:chOff x="-809850" y="445850"/>
              <a:chExt cx="1036527" cy="2197225"/>
            </a:xfrm>
          </p:grpSpPr>
          <p:sp>
            <p:nvSpPr>
              <p:cNvPr id="798" name="Google Shape;798;p28">
                <a:extLst>
                  <a:ext uri="{FF2B5EF4-FFF2-40B4-BE49-F238E27FC236}">
                    <a16:creationId xmlns:a16="http://schemas.microsoft.com/office/drawing/2014/main" id="{B8EDE8B6-5659-3B89-246F-DE2F643123C8}"/>
                  </a:ext>
                </a:extLst>
              </p:cNvPr>
              <p:cNvSpPr/>
              <p:nvPr/>
            </p:nvSpPr>
            <p:spPr>
              <a:xfrm rot="10800000" flipH="1">
                <a:off x="-284828" y="630082"/>
                <a:ext cx="111607" cy="1369765"/>
              </a:xfrm>
              <a:custGeom>
                <a:avLst/>
                <a:gdLst/>
                <a:ahLst/>
                <a:cxnLst/>
                <a:rect l="l" t="t" r="r" b="b"/>
                <a:pathLst>
                  <a:path w="355" h="4357" extrusionOk="0">
                    <a:moveTo>
                      <a:pt x="1" y="0"/>
                    </a:moveTo>
                    <a:lnTo>
                      <a:pt x="1" y="4357"/>
                    </a:lnTo>
                    <a:lnTo>
                      <a:pt x="354" y="4357"/>
                    </a:lnTo>
                    <a:lnTo>
                      <a:pt x="354"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28">
                <a:extLst>
                  <a:ext uri="{FF2B5EF4-FFF2-40B4-BE49-F238E27FC236}">
                    <a16:creationId xmlns:a16="http://schemas.microsoft.com/office/drawing/2014/main" id="{B5A0EE87-CFAA-143B-DFB8-67B4C8C0A52F}"/>
                  </a:ext>
                </a:extLst>
              </p:cNvPr>
              <p:cNvSpPr/>
              <p:nvPr/>
            </p:nvSpPr>
            <p:spPr>
              <a:xfrm rot="10800000" flipH="1">
                <a:off x="-229182" y="630082"/>
                <a:ext cx="55961" cy="1369765"/>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28">
                <a:extLst>
                  <a:ext uri="{FF2B5EF4-FFF2-40B4-BE49-F238E27FC236}">
                    <a16:creationId xmlns:a16="http://schemas.microsoft.com/office/drawing/2014/main" id="{2E4D9871-377F-A1A5-D7E7-9997290129FE}"/>
                  </a:ext>
                </a:extLst>
              </p:cNvPr>
              <p:cNvSpPr/>
              <p:nvPr/>
            </p:nvSpPr>
            <p:spPr>
              <a:xfrm rot="10800000" flipH="1">
                <a:off x="-284828" y="1701497"/>
                <a:ext cx="111607" cy="76081"/>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28">
                <a:extLst>
                  <a:ext uri="{FF2B5EF4-FFF2-40B4-BE49-F238E27FC236}">
                    <a16:creationId xmlns:a16="http://schemas.microsoft.com/office/drawing/2014/main" id="{7E592983-B44C-DD87-C1CC-76654DDC7071}"/>
                  </a:ext>
                </a:extLst>
              </p:cNvPr>
              <p:cNvSpPr/>
              <p:nvPr/>
            </p:nvSpPr>
            <p:spPr>
              <a:xfrm rot="10800000" flipH="1">
                <a:off x="-618390" y="445850"/>
                <a:ext cx="782504" cy="181084"/>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28">
                <a:extLst>
                  <a:ext uri="{FF2B5EF4-FFF2-40B4-BE49-F238E27FC236}">
                    <a16:creationId xmlns:a16="http://schemas.microsoft.com/office/drawing/2014/main" id="{23A79240-C83D-CEA7-748E-5C8BA25AA088}"/>
                  </a:ext>
                </a:extLst>
              </p:cNvPr>
              <p:cNvSpPr/>
              <p:nvPr/>
            </p:nvSpPr>
            <p:spPr>
              <a:xfrm rot="10800000" flipH="1">
                <a:off x="-788786" y="1772549"/>
                <a:ext cx="1015464" cy="87052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28">
                <a:extLst>
                  <a:ext uri="{FF2B5EF4-FFF2-40B4-BE49-F238E27FC236}">
                    <a16:creationId xmlns:a16="http://schemas.microsoft.com/office/drawing/2014/main" id="{7FD36D28-AA0A-28D9-8EA6-DDE55BCD9FAC}"/>
                  </a:ext>
                </a:extLst>
              </p:cNvPr>
              <p:cNvSpPr/>
              <p:nvPr/>
            </p:nvSpPr>
            <p:spPr>
              <a:xfrm rot="10800000" flipH="1">
                <a:off x="-764579" y="1807131"/>
                <a:ext cx="935610" cy="801361"/>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28">
                <a:extLst>
                  <a:ext uri="{FF2B5EF4-FFF2-40B4-BE49-F238E27FC236}">
                    <a16:creationId xmlns:a16="http://schemas.microsoft.com/office/drawing/2014/main" id="{BC79E276-D11C-414F-89A5-446834E87298}"/>
                  </a:ext>
                </a:extLst>
              </p:cNvPr>
              <p:cNvSpPr/>
              <p:nvPr/>
            </p:nvSpPr>
            <p:spPr>
              <a:xfrm rot="10800000" flipH="1">
                <a:off x="-809850" y="1771921"/>
                <a:ext cx="1015464" cy="871154"/>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05" name="Google Shape;805;p28">
              <a:extLst>
                <a:ext uri="{FF2B5EF4-FFF2-40B4-BE49-F238E27FC236}">
                  <a16:creationId xmlns:a16="http://schemas.microsoft.com/office/drawing/2014/main" id="{110CE1F6-25CC-B72E-9277-385155572C30}"/>
                </a:ext>
              </a:extLst>
            </p:cNvPr>
            <p:cNvSpPr/>
            <p:nvPr/>
          </p:nvSpPr>
          <p:spPr>
            <a:xfrm rot="5400000">
              <a:off x="1239346" y="972807"/>
              <a:ext cx="322875" cy="279250"/>
            </a:xfrm>
            <a:prstGeom prst="flowChartExtra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 name="Picture 3">
            <a:extLst>
              <a:ext uri="{FF2B5EF4-FFF2-40B4-BE49-F238E27FC236}">
                <a16:creationId xmlns:a16="http://schemas.microsoft.com/office/drawing/2014/main" id="{976766A3-510B-893C-B5D3-D4F2339E1CE1}"/>
              </a:ext>
            </a:extLst>
          </p:cNvPr>
          <p:cNvPicPr>
            <a:picLocks noChangeAspect="1"/>
          </p:cNvPicPr>
          <p:nvPr/>
        </p:nvPicPr>
        <p:blipFill>
          <a:blip r:embed="rId3"/>
          <a:stretch>
            <a:fillRect/>
          </a:stretch>
        </p:blipFill>
        <p:spPr>
          <a:xfrm>
            <a:off x="4543034" y="1067571"/>
            <a:ext cx="3717434" cy="2395298"/>
          </a:xfrm>
          <a:prstGeom prst="rect">
            <a:avLst/>
          </a:prstGeom>
        </p:spPr>
      </p:pic>
      <p:pic>
        <p:nvPicPr>
          <p:cNvPr id="6" name="Picture 5">
            <a:extLst>
              <a:ext uri="{FF2B5EF4-FFF2-40B4-BE49-F238E27FC236}">
                <a16:creationId xmlns:a16="http://schemas.microsoft.com/office/drawing/2014/main" id="{FEB4E798-E6E6-3881-1157-C83B50890FF8}"/>
              </a:ext>
            </a:extLst>
          </p:cNvPr>
          <p:cNvPicPr>
            <a:picLocks noChangeAspect="1"/>
          </p:cNvPicPr>
          <p:nvPr/>
        </p:nvPicPr>
        <p:blipFill>
          <a:blip r:embed="rId4"/>
          <a:stretch>
            <a:fillRect/>
          </a:stretch>
        </p:blipFill>
        <p:spPr>
          <a:xfrm>
            <a:off x="696383" y="1067625"/>
            <a:ext cx="3746846" cy="2395244"/>
          </a:xfrm>
          <a:prstGeom prst="rect">
            <a:avLst/>
          </a:prstGeom>
        </p:spPr>
      </p:pic>
    </p:spTree>
    <p:extLst>
      <p:ext uri="{BB962C8B-B14F-4D97-AF65-F5344CB8AC3E}">
        <p14:creationId xmlns:p14="http://schemas.microsoft.com/office/powerpoint/2010/main" val="22351855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91">
          <a:extLst>
            <a:ext uri="{FF2B5EF4-FFF2-40B4-BE49-F238E27FC236}">
              <a16:creationId xmlns:a16="http://schemas.microsoft.com/office/drawing/2014/main" id="{95F7DBE8-9FFF-2295-B060-94F79FA42C79}"/>
            </a:ext>
          </a:extLst>
        </p:cNvPr>
        <p:cNvGrpSpPr/>
        <p:nvPr/>
      </p:nvGrpSpPr>
      <p:grpSpPr>
        <a:xfrm>
          <a:off x="0" y="0"/>
          <a:ext cx="0" cy="0"/>
          <a:chOff x="0" y="0"/>
          <a:chExt cx="0" cy="0"/>
        </a:xfrm>
      </p:grpSpPr>
      <p:sp>
        <p:nvSpPr>
          <p:cNvPr id="795" name="Google Shape;795;p28">
            <a:extLst>
              <a:ext uri="{FF2B5EF4-FFF2-40B4-BE49-F238E27FC236}">
                <a16:creationId xmlns:a16="http://schemas.microsoft.com/office/drawing/2014/main" id="{EFE91D46-85CC-E810-57D6-03F3E5ABE9AE}"/>
              </a:ext>
            </a:extLst>
          </p:cNvPr>
          <p:cNvSpPr/>
          <p:nvPr/>
        </p:nvSpPr>
        <p:spPr>
          <a:xfrm>
            <a:off x="6500" y="4518500"/>
            <a:ext cx="9144000" cy="624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793;p28">
            <a:extLst>
              <a:ext uri="{FF2B5EF4-FFF2-40B4-BE49-F238E27FC236}">
                <a16:creationId xmlns:a16="http://schemas.microsoft.com/office/drawing/2014/main" id="{7CFDBB6D-FEF1-C73F-CF75-7FC3F221397A}"/>
              </a:ext>
            </a:extLst>
          </p:cNvPr>
          <p:cNvSpPr txBox="1">
            <a:spLocks noGrp="1"/>
          </p:cNvSpPr>
          <p:nvPr>
            <p:ph type="title"/>
          </p:nvPr>
        </p:nvSpPr>
        <p:spPr>
          <a:xfrm>
            <a:off x="858935" y="180649"/>
            <a:ext cx="7802825" cy="683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400" dirty="0"/>
              <a:t>Solutions Implementation</a:t>
            </a:r>
            <a:endParaRPr sz="3400" dirty="0"/>
          </a:p>
        </p:txBody>
      </p:sp>
      <p:pic>
        <p:nvPicPr>
          <p:cNvPr id="3" name="Picture 2"/>
          <p:cNvPicPr>
            <a:picLocks noChangeAspect="1"/>
          </p:cNvPicPr>
          <p:nvPr/>
        </p:nvPicPr>
        <p:blipFill rotWithShape="1">
          <a:blip r:embed="rId3">
            <a:extLst>
              <a:ext uri="{28A0092B-C50C-407E-A947-70E740481C1C}">
                <a14:useLocalDpi xmlns:a14="http://schemas.microsoft.com/office/drawing/2010/main" val="0"/>
              </a:ext>
            </a:extLst>
          </a:blip>
          <a:srcRect l="1447" r="1100"/>
          <a:stretch/>
        </p:blipFill>
        <p:spPr>
          <a:xfrm>
            <a:off x="256309" y="1145863"/>
            <a:ext cx="4745182" cy="2809609"/>
          </a:xfrm>
          <a:prstGeom prst="rect">
            <a:avLst/>
          </a:prstGeom>
        </p:spPr>
      </p:pic>
      <p:sp>
        <p:nvSpPr>
          <p:cNvPr id="22" name="Subtitle 9">
            <a:extLst>
              <a:ext uri="{FF2B5EF4-FFF2-40B4-BE49-F238E27FC236}">
                <a16:creationId xmlns:a16="http://schemas.microsoft.com/office/drawing/2014/main" id="{484769EC-91CB-D2E3-FEBE-5EEB7B85B3EC}"/>
              </a:ext>
            </a:extLst>
          </p:cNvPr>
          <p:cNvSpPr>
            <a:spLocks noGrp="1"/>
          </p:cNvSpPr>
          <p:nvPr>
            <p:ph type="subTitle" idx="4294967295"/>
          </p:nvPr>
        </p:nvSpPr>
        <p:spPr>
          <a:xfrm>
            <a:off x="5054745" y="1072395"/>
            <a:ext cx="3916074" cy="2956544"/>
          </a:xfrm>
          <a:prstGeom prst="rect">
            <a:avLst/>
          </a:prstGeom>
        </p:spPr>
        <p:txBody>
          <a:bodyPr anchor="ctr"/>
          <a:lstStyle/>
          <a:p>
            <a:pPr marL="119063" indent="0" algn="l">
              <a:buNone/>
            </a:pPr>
            <a:r>
              <a:rPr lang="en-US" sz="1800" dirty="0"/>
              <a:t>We faced an issue while calculating the </a:t>
            </a:r>
            <a:r>
              <a:rPr lang="en-US" sz="1800" b="1" u="sng" dirty="0"/>
              <a:t>duration of trip</a:t>
            </a:r>
            <a:r>
              <a:rPr lang="en-US" sz="1800" dirty="0"/>
              <a:t>: appearance of some negative values</a:t>
            </a:r>
          </a:p>
          <a:p>
            <a:pPr marL="119063" indent="0" algn="l">
              <a:buNone/>
            </a:pPr>
            <a:r>
              <a:rPr lang="en-US" sz="1800" dirty="0">
                <a:solidFill>
                  <a:srgbClr val="FF0000"/>
                </a:solidFill>
              </a:rPr>
              <a:t>The negative values happened because Power BI thinks the Actual Arrival Time (AM) is earlier than the Departure Time (PM) — it doesn’t automatically know the arrival is on the next day</a:t>
            </a:r>
            <a:r>
              <a:rPr lang="en-US" sz="2000" dirty="0">
                <a:solidFill>
                  <a:srgbClr val="FF0000"/>
                </a:solidFill>
              </a:rPr>
              <a:t>.</a:t>
            </a:r>
          </a:p>
        </p:txBody>
      </p:sp>
    </p:spTree>
    <p:extLst>
      <p:ext uri="{BB962C8B-B14F-4D97-AF65-F5344CB8AC3E}">
        <p14:creationId xmlns:p14="http://schemas.microsoft.com/office/powerpoint/2010/main" val="14783336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91">
          <a:extLst>
            <a:ext uri="{FF2B5EF4-FFF2-40B4-BE49-F238E27FC236}">
              <a16:creationId xmlns:a16="http://schemas.microsoft.com/office/drawing/2014/main" id="{95F7DBE8-9FFF-2295-B060-94F79FA42C79}"/>
            </a:ext>
          </a:extLst>
        </p:cNvPr>
        <p:cNvGrpSpPr/>
        <p:nvPr/>
      </p:nvGrpSpPr>
      <p:grpSpPr>
        <a:xfrm>
          <a:off x="0" y="0"/>
          <a:ext cx="0" cy="0"/>
          <a:chOff x="0" y="0"/>
          <a:chExt cx="0" cy="0"/>
        </a:xfrm>
      </p:grpSpPr>
      <p:sp>
        <p:nvSpPr>
          <p:cNvPr id="795" name="Google Shape;795;p28">
            <a:extLst>
              <a:ext uri="{FF2B5EF4-FFF2-40B4-BE49-F238E27FC236}">
                <a16:creationId xmlns:a16="http://schemas.microsoft.com/office/drawing/2014/main" id="{EFE91D46-85CC-E810-57D6-03F3E5ABE9AE}"/>
              </a:ext>
            </a:extLst>
          </p:cNvPr>
          <p:cNvSpPr/>
          <p:nvPr/>
        </p:nvSpPr>
        <p:spPr>
          <a:xfrm>
            <a:off x="6500" y="4518500"/>
            <a:ext cx="9144000" cy="624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793;p28">
            <a:extLst>
              <a:ext uri="{FF2B5EF4-FFF2-40B4-BE49-F238E27FC236}">
                <a16:creationId xmlns:a16="http://schemas.microsoft.com/office/drawing/2014/main" id="{7CFDBB6D-FEF1-C73F-CF75-7FC3F221397A}"/>
              </a:ext>
            </a:extLst>
          </p:cNvPr>
          <p:cNvSpPr txBox="1">
            <a:spLocks noGrp="1"/>
          </p:cNvSpPr>
          <p:nvPr>
            <p:ph type="title"/>
          </p:nvPr>
        </p:nvSpPr>
        <p:spPr>
          <a:xfrm>
            <a:off x="858935" y="180649"/>
            <a:ext cx="7802825" cy="683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400" dirty="0"/>
              <a:t>Solutions Implementation</a:t>
            </a:r>
            <a:endParaRPr sz="3400" dirty="0"/>
          </a:p>
        </p:txBody>
      </p:sp>
      <p:sp>
        <p:nvSpPr>
          <p:cNvPr id="22" name="Subtitle 9">
            <a:extLst>
              <a:ext uri="{FF2B5EF4-FFF2-40B4-BE49-F238E27FC236}">
                <a16:creationId xmlns:a16="http://schemas.microsoft.com/office/drawing/2014/main" id="{484769EC-91CB-D2E3-FEBE-5EEB7B85B3EC}"/>
              </a:ext>
            </a:extLst>
          </p:cNvPr>
          <p:cNvSpPr>
            <a:spLocks noGrp="1"/>
          </p:cNvSpPr>
          <p:nvPr>
            <p:ph type="subTitle" idx="4294967295"/>
          </p:nvPr>
        </p:nvSpPr>
        <p:spPr>
          <a:xfrm>
            <a:off x="5200219" y="1086298"/>
            <a:ext cx="3770600" cy="2924593"/>
          </a:xfrm>
          <a:prstGeom prst="rect">
            <a:avLst/>
          </a:prstGeom>
        </p:spPr>
        <p:txBody>
          <a:bodyPr anchor="ctr"/>
          <a:lstStyle/>
          <a:p>
            <a:pPr marL="119063" indent="0">
              <a:buNone/>
            </a:pPr>
            <a:r>
              <a:rPr lang="en-US" sz="1800" dirty="0"/>
              <a:t>To fix this issue, we adjusted the formula so that if the </a:t>
            </a:r>
            <a:r>
              <a:rPr lang="en-US" sz="1800" b="1" dirty="0"/>
              <a:t>Actual Arrival Time</a:t>
            </a:r>
            <a:r>
              <a:rPr lang="en-US" sz="1800" dirty="0"/>
              <a:t> is less than the </a:t>
            </a:r>
            <a:r>
              <a:rPr lang="en-US" sz="1800" b="1" dirty="0"/>
              <a:t>Departure Time</a:t>
            </a:r>
            <a:r>
              <a:rPr lang="en-US" sz="1800" dirty="0"/>
              <a:t>, it adds one day.</a:t>
            </a:r>
          </a:p>
          <a:p>
            <a:pPr marL="119063" indent="0">
              <a:buNone/>
            </a:pPr>
            <a:r>
              <a:rPr lang="en-US" sz="2000" dirty="0"/>
              <a:t>This way, trips that cross midnight will give you </a:t>
            </a:r>
            <a:r>
              <a:rPr lang="en-US" sz="2000" b="1" dirty="0"/>
              <a:t>positive duration values</a:t>
            </a:r>
            <a:r>
              <a:rPr lang="en-US" sz="2000" dirty="0"/>
              <a:t> instead of negative.</a:t>
            </a:r>
            <a:endParaRPr lang="en-US" sz="2000" dirty="0">
              <a:solidFill>
                <a:srgbClr val="FF0000"/>
              </a:solidFill>
            </a:endParaRPr>
          </a:p>
        </p:txBody>
      </p:sp>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t="2576"/>
          <a:stretch/>
        </p:blipFill>
        <p:spPr>
          <a:xfrm>
            <a:off x="315940" y="1163782"/>
            <a:ext cx="4735033" cy="2929829"/>
          </a:xfrm>
          <a:prstGeom prst="rect">
            <a:avLst/>
          </a:prstGeom>
        </p:spPr>
      </p:pic>
    </p:spTree>
    <p:extLst>
      <p:ext uri="{BB962C8B-B14F-4D97-AF65-F5344CB8AC3E}">
        <p14:creationId xmlns:p14="http://schemas.microsoft.com/office/powerpoint/2010/main" val="38620297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91">
          <a:extLst>
            <a:ext uri="{FF2B5EF4-FFF2-40B4-BE49-F238E27FC236}">
              <a16:creationId xmlns:a16="http://schemas.microsoft.com/office/drawing/2014/main" id="{95F7DBE8-9FFF-2295-B060-94F79FA42C79}"/>
            </a:ext>
          </a:extLst>
        </p:cNvPr>
        <p:cNvGrpSpPr/>
        <p:nvPr/>
      </p:nvGrpSpPr>
      <p:grpSpPr>
        <a:xfrm>
          <a:off x="0" y="0"/>
          <a:ext cx="0" cy="0"/>
          <a:chOff x="0" y="0"/>
          <a:chExt cx="0" cy="0"/>
        </a:xfrm>
      </p:grpSpPr>
      <p:sp>
        <p:nvSpPr>
          <p:cNvPr id="795" name="Google Shape;795;p28">
            <a:extLst>
              <a:ext uri="{FF2B5EF4-FFF2-40B4-BE49-F238E27FC236}">
                <a16:creationId xmlns:a16="http://schemas.microsoft.com/office/drawing/2014/main" id="{EFE91D46-85CC-E810-57D6-03F3E5ABE9AE}"/>
              </a:ext>
            </a:extLst>
          </p:cNvPr>
          <p:cNvSpPr/>
          <p:nvPr/>
        </p:nvSpPr>
        <p:spPr>
          <a:xfrm>
            <a:off x="6500" y="4518500"/>
            <a:ext cx="9144000" cy="624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793;p28">
            <a:extLst>
              <a:ext uri="{FF2B5EF4-FFF2-40B4-BE49-F238E27FC236}">
                <a16:creationId xmlns:a16="http://schemas.microsoft.com/office/drawing/2014/main" id="{7CFDBB6D-FEF1-C73F-CF75-7FC3F221397A}"/>
              </a:ext>
            </a:extLst>
          </p:cNvPr>
          <p:cNvSpPr txBox="1">
            <a:spLocks noGrp="1"/>
          </p:cNvSpPr>
          <p:nvPr>
            <p:ph type="title"/>
          </p:nvPr>
        </p:nvSpPr>
        <p:spPr>
          <a:xfrm>
            <a:off x="858935" y="180649"/>
            <a:ext cx="7802825" cy="683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400" dirty="0"/>
              <a:t>Solutions Implementation</a:t>
            </a:r>
            <a:endParaRPr sz="3400" dirty="0"/>
          </a:p>
        </p:txBody>
      </p:sp>
      <p:sp>
        <p:nvSpPr>
          <p:cNvPr id="22" name="Subtitle 9">
            <a:extLst>
              <a:ext uri="{FF2B5EF4-FFF2-40B4-BE49-F238E27FC236}">
                <a16:creationId xmlns:a16="http://schemas.microsoft.com/office/drawing/2014/main" id="{484769EC-91CB-D2E3-FEBE-5EEB7B85B3EC}"/>
              </a:ext>
            </a:extLst>
          </p:cNvPr>
          <p:cNvSpPr>
            <a:spLocks noGrp="1"/>
          </p:cNvSpPr>
          <p:nvPr>
            <p:ph type="subTitle" idx="4294967295"/>
          </p:nvPr>
        </p:nvSpPr>
        <p:spPr>
          <a:xfrm>
            <a:off x="4578500" y="1032521"/>
            <a:ext cx="4015724" cy="3297382"/>
          </a:xfrm>
          <a:prstGeom prst="rect">
            <a:avLst/>
          </a:prstGeom>
        </p:spPr>
        <p:txBody>
          <a:bodyPr anchor="ctr"/>
          <a:lstStyle/>
          <a:p>
            <a:pPr marL="119063" indent="0">
              <a:buNone/>
            </a:pPr>
            <a:r>
              <a:rPr lang="en-US" sz="2000" dirty="0">
                <a:solidFill>
                  <a:srgbClr val="00B050"/>
                </a:solidFill>
              </a:rPr>
              <a:t>After adjusting the formula, we successfully handled the issue of the negative values and the null values here indicate that the journey is cancelled so duration of trip is not calculated.</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7980" y="994243"/>
            <a:ext cx="4017391" cy="3314521"/>
          </a:xfrm>
          <a:prstGeom prst="rect">
            <a:avLst/>
          </a:prstGeom>
        </p:spPr>
      </p:pic>
    </p:spTree>
    <p:extLst>
      <p:ext uri="{BB962C8B-B14F-4D97-AF65-F5344CB8AC3E}">
        <p14:creationId xmlns:p14="http://schemas.microsoft.com/office/powerpoint/2010/main" val="29521781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91">
          <a:extLst>
            <a:ext uri="{FF2B5EF4-FFF2-40B4-BE49-F238E27FC236}">
              <a16:creationId xmlns:a16="http://schemas.microsoft.com/office/drawing/2014/main" id="{F4AC6CD5-9E45-5D69-7145-436B6693CCC9}"/>
            </a:ext>
          </a:extLst>
        </p:cNvPr>
        <p:cNvGrpSpPr/>
        <p:nvPr/>
      </p:nvGrpSpPr>
      <p:grpSpPr>
        <a:xfrm>
          <a:off x="0" y="0"/>
          <a:ext cx="0" cy="0"/>
          <a:chOff x="0" y="0"/>
          <a:chExt cx="0" cy="0"/>
        </a:xfrm>
      </p:grpSpPr>
      <p:sp>
        <p:nvSpPr>
          <p:cNvPr id="10" name="Subtitle 9">
            <a:extLst>
              <a:ext uri="{FF2B5EF4-FFF2-40B4-BE49-F238E27FC236}">
                <a16:creationId xmlns:a16="http://schemas.microsoft.com/office/drawing/2014/main" id="{DE995DC2-93E8-B745-C08A-545CD3446878}"/>
              </a:ext>
            </a:extLst>
          </p:cNvPr>
          <p:cNvSpPr>
            <a:spLocks noGrp="1"/>
          </p:cNvSpPr>
          <p:nvPr>
            <p:ph type="subTitle" idx="4"/>
          </p:nvPr>
        </p:nvSpPr>
        <p:spPr>
          <a:xfrm>
            <a:off x="1251920" y="1328157"/>
            <a:ext cx="6738981" cy="2477374"/>
          </a:xfrm>
        </p:spPr>
        <p:txBody>
          <a:bodyPr anchor="ctr"/>
          <a:lstStyle/>
          <a:p>
            <a:pPr marL="119063" indent="0" algn="justLow"/>
            <a:r>
              <a:rPr lang="en-US" sz="2000" b="1" dirty="0">
                <a:solidFill>
                  <a:srgbClr val="E53A39"/>
                </a:solidFill>
              </a:rPr>
              <a:t>Problem (2):</a:t>
            </a:r>
            <a:r>
              <a:rPr lang="en-US" sz="2000" dirty="0">
                <a:solidFill>
                  <a:srgbClr val="E53A39"/>
                </a:solidFill>
              </a:rPr>
              <a:t> </a:t>
            </a:r>
            <a:r>
              <a:rPr lang="en-US" sz="2000" dirty="0"/>
              <a:t>In the Reason for delay column, there are missing values.</a:t>
            </a:r>
            <a:endParaRPr lang="ar-EG" sz="2000" dirty="0"/>
          </a:p>
          <a:p>
            <a:pPr marL="119063" indent="0" algn="justLow"/>
            <a:endParaRPr lang="en-US" sz="2000" dirty="0"/>
          </a:p>
          <a:p>
            <a:pPr marL="119063" indent="0" algn="justLow"/>
            <a:r>
              <a:rPr lang="en-US" sz="2000" b="1" dirty="0">
                <a:solidFill>
                  <a:srgbClr val="00B050"/>
                </a:solidFill>
              </a:rPr>
              <a:t>Recommendation:</a:t>
            </a:r>
            <a:r>
              <a:rPr lang="en-US" sz="2000" dirty="0">
                <a:solidFill>
                  <a:srgbClr val="00B050"/>
                </a:solidFill>
              </a:rPr>
              <a:t> </a:t>
            </a:r>
            <a:r>
              <a:rPr lang="en-US" sz="2000" dirty="0"/>
              <a:t>Replace null values with </a:t>
            </a:r>
            <a:r>
              <a:rPr lang="en-US" sz="2000" b="1" dirty="0"/>
              <a:t>“No</a:t>
            </a:r>
            <a:r>
              <a:rPr lang="ar-EG" sz="2000" b="1" dirty="0"/>
              <a:t> </a:t>
            </a:r>
            <a:r>
              <a:rPr lang="en-US" sz="2000" b="1" dirty="0"/>
              <a:t>Delay”</a:t>
            </a:r>
            <a:r>
              <a:rPr lang="en-US" sz="2000" dirty="0"/>
              <a:t> since all nulls correspond to flights where the Journey Status is on time.</a:t>
            </a:r>
          </a:p>
          <a:p>
            <a:pPr marL="119063" indent="0" algn="justLow"/>
            <a:endParaRPr lang="en-US" sz="2000" dirty="0"/>
          </a:p>
        </p:txBody>
      </p:sp>
      <p:sp>
        <p:nvSpPr>
          <p:cNvPr id="793" name="Google Shape;793;p28">
            <a:extLst>
              <a:ext uri="{FF2B5EF4-FFF2-40B4-BE49-F238E27FC236}">
                <a16:creationId xmlns:a16="http://schemas.microsoft.com/office/drawing/2014/main" id="{6B76BE89-CC5E-9BC1-8D13-6410FF4AF07B}"/>
              </a:ext>
            </a:extLst>
          </p:cNvPr>
          <p:cNvSpPr txBox="1">
            <a:spLocks noGrp="1"/>
          </p:cNvSpPr>
          <p:nvPr>
            <p:ph type="title"/>
          </p:nvPr>
        </p:nvSpPr>
        <p:spPr>
          <a:xfrm>
            <a:off x="719999" y="334125"/>
            <a:ext cx="7802825" cy="683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400" dirty="0"/>
              <a:t>    Data issues &amp; Recommendations</a:t>
            </a:r>
            <a:endParaRPr sz="3400" dirty="0"/>
          </a:p>
        </p:txBody>
      </p:sp>
      <p:sp>
        <p:nvSpPr>
          <p:cNvPr id="795" name="Google Shape;795;p28">
            <a:extLst>
              <a:ext uri="{FF2B5EF4-FFF2-40B4-BE49-F238E27FC236}">
                <a16:creationId xmlns:a16="http://schemas.microsoft.com/office/drawing/2014/main" id="{2208448F-E78F-A3B9-4DA2-F625AB27FD11}"/>
              </a:ext>
            </a:extLst>
          </p:cNvPr>
          <p:cNvSpPr/>
          <p:nvPr/>
        </p:nvSpPr>
        <p:spPr>
          <a:xfrm>
            <a:off x="6500" y="4518500"/>
            <a:ext cx="9144000" cy="624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96" name="Google Shape;796;p28">
            <a:extLst>
              <a:ext uri="{FF2B5EF4-FFF2-40B4-BE49-F238E27FC236}">
                <a16:creationId xmlns:a16="http://schemas.microsoft.com/office/drawing/2014/main" id="{1A46ACE7-B90D-CDC3-ED2D-48A94A6FF204}"/>
              </a:ext>
            </a:extLst>
          </p:cNvPr>
          <p:cNvGrpSpPr/>
          <p:nvPr/>
        </p:nvGrpSpPr>
        <p:grpSpPr>
          <a:xfrm rot="-5400000">
            <a:off x="7909225" y="3277224"/>
            <a:ext cx="1686809" cy="795742"/>
            <a:chOff x="3" y="782928"/>
            <a:chExt cx="1686809" cy="795742"/>
          </a:xfrm>
        </p:grpSpPr>
        <p:grpSp>
          <p:nvGrpSpPr>
            <p:cNvPr id="797" name="Google Shape;797;p28">
              <a:extLst>
                <a:ext uri="{FF2B5EF4-FFF2-40B4-BE49-F238E27FC236}">
                  <a16:creationId xmlns:a16="http://schemas.microsoft.com/office/drawing/2014/main" id="{A1D51C52-1A59-2734-32BF-C406CD384D82}"/>
                </a:ext>
              </a:extLst>
            </p:cNvPr>
            <p:cNvGrpSpPr/>
            <p:nvPr/>
          </p:nvGrpSpPr>
          <p:grpSpPr>
            <a:xfrm rot="-5400000">
              <a:off x="445537" y="337394"/>
              <a:ext cx="795742" cy="1686809"/>
              <a:chOff x="-809850" y="445850"/>
              <a:chExt cx="1036527" cy="2197225"/>
            </a:xfrm>
          </p:grpSpPr>
          <p:sp>
            <p:nvSpPr>
              <p:cNvPr id="798" name="Google Shape;798;p28">
                <a:extLst>
                  <a:ext uri="{FF2B5EF4-FFF2-40B4-BE49-F238E27FC236}">
                    <a16:creationId xmlns:a16="http://schemas.microsoft.com/office/drawing/2014/main" id="{ED7F3CF5-4D1B-51AB-18AA-582AEB05E358}"/>
                  </a:ext>
                </a:extLst>
              </p:cNvPr>
              <p:cNvSpPr/>
              <p:nvPr/>
            </p:nvSpPr>
            <p:spPr>
              <a:xfrm rot="10800000" flipH="1">
                <a:off x="-284828" y="630082"/>
                <a:ext cx="111607" cy="1369765"/>
              </a:xfrm>
              <a:custGeom>
                <a:avLst/>
                <a:gdLst/>
                <a:ahLst/>
                <a:cxnLst/>
                <a:rect l="l" t="t" r="r" b="b"/>
                <a:pathLst>
                  <a:path w="355" h="4357" extrusionOk="0">
                    <a:moveTo>
                      <a:pt x="1" y="0"/>
                    </a:moveTo>
                    <a:lnTo>
                      <a:pt x="1" y="4357"/>
                    </a:lnTo>
                    <a:lnTo>
                      <a:pt x="354" y="4357"/>
                    </a:lnTo>
                    <a:lnTo>
                      <a:pt x="354"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28">
                <a:extLst>
                  <a:ext uri="{FF2B5EF4-FFF2-40B4-BE49-F238E27FC236}">
                    <a16:creationId xmlns:a16="http://schemas.microsoft.com/office/drawing/2014/main" id="{2FAB6287-2DA9-846F-D3AF-A2757AC7C827}"/>
                  </a:ext>
                </a:extLst>
              </p:cNvPr>
              <p:cNvSpPr/>
              <p:nvPr/>
            </p:nvSpPr>
            <p:spPr>
              <a:xfrm rot="10800000" flipH="1">
                <a:off x="-229182" y="630082"/>
                <a:ext cx="55961" cy="1369765"/>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28">
                <a:extLst>
                  <a:ext uri="{FF2B5EF4-FFF2-40B4-BE49-F238E27FC236}">
                    <a16:creationId xmlns:a16="http://schemas.microsoft.com/office/drawing/2014/main" id="{99467109-9A8F-06B3-2ABB-2108CFF3D3CE}"/>
                  </a:ext>
                </a:extLst>
              </p:cNvPr>
              <p:cNvSpPr/>
              <p:nvPr/>
            </p:nvSpPr>
            <p:spPr>
              <a:xfrm rot="10800000" flipH="1">
                <a:off x="-284828" y="1701497"/>
                <a:ext cx="111607" cy="76081"/>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28">
                <a:extLst>
                  <a:ext uri="{FF2B5EF4-FFF2-40B4-BE49-F238E27FC236}">
                    <a16:creationId xmlns:a16="http://schemas.microsoft.com/office/drawing/2014/main" id="{8B88D669-862E-E198-D73F-2ECCC4D138E7}"/>
                  </a:ext>
                </a:extLst>
              </p:cNvPr>
              <p:cNvSpPr/>
              <p:nvPr/>
            </p:nvSpPr>
            <p:spPr>
              <a:xfrm rot="10800000" flipH="1">
                <a:off x="-618390" y="445850"/>
                <a:ext cx="782504" cy="181084"/>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28">
                <a:extLst>
                  <a:ext uri="{FF2B5EF4-FFF2-40B4-BE49-F238E27FC236}">
                    <a16:creationId xmlns:a16="http://schemas.microsoft.com/office/drawing/2014/main" id="{BEA1185D-C67D-834C-4F06-85AD775ACD27}"/>
                  </a:ext>
                </a:extLst>
              </p:cNvPr>
              <p:cNvSpPr/>
              <p:nvPr/>
            </p:nvSpPr>
            <p:spPr>
              <a:xfrm rot="10800000" flipH="1">
                <a:off x="-788786" y="1772549"/>
                <a:ext cx="1015464" cy="87052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28">
                <a:extLst>
                  <a:ext uri="{FF2B5EF4-FFF2-40B4-BE49-F238E27FC236}">
                    <a16:creationId xmlns:a16="http://schemas.microsoft.com/office/drawing/2014/main" id="{3B19D1A2-6B2A-C04B-99BC-42EA4AE5E5DE}"/>
                  </a:ext>
                </a:extLst>
              </p:cNvPr>
              <p:cNvSpPr/>
              <p:nvPr/>
            </p:nvSpPr>
            <p:spPr>
              <a:xfrm rot="10800000" flipH="1">
                <a:off x="-764579" y="1807131"/>
                <a:ext cx="935610" cy="801361"/>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28">
                <a:extLst>
                  <a:ext uri="{FF2B5EF4-FFF2-40B4-BE49-F238E27FC236}">
                    <a16:creationId xmlns:a16="http://schemas.microsoft.com/office/drawing/2014/main" id="{989CB3DA-9816-3FE1-3808-5D3B4A8D1939}"/>
                  </a:ext>
                </a:extLst>
              </p:cNvPr>
              <p:cNvSpPr/>
              <p:nvPr/>
            </p:nvSpPr>
            <p:spPr>
              <a:xfrm rot="10800000" flipH="1">
                <a:off x="-809850" y="1771921"/>
                <a:ext cx="1015464" cy="871154"/>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05" name="Google Shape;805;p28">
              <a:extLst>
                <a:ext uri="{FF2B5EF4-FFF2-40B4-BE49-F238E27FC236}">
                  <a16:creationId xmlns:a16="http://schemas.microsoft.com/office/drawing/2014/main" id="{CA28F72F-50F7-DEA6-8F5E-890B6EB875DD}"/>
                </a:ext>
              </a:extLst>
            </p:cNvPr>
            <p:cNvSpPr/>
            <p:nvPr/>
          </p:nvSpPr>
          <p:spPr>
            <a:xfrm rot="5400000">
              <a:off x="1239346" y="972807"/>
              <a:ext cx="322875" cy="279250"/>
            </a:xfrm>
            <a:prstGeom prst="flowChartExtra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779;p27">
            <a:extLst>
              <a:ext uri="{FF2B5EF4-FFF2-40B4-BE49-F238E27FC236}">
                <a16:creationId xmlns:a16="http://schemas.microsoft.com/office/drawing/2014/main" id="{AE8C0D9E-DE6B-7E44-9C37-07F08C8E8DEB}"/>
              </a:ext>
            </a:extLst>
          </p:cNvPr>
          <p:cNvSpPr txBox="1">
            <a:spLocks/>
          </p:cNvSpPr>
          <p:nvPr/>
        </p:nvSpPr>
        <p:spPr>
          <a:xfrm>
            <a:off x="800150" y="284325"/>
            <a:ext cx="733500" cy="733500"/>
          </a:xfrm>
          <a:prstGeom prst="rect">
            <a:avLst/>
          </a:prstGeom>
          <a:solidFill>
            <a:schemeClr val="accent4"/>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0" indent="0" algn="ctr">
              <a:buClr>
                <a:schemeClr val="dk1"/>
              </a:buClr>
              <a:buSzPts val="3000"/>
              <a:buFont typeface="Nova Square"/>
              <a:buNone/>
              <a:defRPr sz="3000" b="1">
                <a:solidFill>
                  <a:schemeClr val="lt1"/>
                </a:solidFill>
                <a:latin typeface="Nova Square"/>
                <a:ea typeface="Nova Square"/>
                <a:cs typeface="Nova Square"/>
                <a:sym typeface="Nova Square"/>
              </a:defRPr>
            </a:lvl1pPr>
            <a:lvl2pPr>
              <a:buClr>
                <a:schemeClr val="dk1"/>
              </a:buClr>
              <a:buSzPts val="3000"/>
              <a:buFont typeface="Nova Square"/>
              <a:buNone/>
              <a:defRPr sz="3000" b="1">
                <a:solidFill>
                  <a:schemeClr val="dk1"/>
                </a:solidFill>
                <a:latin typeface="Nova Square"/>
                <a:ea typeface="Nova Square"/>
                <a:cs typeface="Nova Square"/>
                <a:sym typeface="Nova Square"/>
              </a:defRPr>
            </a:lvl2pPr>
            <a:lvl3pPr>
              <a:buClr>
                <a:schemeClr val="dk1"/>
              </a:buClr>
              <a:buSzPts val="3000"/>
              <a:buFont typeface="Nova Square"/>
              <a:buNone/>
              <a:defRPr sz="3000" b="1">
                <a:solidFill>
                  <a:schemeClr val="dk1"/>
                </a:solidFill>
                <a:latin typeface="Nova Square"/>
                <a:ea typeface="Nova Square"/>
                <a:cs typeface="Nova Square"/>
                <a:sym typeface="Nova Square"/>
              </a:defRPr>
            </a:lvl3pPr>
            <a:lvl4pPr>
              <a:buClr>
                <a:schemeClr val="dk1"/>
              </a:buClr>
              <a:buSzPts val="3000"/>
              <a:buFont typeface="Nova Square"/>
              <a:buNone/>
              <a:defRPr sz="3000" b="1">
                <a:solidFill>
                  <a:schemeClr val="dk1"/>
                </a:solidFill>
                <a:latin typeface="Nova Square"/>
                <a:ea typeface="Nova Square"/>
                <a:cs typeface="Nova Square"/>
                <a:sym typeface="Nova Square"/>
              </a:defRPr>
            </a:lvl4pPr>
            <a:lvl5pPr>
              <a:buClr>
                <a:schemeClr val="dk1"/>
              </a:buClr>
              <a:buSzPts val="3000"/>
              <a:buFont typeface="Nova Square"/>
              <a:buNone/>
              <a:defRPr sz="3000" b="1">
                <a:solidFill>
                  <a:schemeClr val="dk1"/>
                </a:solidFill>
                <a:latin typeface="Nova Square"/>
                <a:ea typeface="Nova Square"/>
                <a:cs typeface="Nova Square"/>
                <a:sym typeface="Nova Square"/>
              </a:defRPr>
            </a:lvl5pPr>
            <a:lvl6pPr>
              <a:buClr>
                <a:schemeClr val="dk1"/>
              </a:buClr>
              <a:buSzPts val="3000"/>
              <a:buFont typeface="Nova Square"/>
              <a:buNone/>
              <a:defRPr sz="3000" b="1">
                <a:solidFill>
                  <a:schemeClr val="dk1"/>
                </a:solidFill>
                <a:latin typeface="Nova Square"/>
                <a:ea typeface="Nova Square"/>
                <a:cs typeface="Nova Square"/>
                <a:sym typeface="Nova Square"/>
              </a:defRPr>
            </a:lvl6pPr>
            <a:lvl7pPr>
              <a:buClr>
                <a:schemeClr val="dk1"/>
              </a:buClr>
              <a:buSzPts val="3000"/>
              <a:buFont typeface="Nova Square"/>
              <a:buNone/>
              <a:defRPr sz="3000" b="1">
                <a:solidFill>
                  <a:schemeClr val="dk1"/>
                </a:solidFill>
                <a:latin typeface="Nova Square"/>
                <a:ea typeface="Nova Square"/>
                <a:cs typeface="Nova Square"/>
                <a:sym typeface="Nova Square"/>
              </a:defRPr>
            </a:lvl7pPr>
            <a:lvl8pPr>
              <a:buClr>
                <a:schemeClr val="dk1"/>
              </a:buClr>
              <a:buSzPts val="3000"/>
              <a:buFont typeface="Nova Square"/>
              <a:buNone/>
              <a:defRPr sz="3000" b="1">
                <a:solidFill>
                  <a:schemeClr val="dk1"/>
                </a:solidFill>
                <a:latin typeface="Nova Square"/>
                <a:ea typeface="Nova Square"/>
                <a:cs typeface="Nova Square"/>
                <a:sym typeface="Nova Square"/>
              </a:defRPr>
            </a:lvl8pPr>
            <a:lvl9pPr>
              <a:buClr>
                <a:schemeClr val="dk1"/>
              </a:buClr>
              <a:buSzPts val="3000"/>
              <a:buFont typeface="Nova Square"/>
              <a:buNone/>
              <a:defRPr sz="3000" b="1">
                <a:solidFill>
                  <a:schemeClr val="dk1"/>
                </a:solidFill>
                <a:latin typeface="Nova Square"/>
                <a:ea typeface="Nova Square"/>
                <a:cs typeface="Nova Square"/>
                <a:sym typeface="Nova Square"/>
              </a:defRPr>
            </a:lvl9pPr>
          </a:lstStyle>
          <a:p>
            <a:r>
              <a:rPr lang="en-US" dirty="0"/>
              <a:t>03</a:t>
            </a:r>
          </a:p>
        </p:txBody>
      </p:sp>
      <p:grpSp>
        <p:nvGrpSpPr>
          <p:cNvPr id="11" name="Google Shape;7209;p58">
            <a:extLst>
              <a:ext uri="{FF2B5EF4-FFF2-40B4-BE49-F238E27FC236}">
                <a16:creationId xmlns:a16="http://schemas.microsoft.com/office/drawing/2014/main" id="{9FAEF13B-2AB7-2F29-6141-AA727935C048}"/>
              </a:ext>
            </a:extLst>
          </p:cNvPr>
          <p:cNvGrpSpPr/>
          <p:nvPr/>
        </p:nvGrpSpPr>
        <p:grpSpPr>
          <a:xfrm>
            <a:off x="987321" y="1473846"/>
            <a:ext cx="363316" cy="315437"/>
            <a:chOff x="6218300" y="4416175"/>
            <a:chExt cx="516000" cy="448000"/>
          </a:xfrm>
        </p:grpSpPr>
        <p:sp>
          <p:nvSpPr>
            <p:cNvPr id="12" name="Google Shape;7210;p58">
              <a:extLst>
                <a:ext uri="{FF2B5EF4-FFF2-40B4-BE49-F238E27FC236}">
                  <a16:creationId xmlns:a16="http://schemas.microsoft.com/office/drawing/2014/main" id="{6397E4B4-FC5A-7D5B-DCEA-5EA1FD06BEFC}"/>
                </a:ext>
              </a:extLst>
            </p:cNvPr>
            <p:cNvSpPr/>
            <p:nvPr/>
          </p:nvSpPr>
          <p:spPr>
            <a:xfrm>
              <a:off x="6462150" y="4525375"/>
              <a:ext cx="28250" cy="141250"/>
            </a:xfrm>
            <a:custGeom>
              <a:avLst/>
              <a:gdLst/>
              <a:ahLst/>
              <a:cxnLst/>
              <a:rect l="l" t="t" r="r" b="b"/>
              <a:pathLst>
                <a:path w="1130" h="5650" extrusionOk="0">
                  <a:moveTo>
                    <a:pt x="566" y="1"/>
                  </a:moveTo>
                  <a:cubicBezTo>
                    <a:pt x="253" y="1"/>
                    <a:pt x="0" y="254"/>
                    <a:pt x="0" y="567"/>
                  </a:cubicBezTo>
                  <a:lnTo>
                    <a:pt x="0" y="5087"/>
                  </a:lnTo>
                  <a:cubicBezTo>
                    <a:pt x="0" y="5397"/>
                    <a:pt x="253" y="5650"/>
                    <a:pt x="566" y="5650"/>
                  </a:cubicBezTo>
                  <a:cubicBezTo>
                    <a:pt x="877" y="5650"/>
                    <a:pt x="1130" y="5397"/>
                    <a:pt x="1130" y="5087"/>
                  </a:cubicBezTo>
                  <a:lnTo>
                    <a:pt x="1130" y="567"/>
                  </a:lnTo>
                  <a:cubicBezTo>
                    <a:pt x="1130" y="254"/>
                    <a:pt x="877" y="1"/>
                    <a:pt x="5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 name="Google Shape;7211;p58">
              <a:extLst>
                <a:ext uri="{FF2B5EF4-FFF2-40B4-BE49-F238E27FC236}">
                  <a16:creationId xmlns:a16="http://schemas.microsoft.com/office/drawing/2014/main" id="{937C26D3-619F-4F8A-8DE4-CF6AE93EEA5F}"/>
                </a:ext>
              </a:extLst>
            </p:cNvPr>
            <p:cNvSpPr/>
            <p:nvPr/>
          </p:nvSpPr>
          <p:spPr>
            <a:xfrm>
              <a:off x="6218300" y="4416175"/>
              <a:ext cx="516000" cy="448000"/>
            </a:xfrm>
            <a:custGeom>
              <a:avLst/>
              <a:gdLst/>
              <a:ahLst/>
              <a:cxnLst/>
              <a:rect l="l" t="t" r="r" b="b"/>
              <a:pathLst>
                <a:path w="20640" h="17920" extrusionOk="0">
                  <a:moveTo>
                    <a:pt x="10320" y="3240"/>
                  </a:moveTo>
                  <a:cubicBezTo>
                    <a:pt x="11254" y="3240"/>
                    <a:pt x="12013" y="3998"/>
                    <a:pt x="12013" y="4935"/>
                  </a:cubicBezTo>
                  <a:lnTo>
                    <a:pt x="12013" y="9452"/>
                  </a:lnTo>
                  <a:cubicBezTo>
                    <a:pt x="12013" y="10385"/>
                    <a:pt x="11254" y="11144"/>
                    <a:pt x="10320" y="11144"/>
                  </a:cubicBezTo>
                  <a:cubicBezTo>
                    <a:pt x="9384" y="11144"/>
                    <a:pt x="8625" y="10385"/>
                    <a:pt x="8625" y="9452"/>
                  </a:cubicBezTo>
                  <a:lnTo>
                    <a:pt x="8625" y="4935"/>
                  </a:lnTo>
                  <a:cubicBezTo>
                    <a:pt x="8625" y="3998"/>
                    <a:pt x="9384" y="3240"/>
                    <a:pt x="10320" y="3240"/>
                  </a:cubicBezTo>
                  <a:close/>
                  <a:moveTo>
                    <a:pt x="10320" y="12274"/>
                  </a:moveTo>
                  <a:cubicBezTo>
                    <a:pt x="10538" y="12274"/>
                    <a:pt x="10758" y="12316"/>
                    <a:pt x="10968" y="12403"/>
                  </a:cubicBezTo>
                  <a:cubicBezTo>
                    <a:pt x="11600" y="12665"/>
                    <a:pt x="12013" y="13282"/>
                    <a:pt x="12013" y="13969"/>
                  </a:cubicBezTo>
                  <a:cubicBezTo>
                    <a:pt x="12013" y="14902"/>
                    <a:pt x="11254" y="15661"/>
                    <a:pt x="10320" y="15661"/>
                  </a:cubicBezTo>
                  <a:cubicBezTo>
                    <a:pt x="9634" y="15661"/>
                    <a:pt x="9017" y="15248"/>
                    <a:pt x="8755" y="14616"/>
                  </a:cubicBezTo>
                  <a:cubicBezTo>
                    <a:pt x="8493" y="13984"/>
                    <a:pt x="8637" y="13255"/>
                    <a:pt x="9122" y="12770"/>
                  </a:cubicBezTo>
                  <a:cubicBezTo>
                    <a:pt x="9446" y="12446"/>
                    <a:pt x="9880" y="12274"/>
                    <a:pt x="10320" y="12274"/>
                  </a:cubicBezTo>
                  <a:close/>
                  <a:moveTo>
                    <a:pt x="10319" y="1"/>
                  </a:moveTo>
                  <a:cubicBezTo>
                    <a:pt x="9352" y="1"/>
                    <a:pt x="8386" y="487"/>
                    <a:pt x="7848" y="1460"/>
                  </a:cubicBezTo>
                  <a:lnTo>
                    <a:pt x="1040" y="13731"/>
                  </a:lnTo>
                  <a:cubicBezTo>
                    <a:pt x="1" y="15613"/>
                    <a:pt x="1359" y="17919"/>
                    <a:pt x="3509" y="17919"/>
                  </a:cubicBezTo>
                  <a:lnTo>
                    <a:pt x="17129" y="17919"/>
                  </a:lnTo>
                  <a:cubicBezTo>
                    <a:pt x="19279" y="17919"/>
                    <a:pt x="20640" y="15616"/>
                    <a:pt x="19598" y="13731"/>
                  </a:cubicBezTo>
                  <a:lnTo>
                    <a:pt x="12790" y="1460"/>
                  </a:lnTo>
                  <a:cubicBezTo>
                    <a:pt x="12252" y="487"/>
                    <a:pt x="11286" y="1"/>
                    <a:pt x="103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 name="Google Shape;7212;p58">
              <a:extLst>
                <a:ext uri="{FF2B5EF4-FFF2-40B4-BE49-F238E27FC236}">
                  <a16:creationId xmlns:a16="http://schemas.microsoft.com/office/drawing/2014/main" id="{DDEE95CB-B348-0A42-572F-012D93DA7BF4}"/>
                </a:ext>
              </a:extLst>
            </p:cNvPr>
            <p:cNvSpPr/>
            <p:nvPr/>
          </p:nvSpPr>
          <p:spPr>
            <a:xfrm>
              <a:off x="6462150" y="4751225"/>
              <a:ext cx="28250" cy="28250"/>
            </a:xfrm>
            <a:custGeom>
              <a:avLst/>
              <a:gdLst/>
              <a:ahLst/>
              <a:cxnLst/>
              <a:rect l="l" t="t" r="r" b="b"/>
              <a:pathLst>
                <a:path w="1130" h="1130" extrusionOk="0">
                  <a:moveTo>
                    <a:pt x="566" y="1"/>
                  </a:moveTo>
                  <a:cubicBezTo>
                    <a:pt x="253" y="1"/>
                    <a:pt x="0" y="253"/>
                    <a:pt x="0" y="567"/>
                  </a:cubicBezTo>
                  <a:cubicBezTo>
                    <a:pt x="0" y="877"/>
                    <a:pt x="253" y="1130"/>
                    <a:pt x="566" y="1130"/>
                  </a:cubicBezTo>
                  <a:cubicBezTo>
                    <a:pt x="877" y="1130"/>
                    <a:pt x="1130" y="877"/>
                    <a:pt x="1130" y="567"/>
                  </a:cubicBezTo>
                  <a:cubicBezTo>
                    <a:pt x="1130" y="253"/>
                    <a:pt x="877" y="1"/>
                    <a:pt x="5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5" name="Google Shape;7217;p58">
            <a:extLst>
              <a:ext uri="{FF2B5EF4-FFF2-40B4-BE49-F238E27FC236}">
                <a16:creationId xmlns:a16="http://schemas.microsoft.com/office/drawing/2014/main" id="{766F5A19-9A4F-EE46-F498-7B3BEBD2D860}"/>
              </a:ext>
            </a:extLst>
          </p:cNvPr>
          <p:cNvGrpSpPr/>
          <p:nvPr/>
        </p:nvGrpSpPr>
        <p:grpSpPr>
          <a:xfrm>
            <a:off x="997273" y="2397217"/>
            <a:ext cx="339253" cy="339253"/>
            <a:chOff x="1492675" y="4992125"/>
            <a:chExt cx="481825" cy="481825"/>
          </a:xfrm>
        </p:grpSpPr>
        <p:sp>
          <p:nvSpPr>
            <p:cNvPr id="17" name="Google Shape;7218;p58">
              <a:extLst>
                <a:ext uri="{FF2B5EF4-FFF2-40B4-BE49-F238E27FC236}">
                  <a16:creationId xmlns:a16="http://schemas.microsoft.com/office/drawing/2014/main" id="{916B089B-9FEA-1313-E98E-262311D9D8A5}"/>
                </a:ext>
              </a:extLst>
            </p:cNvPr>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0B050"/>
                </a:solidFill>
              </a:endParaRPr>
            </a:p>
          </p:txBody>
        </p:sp>
        <p:sp>
          <p:nvSpPr>
            <p:cNvPr id="18" name="Google Shape;7219;p58">
              <a:extLst>
                <a:ext uri="{FF2B5EF4-FFF2-40B4-BE49-F238E27FC236}">
                  <a16:creationId xmlns:a16="http://schemas.microsoft.com/office/drawing/2014/main" id="{B5BAFDC7-7AB5-6669-FD5D-6679E5C1DB3B}"/>
                </a:ext>
              </a:extLst>
            </p:cNvPr>
            <p:cNvSpPr/>
            <p:nvPr/>
          </p:nvSpPr>
          <p:spPr>
            <a:xfrm>
              <a:off x="1639626" y="5170171"/>
              <a:ext cx="190099" cy="125751"/>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0B050"/>
                </a:solidFill>
              </a:endParaRPr>
            </a:p>
          </p:txBody>
        </p:sp>
      </p:grpSp>
    </p:spTree>
    <p:extLst>
      <p:ext uri="{BB962C8B-B14F-4D97-AF65-F5344CB8AC3E}">
        <p14:creationId xmlns:p14="http://schemas.microsoft.com/office/powerpoint/2010/main" val="36618085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91">
          <a:extLst>
            <a:ext uri="{FF2B5EF4-FFF2-40B4-BE49-F238E27FC236}">
              <a16:creationId xmlns:a16="http://schemas.microsoft.com/office/drawing/2014/main" id="{F1E349C7-EC35-B230-A7A5-43899FA2BFAD}"/>
            </a:ext>
          </a:extLst>
        </p:cNvPr>
        <p:cNvGrpSpPr/>
        <p:nvPr/>
      </p:nvGrpSpPr>
      <p:grpSpPr>
        <a:xfrm>
          <a:off x="0" y="0"/>
          <a:ext cx="0" cy="0"/>
          <a:chOff x="0" y="0"/>
          <a:chExt cx="0" cy="0"/>
        </a:xfrm>
      </p:grpSpPr>
      <p:sp>
        <p:nvSpPr>
          <p:cNvPr id="793" name="Google Shape;793;p28">
            <a:extLst>
              <a:ext uri="{FF2B5EF4-FFF2-40B4-BE49-F238E27FC236}">
                <a16:creationId xmlns:a16="http://schemas.microsoft.com/office/drawing/2014/main" id="{708873BA-D217-D0FD-02DF-82FAB831C20C}"/>
              </a:ext>
            </a:extLst>
          </p:cNvPr>
          <p:cNvSpPr txBox="1">
            <a:spLocks noGrp="1"/>
          </p:cNvSpPr>
          <p:nvPr>
            <p:ph type="title"/>
          </p:nvPr>
        </p:nvSpPr>
        <p:spPr>
          <a:xfrm>
            <a:off x="719999" y="334125"/>
            <a:ext cx="7802825" cy="683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400" dirty="0"/>
              <a:t>Solutions Implementation</a:t>
            </a:r>
            <a:endParaRPr sz="3400" dirty="0"/>
          </a:p>
        </p:txBody>
      </p:sp>
      <p:sp>
        <p:nvSpPr>
          <p:cNvPr id="795" name="Google Shape;795;p28">
            <a:extLst>
              <a:ext uri="{FF2B5EF4-FFF2-40B4-BE49-F238E27FC236}">
                <a16:creationId xmlns:a16="http://schemas.microsoft.com/office/drawing/2014/main" id="{E315A231-410C-EE77-D2DB-9758FC993E73}"/>
              </a:ext>
            </a:extLst>
          </p:cNvPr>
          <p:cNvSpPr/>
          <p:nvPr/>
        </p:nvSpPr>
        <p:spPr>
          <a:xfrm>
            <a:off x="6500" y="4518500"/>
            <a:ext cx="9144000" cy="624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96" name="Google Shape;796;p28">
            <a:extLst>
              <a:ext uri="{FF2B5EF4-FFF2-40B4-BE49-F238E27FC236}">
                <a16:creationId xmlns:a16="http://schemas.microsoft.com/office/drawing/2014/main" id="{3703DE76-DD17-CDC1-4A0F-2470AF324BAF}"/>
              </a:ext>
            </a:extLst>
          </p:cNvPr>
          <p:cNvGrpSpPr/>
          <p:nvPr/>
        </p:nvGrpSpPr>
        <p:grpSpPr>
          <a:xfrm rot="-5400000">
            <a:off x="7909225" y="3277224"/>
            <a:ext cx="1686809" cy="795742"/>
            <a:chOff x="3" y="782928"/>
            <a:chExt cx="1686809" cy="795742"/>
          </a:xfrm>
        </p:grpSpPr>
        <p:grpSp>
          <p:nvGrpSpPr>
            <p:cNvPr id="797" name="Google Shape;797;p28">
              <a:extLst>
                <a:ext uri="{FF2B5EF4-FFF2-40B4-BE49-F238E27FC236}">
                  <a16:creationId xmlns:a16="http://schemas.microsoft.com/office/drawing/2014/main" id="{8A7FBAC2-6498-20B6-8BB6-228094E09BAA}"/>
                </a:ext>
              </a:extLst>
            </p:cNvPr>
            <p:cNvGrpSpPr/>
            <p:nvPr/>
          </p:nvGrpSpPr>
          <p:grpSpPr>
            <a:xfrm rot="-5400000">
              <a:off x="445537" y="337394"/>
              <a:ext cx="795742" cy="1686809"/>
              <a:chOff x="-809850" y="445850"/>
              <a:chExt cx="1036527" cy="2197225"/>
            </a:xfrm>
          </p:grpSpPr>
          <p:sp>
            <p:nvSpPr>
              <p:cNvPr id="798" name="Google Shape;798;p28">
                <a:extLst>
                  <a:ext uri="{FF2B5EF4-FFF2-40B4-BE49-F238E27FC236}">
                    <a16:creationId xmlns:a16="http://schemas.microsoft.com/office/drawing/2014/main" id="{B1F134B0-6C38-B81E-B904-FE3D8C7C9F80}"/>
                  </a:ext>
                </a:extLst>
              </p:cNvPr>
              <p:cNvSpPr/>
              <p:nvPr/>
            </p:nvSpPr>
            <p:spPr>
              <a:xfrm rot="10800000" flipH="1">
                <a:off x="-284828" y="630082"/>
                <a:ext cx="111607" cy="1369765"/>
              </a:xfrm>
              <a:custGeom>
                <a:avLst/>
                <a:gdLst/>
                <a:ahLst/>
                <a:cxnLst/>
                <a:rect l="l" t="t" r="r" b="b"/>
                <a:pathLst>
                  <a:path w="355" h="4357" extrusionOk="0">
                    <a:moveTo>
                      <a:pt x="1" y="0"/>
                    </a:moveTo>
                    <a:lnTo>
                      <a:pt x="1" y="4357"/>
                    </a:lnTo>
                    <a:lnTo>
                      <a:pt x="354" y="4357"/>
                    </a:lnTo>
                    <a:lnTo>
                      <a:pt x="354"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28">
                <a:extLst>
                  <a:ext uri="{FF2B5EF4-FFF2-40B4-BE49-F238E27FC236}">
                    <a16:creationId xmlns:a16="http://schemas.microsoft.com/office/drawing/2014/main" id="{CC47449C-D2E5-4F78-0F91-EEAB44E5B8F7}"/>
                  </a:ext>
                </a:extLst>
              </p:cNvPr>
              <p:cNvSpPr/>
              <p:nvPr/>
            </p:nvSpPr>
            <p:spPr>
              <a:xfrm rot="10800000" flipH="1">
                <a:off x="-229182" y="630082"/>
                <a:ext cx="55961" cy="1369765"/>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28">
                <a:extLst>
                  <a:ext uri="{FF2B5EF4-FFF2-40B4-BE49-F238E27FC236}">
                    <a16:creationId xmlns:a16="http://schemas.microsoft.com/office/drawing/2014/main" id="{18101087-7827-8528-A3B0-9CD466036B7F}"/>
                  </a:ext>
                </a:extLst>
              </p:cNvPr>
              <p:cNvSpPr/>
              <p:nvPr/>
            </p:nvSpPr>
            <p:spPr>
              <a:xfrm rot="10800000" flipH="1">
                <a:off x="-284828" y="1701497"/>
                <a:ext cx="111607" cy="76081"/>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28">
                <a:extLst>
                  <a:ext uri="{FF2B5EF4-FFF2-40B4-BE49-F238E27FC236}">
                    <a16:creationId xmlns:a16="http://schemas.microsoft.com/office/drawing/2014/main" id="{C9144971-27D4-A005-D712-5BE8C93BA3F0}"/>
                  </a:ext>
                </a:extLst>
              </p:cNvPr>
              <p:cNvSpPr/>
              <p:nvPr/>
            </p:nvSpPr>
            <p:spPr>
              <a:xfrm rot="10800000" flipH="1">
                <a:off x="-618390" y="445850"/>
                <a:ext cx="782504" cy="181084"/>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28">
                <a:extLst>
                  <a:ext uri="{FF2B5EF4-FFF2-40B4-BE49-F238E27FC236}">
                    <a16:creationId xmlns:a16="http://schemas.microsoft.com/office/drawing/2014/main" id="{5895F379-F0C7-641E-A65E-9C5A525D796D}"/>
                  </a:ext>
                </a:extLst>
              </p:cNvPr>
              <p:cNvSpPr/>
              <p:nvPr/>
            </p:nvSpPr>
            <p:spPr>
              <a:xfrm rot="10800000" flipH="1">
                <a:off x="-788786" y="1772549"/>
                <a:ext cx="1015464" cy="87052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28">
                <a:extLst>
                  <a:ext uri="{FF2B5EF4-FFF2-40B4-BE49-F238E27FC236}">
                    <a16:creationId xmlns:a16="http://schemas.microsoft.com/office/drawing/2014/main" id="{35BBD751-1E73-6AA8-14DE-19CC2B0BB9A8}"/>
                  </a:ext>
                </a:extLst>
              </p:cNvPr>
              <p:cNvSpPr/>
              <p:nvPr/>
            </p:nvSpPr>
            <p:spPr>
              <a:xfrm rot="10800000" flipH="1">
                <a:off x="-764579" y="1807131"/>
                <a:ext cx="935610" cy="801361"/>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28">
                <a:extLst>
                  <a:ext uri="{FF2B5EF4-FFF2-40B4-BE49-F238E27FC236}">
                    <a16:creationId xmlns:a16="http://schemas.microsoft.com/office/drawing/2014/main" id="{C3CD933F-3FF2-F19D-093F-54CC2674CF0A}"/>
                  </a:ext>
                </a:extLst>
              </p:cNvPr>
              <p:cNvSpPr/>
              <p:nvPr/>
            </p:nvSpPr>
            <p:spPr>
              <a:xfrm rot="10800000" flipH="1">
                <a:off x="-809850" y="1771921"/>
                <a:ext cx="1015464" cy="871154"/>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05" name="Google Shape;805;p28">
              <a:extLst>
                <a:ext uri="{FF2B5EF4-FFF2-40B4-BE49-F238E27FC236}">
                  <a16:creationId xmlns:a16="http://schemas.microsoft.com/office/drawing/2014/main" id="{8C6443EB-A8E8-3F09-AD0E-42B18D9AB9CA}"/>
                </a:ext>
              </a:extLst>
            </p:cNvPr>
            <p:cNvSpPr/>
            <p:nvPr/>
          </p:nvSpPr>
          <p:spPr>
            <a:xfrm rot="5400000">
              <a:off x="1239346" y="972807"/>
              <a:ext cx="322875" cy="279250"/>
            </a:xfrm>
            <a:prstGeom prst="flowChartExtra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779;p27">
            <a:extLst>
              <a:ext uri="{FF2B5EF4-FFF2-40B4-BE49-F238E27FC236}">
                <a16:creationId xmlns:a16="http://schemas.microsoft.com/office/drawing/2014/main" id="{9275902E-9E3E-40BD-EA51-8358DA9B4A6F}"/>
              </a:ext>
            </a:extLst>
          </p:cNvPr>
          <p:cNvSpPr txBox="1">
            <a:spLocks/>
          </p:cNvSpPr>
          <p:nvPr/>
        </p:nvSpPr>
        <p:spPr>
          <a:xfrm>
            <a:off x="800150" y="284325"/>
            <a:ext cx="733500" cy="733500"/>
          </a:xfrm>
          <a:prstGeom prst="rect">
            <a:avLst/>
          </a:prstGeom>
          <a:solidFill>
            <a:schemeClr val="accent4"/>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0" indent="0" algn="ctr">
              <a:buClr>
                <a:schemeClr val="dk1"/>
              </a:buClr>
              <a:buSzPts val="3000"/>
              <a:buFont typeface="Nova Square"/>
              <a:buNone/>
              <a:defRPr sz="3000" b="1">
                <a:solidFill>
                  <a:schemeClr val="lt1"/>
                </a:solidFill>
                <a:latin typeface="Nova Square"/>
                <a:ea typeface="Nova Square"/>
                <a:cs typeface="Nova Square"/>
                <a:sym typeface="Nova Square"/>
              </a:defRPr>
            </a:lvl1pPr>
            <a:lvl2pPr>
              <a:buClr>
                <a:schemeClr val="dk1"/>
              </a:buClr>
              <a:buSzPts val="3000"/>
              <a:buFont typeface="Nova Square"/>
              <a:buNone/>
              <a:defRPr sz="3000" b="1">
                <a:solidFill>
                  <a:schemeClr val="dk1"/>
                </a:solidFill>
                <a:latin typeface="Nova Square"/>
                <a:ea typeface="Nova Square"/>
                <a:cs typeface="Nova Square"/>
                <a:sym typeface="Nova Square"/>
              </a:defRPr>
            </a:lvl2pPr>
            <a:lvl3pPr>
              <a:buClr>
                <a:schemeClr val="dk1"/>
              </a:buClr>
              <a:buSzPts val="3000"/>
              <a:buFont typeface="Nova Square"/>
              <a:buNone/>
              <a:defRPr sz="3000" b="1">
                <a:solidFill>
                  <a:schemeClr val="dk1"/>
                </a:solidFill>
                <a:latin typeface="Nova Square"/>
                <a:ea typeface="Nova Square"/>
                <a:cs typeface="Nova Square"/>
                <a:sym typeface="Nova Square"/>
              </a:defRPr>
            </a:lvl3pPr>
            <a:lvl4pPr>
              <a:buClr>
                <a:schemeClr val="dk1"/>
              </a:buClr>
              <a:buSzPts val="3000"/>
              <a:buFont typeface="Nova Square"/>
              <a:buNone/>
              <a:defRPr sz="3000" b="1">
                <a:solidFill>
                  <a:schemeClr val="dk1"/>
                </a:solidFill>
                <a:latin typeface="Nova Square"/>
                <a:ea typeface="Nova Square"/>
                <a:cs typeface="Nova Square"/>
                <a:sym typeface="Nova Square"/>
              </a:defRPr>
            </a:lvl4pPr>
            <a:lvl5pPr>
              <a:buClr>
                <a:schemeClr val="dk1"/>
              </a:buClr>
              <a:buSzPts val="3000"/>
              <a:buFont typeface="Nova Square"/>
              <a:buNone/>
              <a:defRPr sz="3000" b="1">
                <a:solidFill>
                  <a:schemeClr val="dk1"/>
                </a:solidFill>
                <a:latin typeface="Nova Square"/>
                <a:ea typeface="Nova Square"/>
                <a:cs typeface="Nova Square"/>
                <a:sym typeface="Nova Square"/>
              </a:defRPr>
            </a:lvl5pPr>
            <a:lvl6pPr>
              <a:buClr>
                <a:schemeClr val="dk1"/>
              </a:buClr>
              <a:buSzPts val="3000"/>
              <a:buFont typeface="Nova Square"/>
              <a:buNone/>
              <a:defRPr sz="3000" b="1">
                <a:solidFill>
                  <a:schemeClr val="dk1"/>
                </a:solidFill>
                <a:latin typeface="Nova Square"/>
                <a:ea typeface="Nova Square"/>
                <a:cs typeface="Nova Square"/>
                <a:sym typeface="Nova Square"/>
              </a:defRPr>
            </a:lvl6pPr>
            <a:lvl7pPr>
              <a:buClr>
                <a:schemeClr val="dk1"/>
              </a:buClr>
              <a:buSzPts val="3000"/>
              <a:buFont typeface="Nova Square"/>
              <a:buNone/>
              <a:defRPr sz="3000" b="1">
                <a:solidFill>
                  <a:schemeClr val="dk1"/>
                </a:solidFill>
                <a:latin typeface="Nova Square"/>
                <a:ea typeface="Nova Square"/>
                <a:cs typeface="Nova Square"/>
                <a:sym typeface="Nova Square"/>
              </a:defRPr>
            </a:lvl7pPr>
            <a:lvl8pPr>
              <a:buClr>
                <a:schemeClr val="dk1"/>
              </a:buClr>
              <a:buSzPts val="3000"/>
              <a:buFont typeface="Nova Square"/>
              <a:buNone/>
              <a:defRPr sz="3000" b="1">
                <a:solidFill>
                  <a:schemeClr val="dk1"/>
                </a:solidFill>
                <a:latin typeface="Nova Square"/>
                <a:ea typeface="Nova Square"/>
                <a:cs typeface="Nova Square"/>
                <a:sym typeface="Nova Square"/>
              </a:defRPr>
            </a:lvl8pPr>
            <a:lvl9pPr>
              <a:buClr>
                <a:schemeClr val="dk1"/>
              </a:buClr>
              <a:buSzPts val="3000"/>
              <a:buFont typeface="Nova Square"/>
              <a:buNone/>
              <a:defRPr sz="3000" b="1">
                <a:solidFill>
                  <a:schemeClr val="dk1"/>
                </a:solidFill>
                <a:latin typeface="Nova Square"/>
                <a:ea typeface="Nova Square"/>
                <a:cs typeface="Nova Square"/>
                <a:sym typeface="Nova Square"/>
              </a:defRPr>
            </a:lvl9pPr>
          </a:lstStyle>
          <a:p>
            <a:r>
              <a:rPr lang="en-US" dirty="0"/>
              <a:t>01</a:t>
            </a:r>
          </a:p>
        </p:txBody>
      </p:sp>
      <p:pic>
        <p:nvPicPr>
          <p:cNvPr id="4" name="Picture 3">
            <a:extLst>
              <a:ext uri="{FF2B5EF4-FFF2-40B4-BE49-F238E27FC236}">
                <a16:creationId xmlns:a16="http://schemas.microsoft.com/office/drawing/2014/main" id="{C9B446A4-8F50-3FF9-3688-4262F4823444}"/>
              </a:ext>
            </a:extLst>
          </p:cNvPr>
          <p:cNvPicPr>
            <a:picLocks noChangeAspect="1"/>
          </p:cNvPicPr>
          <p:nvPr/>
        </p:nvPicPr>
        <p:blipFill>
          <a:blip r:embed="rId3"/>
          <a:stretch>
            <a:fillRect/>
          </a:stretch>
        </p:blipFill>
        <p:spPr>
          <a:xfrm>
            <a:off x="1931123" y="1033885"/>
            <a:ext cx="5380576" cy="3240031"/>
          </a:xfrm>
          <a:prstGeom prst="rect">
            <a:avLst/>
          </a:prstGeom>
        </p:spPr>
      </p:pic>
    </p:spTree>
    <p:extLst>
      <p:ext uri="{BB962C8B-B14F-4D97-AF65-F5344CB8AC3E}">
        <p14:creationId xmlns:p14="http://schemas.microsoft.com/office/powerpoint/2010/main" val="18888041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91">
          <a:extLst>
            <a:ext uri="{FF2B5EF4-FFF2-40B4-BE49-F238E27FC236}">
              <a16:creationId xmlns:a16="http://schemas.microsoft.com/office/drawing/2014/main" id="{01160A04-F804-8591-77ED-505DA6553817}"/>
            </a:ext>
          </a:extLst>
        </p:cNvPr>
        <p:cNvGrpSpPr/>
        <p:nvPr/>
      </p:nvGrpSpPr>
      <p:grpSpPr>
        <a:xfrm>
          <a:off x="0" y="0"/>
          <a:ext cx="0" cy="0"/>
          <a:chOff x="0" y="0"/>
          <a:chExt cx="0" cy="0"/>
        </a:xfrm>
      </p:grpSpPr>
      <p:sp>
        <p:nvSpPr>
          <p:cNvPr id="10" name="Subtitle 9">
            <a:extLst>
              <a:ext uri="{FF2B5EF4-FFF2-40B4-BE49-F238E27FC236}">
                <a16:creationId xmlns:a16="http://schemas.microsoft.com/office/drawing/2014/main" id="{484769EC-91CB-D2E3-FEBE-5EEB7B85B3EC}"/>
              </a:ext>
            </a:extLst>
          </p:cNvPr>
          <p:cNvSpPr>
            <a:spLocks noGrp="1"/>
          </p:cNvSpPr>
          <p:nvPr>
            <p:ph type="subTitle" idx="4"/>
          </p:nvPr>
        </p:nvSpPr>
        <p:spPr>
          <a:xfrm>
            <a:off x="1332509" y="1631563"/>
            <a:ext cx="6577803" cy="2477374"/>
          </a:xfrm>
        </p:spPr>
        <p:txBody>
          <a:bodyPr anchor="ctr"/>
          <a:lstStyle/>
          <a:p>
            <a:pPr marL="119063" indent="0" algn="l"/>
            <a:r>
              <a:rPr lang="en-US" sz="2000" b="1" dirty="0">
                <a:solidFill>
                  <a:srgbClr val="E53A39"/>
                </a:solidFill>
              </a:rPr>
              <a:t>Problem (3):</a:t>
            </a:r>
            <a:r>
              <a:rPr lang="en-US" sz="2000" dirty="0">
                <a:solidFill>
                  <a:srgbClr val="E53A39"/>
                </a:solidFill>
              </a:rPr>
              <a:t> </a:t>
            </a:r>
            <a:r>
              <a:rPr lang="en-US" sz="2000" dirty="0"/>
              <a:t>In the Reason for delay column, there are duplicate entries with slightly different names, such as:</a:t>
            </a:r>
          </a:p>
          <a:p>
            <a:pPr marL="119063" indent="0" algn="l"/>
            <a:endParaRPr lang="en-US" sz="2000" dirty="0"/>
          </a:p>
          <a:p>
            <a:pPr marL="461963" indent="-342900" algn="l">
              <a:buFont typeface="Wingdings" panose="05000000000000000000" pitchFamily="2" charset="2"/>
              <a:buChar char="Ø"/>
            </a:pPr>
            <a:r>
              <a:rPr lang="en-US" sz="2000" i="1" dirty="0"/>
              <a:t>Signal Failure &amp; signal failure</a:t>
            </a:r>
          </a:p>
          <a:p>
            <a:pPr marL="461963" indent="-342900" algn="l">
              <a:buFont typeface="Wingdings" panose="05000000000000000000" pitchFamily="2" charset="2"/>
              <a:buChar char="Ø"/>
            </a:pPr>
            <a:r>
              <a:rPr lang="en-US" sz="2000" i="1" dirty="0"/>
              <a:t>Staff shortage &amp; staffing</a:t>
            </a:r>
          </a:p>
          <a:p>
            <a:pPr marL="461963" indent="-342900" algn="l">
              <a:buFont typeface="Wingdings" panose="05000000000000000000" pitchFamily="2" charset="2"/>
              <a:buChar char="Ø"/>
            </a:pPr>
            <a:r>
              <a:rPr lang="en-US" sz="2000" i="1" dirty="0"/>
              <a:t>Weather &amp; weather conditions</a:t>
            </a:r>
            <a:endParaRPr lang="ar-EG" sz="2000" i="1" dirty="0"/>
          </a:p>
          <a:p>
            <a:pPr marL="119063" indent="0" algn="l"/>
            <a:endParaRPr lang="en-US" sz="2000" dirty="0"/>
          </a:p>
          <a:p>
            <a:pPr marL="119063" indent="0" algn="l"/>
            <a:r>
              <a:rPr lang="en-US" sz="2000" b="1" dirty="0">
                <a:solidFill>
                  <a:srgbClr val="00B050"/>
                </a:solidFill>
              </a:rPr>
              <a:t>Recommendation:</a:t>
            </a:r>
            <a:r>
              <a:rPr lang="en-US" sz="2000" dirty="0">
                <a:solidFill>
                  <a:srgbClr val="00B050"/>
                </a:solidFill>
              </a:rPr>
              <a:t> </a:t>
            </a:r>
            <a:r>
              <a:rPr lang="en-US" sz="2000" dirty="0"/>
              <a:t>Unify these values by replacing them with a single consistent format.</a:t>
            </a:r>
          </a:p>
          <a:p>
            <a:pPr marL="119063" indent="0" algn="l"/>
            <a:endParaRPr lang="en-US" sz="2000" dirty="0"/>
          </a:p>
        </p:txBody>
      </p:sp>
      <p:sp>
        <p:nvSpPr>
          <p:cNvPr id="793" name="Google Shape;793;p28">
            <a:extLst>
              <a:ext uri="{FF2B5EF4-FFF2-40B4-BE49-F238E27FC236}">
                <a16:creationId xmlns:a16="http://schemas.microsoft.com/office/drawing/2014/main" id="{E774E4DB-1964-CF96-F3AA-319499C82862}"/>
              </a:ext>
            </a:extLst>
          </p:cNvPr>
          <p:cNvSpPr txBox="1">
            <a:spLocks noGrp="1"/>
          </p:cNvSpPr>
          <p:nvPr>
            <p:ph type="title"/>
          </p:nvPr>
        </p:nvSpPr>
        <p:spPr>
          <a:xfrm>
            <a:off x="719999" y="334125"/>
            <a:ext cx="7802825" cy="683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400" dirty="0"/>
              <a:t>    Data issues &amp; Recommendations</a:t>
            </a:r>
            <a:endParaRPr sz="3400" dirty="0"/>
          </a:p>
        </p:txBody>
      </p:sp>
      <p:sp>
        <p:nvSpPr>
          <p:cNvPr id="795" name="Google Shape;795;p28">
            <a:extLst>
              <a:ext uri="{FF2B5EF4-FFF2-40B4-BE49-F238E27FC236}">
                <a16:creationId xmlns:a16="http://schemas.microsoft.com/office/drawing/2014/main" id="{CD50C7BA-38E9-4CDC-997D-D9CDF2C003AF}"/>
              </a:ext>
            </a:extLst>
          </p:cNvPr>
          <p:cNvSpPr/>
          <p:nvPr/>
        </p:nvSpPr>
        <p:spPr>
          <a:xfrm>
            <a:off x="6500" y="4518500"/>
            <a:ext cx="9144000" cy="624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96" name="Google Shape;796;p28">
            <a:extLst>
              <a:ext uri="{FF2B5EF4-FFF2-40B4-BE49-F238E27FC236}">
                <a16:creationId xmlns:a16="http://schemas.microsoft.com/office/drawing/2014/main" id="{9B56828C-9287-E745-2CCB-EA706545A8E8}"/>
              </a:ext>
            </a:extLst>
          </p:cNvPr>
          <p:cNvGrpSpPr/>
          <p:nvPr/>
        </p:nvGrpSpPr>
        <p:grpSpPr>
          <a:xfrm rot="-5400000">
            <a:off x="7909225" y="3277224"/>
            <a:ext cx="1686809" cy="795742"/>
            <a:chOff x="3" y="782928"/>
            <a:chExt cx="1686809" cy="795742"/>
          </a:xfrm>
        </p:grpSpPr>
        <p:grpSp>
          <p:nvGrpSpPr>
            <p:cNvPr id="797" name="Google Shape;797;p28">
              <a:extLst>
                <a:ext uri="{FF2B5EF4-FFF2-40B4-BE49-F238E27FC236}">
                  <a16:creationId xmlns:a16="http://schemas.microsoft.com/office/drawing/2014/main" id="{2752B9D4-3ECE-6322-1382-8896ED6ED4F0}"/>
                </a:ext>
              </a:extLst>
            </p:cNvPr>
            <p:cNvGrpSpPr/>
            <p:nvPr/>
          </p:nvGrpSpPr>
          <p:grpSpPr>
            <a:xfrm rot="-5400000">
              <a:off x="445537" y="337394"/>
              <a:ext cx="795742" cy="1686809"/>
              <a:chOff x="-809850" y="445850"/>
              <a:chExt cx="1036527" cy="2197225"/>
            </a:xfrm>
          </p:grpSpPr>
          <p:sp>
            <p:nvSpPr>
              <p:cNvPr id="798" name="Google Shape;798;p28">
                <a:extLst>
                  <a:ext uri="{FF2B5EF4-FFF2-40B4-BE49-F238E27FC236}">
                    <a16:creationId xmlns:a16="http://schemas.microsoft.com/office/drawing/2014/main" id="{1E33733D-B652-4E9B-6679-5B46A6D2E7B6}"/>
                  </a:ext>
                </a:extLst>
              </p:cNvPr>
              <p:cNvSpPr/>
              <p:nvPr/>
            </p:nvSpPr>
            <p:spPr>
              <a:xfrm rot="10800000" flipH="1">
                <a:off x="-284828" y="630082"/>
                <a:ext cx="111607" cy="1369765"/>
              </a:xfrm>
              <a:custGeom>
                <a:avLst/>
                <a:gdLst/>
                <a:ahLst/>
                <a:cxnLst/>
                <a:rect l="l" t="t" r="r" b="b"/>
                <a:pathLst>
                  <a:path w="355" h="4357" extrusionOk="0">
                    <a:moveTo>
                      <a:pt x="1" y="0"/>
                    </a:moveTo>
                    <a:lnTo>
                      <a:pt x="1" y="4357"/>
                    </a:lnTo>
                    <a:lnTo>
                      <a:pt x="354" y="4357"/>
                    </a:lnTo>
                    <a:lnTo>
                      <a:pt x="354"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28">
                <a:extLst>
                  <a:ext uri="{FF2B5EF4-FFF2-40B4-BE49-F238E27FC236}">
                    <a16:creationId xmlns:a16="http://schemas.microsoft.com/office/drawing/2014/main" id="{77DB043C-E442-4759-24A6-8920105D1DDE}"/>
                  </a:ext>
                </a:extLst>
              </p:cNvPr>
              <p:cNvSpPr/>
              <p:nvPr/>
            </p:nvSpPr>
            <p:spPr>
              <a:xfrm rot="10800000" flipH="1">
                <a:off x="-229182" y="630082"/>
                <a:ext cx="55961" cy="1369765"/>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28">
                <a:extLst>
                  <a:ext uri="{FF2B5EF4-FFF2-40B4-BE49-F238E27FC236}">
                    <a16:creationId xmlns:a16="http://schemas.microsoft.com/office/drawing/2014/main" id="{7476840D-D822-13D9-3ED2-446C5694B6FC}"/>
                  </a:ext>
                </a:extLst>
              </p:cNvPr>
              <p:cNvSpPr/>
              <p:nvPr/>
            </p:nvSpPr>
            <p:spPr>
              <a:xfrm rot="10800000" flipH="1">
                <a:off x="-284828" y="1701497"/>
                <a:ext cx="111607" cy="76081"/>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28">
                <a:extLst>
                  <a:ext uri="{FF2B5EF4-FFF2-40B4-BE49-F238E27FC236}">
                    <a16:creationId xmlns:a16="http://schemas.microsoft.com/office/drawing/2014/main" id="{6A9DAC12-B4EF-4FE2-718C-BD85F7E358A3}"/>
                  </a:ext>
                </a:extLst>
              </p:cNvPr>
              <p:cNvSpPr/>
              <p:nvPr/>
            </p:nvSpPr>
            <p:spPr>
              <a:xfrm rot="10800000" flipH="1">
                <a:off x="-618390" y="445850"/>
                <a:ext cx="782504" cy="181084"/>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28">
                <a:extLst>
                  <a:ext uri="{FF2B5EF4-FFF2-40B4-BE49-F238E27FC236}">
                    <a16:creationId xmlns:a16="http://schemas.microsoft.com/office/drawing/2014/main" id="{80DAF1B3-D9EC-F924-1B1B-5AA41EF0BF4C}"/>
                  </a:ext>
                </a:extLst>
              </p:cNvPr>
              <p:cNvSpPr/>
              <p:nvPr/>
            </p:nvSpPr>
            <p:spPr>
              <a:xfrm rot="10800000" flipH="1">
                <a:off x="-788786" y="1772549"/>
                <a:ext cx="1015464" cy="87052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28">
                <a:extLst>
                  <a:ext uri="{FF2B5EF4-FFF2-40B4-BE49-F238E27FC236}">
                    <a16:creationId xmlns:a16="http://schemas.microsoft.com/office/drawing/2014/main" id="{663E18F4-9383-9CA9-85D5-DCA35D210391}"/>
                  </a:ext>
                </a:extLst>
              </p:cNvPr>
              <p:cNvSpPr/>
              <p:nvPr/>
            </p:nvSpPr>
            <p:spPr>
              <a:xfrm rot="10800000" flipH="1">
                <a:off x="-764579" y="1807131"/>
                <a:ext cx="935610" cy="801361"/>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28">
                <a:extLst>
                  <a:ext uri="{FF2B5EF4-FFF2-40B4-BE49-F238E27FC236}">
                    <a16:creationId xmlns:a16="http://schemas.microsoft.com/office/drawing/2014/main" id="{1F99FB94-AC54-87CE-DFA6-BC645804134B}"/>
                  </a:ext>
                </a:extLst>
              </p:cNvPr>
              <p:cNvSpPr/>
              <p:nvPr/>
            </p:nvSpPr>
            <p:spPr>
              <a:xfrm rot="10800000" flipH="1">
                <a:off x="-809850" y="1771921"/>
                <a:ext cx="1015464" cy="871154"/>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05" name="Google Shape;805;p28">
              <a:extLst>
                <a:ext uri="{FF2B5EF4-FFF2-40B4-BE49-F238E27FC236}">
                  <a16:creationId xmlns:a16="http://schemas.microsoft.com/office/drawing/2014/main" id="{A72AF9DE-96AC-707A-3903-FE583EC7FB4C}"/>
                </a:ext>
              </a:extLst>
            </p:cNvPr>
            <p:cNvSpPr/>
            <p:nvPr/>
          </p:nvSpPr>
          <p:spPr>
            <a:xfrm rot="5400000">
              <a:off x="1239346" y="972807"/>
              <a:ext cx="322875" cy="279250"/>
            </a:xfrm>
            <a:prstGeom prst="flowChartExtra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779;p27">
            <a:extLst>
              <a:ext uri="{FF2B5EF4-FFF2-40B4-BE49-F238E27FC236}">
                <a16:creationId xmlns:a16="http://schemas.microsoft.com/office/drawing/2014/main" id="{3B56C83E-46E8-8A80-00F4-096A9F0CA866}"/>
              </a:ext>
            </a:extLst>
          </p:cNvPr>
          <p:cNvSpPr txBox="1">
            <a:spLocks/>
          </p:cNvSpPr>
          <p:nvPr/>
        </p:nvSpPr>
        <p:spPr>
          <a:xfrm>
            <a:off x="800150" y="284325"/>
            <a:ext cx="733500" cy="733500"/>
          </a:xfrm>
          <a:prstGeom prst="rect">
            <a:avLst/>
          </a:prstGeom>
          <a:solidFill>
            <a:schemeClr val="accent4"/>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0" indent="0" algn="ctr">
              <a:buClr>
                <a:schemeClr val="dk1"/>
              </a:buClr>
              <a:buSzPts val="3000"/>
              <a:buFont typeface="Nova Square"/>
              <a:buNone/>
              <a:defRPr sz="3000" b="1">
                <a:solidFill>
                  <a:schemeClr val="lt1"/>
                </a:solidFill>
                <a:latin typeface="Nova Square"/>
                <a:ea typeface="Nova Square"/>
                <a:cs typeface="Nova Square"/>
                <a:sym typeface="Nova Square"/>
              </a:defRPr>
            </a:lvl1pPr>
            <a:lvl2pPr>
              <a:buClr>
                <a:schemeClr val="dk1"/>
              </a:buClr>
              <a:buSzPts val="3000"/>
              <a:buFont typeface="Nova Square"/>
              <a:buNone/>
              <a:defRPr sz="3000" b="1">
                <a:solidFill>
                  <a:schemeClr val="dk1"/>
                </a:solidFill>
                <a:latin typeface="Nova Square"/>
                <a:ea typeface="Nova Square"/>
                <a:cs typeface="Nova Square"/>
                <a:sym typeface="Nova Square"/>
              </a:defRPr>
            </a:lvl2pPr>
            <a:lvl3pPr>
              <a:buClr>
                <a:schemeClr val="dk1"/>
              </a:buClr>
              <a:buSzPts val="3000"/>
              <a:buFont typeface="Nova Square"/>
              <a:buNone/>
              <a:defRPr sz="3000" b="1">
                <a:solidFill>
                  <a:schemeClr val="dk1"/>
                </a:solidFill>
                <a:latin typeface="Nova Square"/>
                <a:ea typeface="Nova Square"/>
                <a:cs typeface="Nova Square"/>
                <a:sym typeface="Nova Square"/>
              </a:defRPr>
            </a:lvl3pPr>
            <a:lvl4pPr>
              <a:buClr>
                <a:schemeClr val="dk1"/>
              </a:buClr>
              <a:buSzPts val="3000"/>
              <a:buFont typeface="Nova Square"/>
              <a:buNone/>
              <a:defRPr sz="3000" b="1">
                <a:solidFill>
                  <a:schemeClr val="dk1"/>
                </a:solidFill>
                <a:latin typeface="Nova Square"/>
                <a:ea typeface="Nova Square"/>
                <a:cs typeface="Nova Square"/>
                <a:sym typeface="Nova Square"/>
              </a:defRPr>
            </a:lvl4pPr>
            <a:lvl5pPr>
              <a:buClr>
                <a:schemeClr val="dk1"/>
              </a:buClr>
              <a:buSzPts val="3000"/>
              <a:buFont typeface="Nova Square"/>
              <a:buNone/>
              <a:defRPr sz="3000" b="1">
                <a:solidFill>
                  <a:schemeClr val="dk1"/>
                </a:solidFill>
                <a:latin typeface="Nova Square"/>
                <a:ea typeface="Nova Square"/>
                <a:cs typeface="Nova Square"/>
                <a:sym typeface="Nova Square"/>
              </a:defRPr>
            </a:lvl5pPr>
            <a:lvl6pPr>
              <a:buClr>
                <a:schemeClr val="dk1"/>
              </a:buClr>
              <a:buSzPts val="3000"/>
              <a:buFont typeface="Nova Square"/>
              <a:buNone/>
              <a:defRPr sz="3000" b="1">
                <a:solidFill>
                  <a:schemeClr val="dk1"/>
                </a:solidFill>
                <a:latin typeface="Nova Square"/>
                <a:ea typeface="Nova Square"/>
                <a:cs typeface="Nova Square"/>
                <a:sym typeface="Nova Square"/>
              </a:defRPr>
            </a:lvl6pPr>
            <a:lvl7pPr>
              <a:buClr>
                <a:schemeClr val="dk1"/>
              </a:buClr>
              <a:buSzPts val="3000"/>
              <a:buFont typeface="Nova Square"/>
              <a:buNone/>
              <a:defRPr sz="3000" b="1">
                <a:solidFill>
                  <a:schemeClr val="dk1"/>
                </a:solidFill>
                <a:latin typeface="Nova Square"/>
                <a:ea typeface="Nova Square"/>
                <a:cs typeface="Nova Square"/>
                <a:sym typeface="Nova Square"/>
              </a:defRPr>
            </a:lvl7pPr>
            <a:lvl8pPr>
              <a:buClr>
                <a:schemeClr val="dk1"/>
              </a:buClr>
              <a:buSzPts val="3000"/>
              <a:buFont typeface="Nova Square"/>
              <a:buNone/>
              <a:defRPr sz="3000" b="1">
                <a:solidFill>
                  <a:schemeClr val="dk1"/>
                </a:solidFill>
                <a:latin typeface="Nova Square"/>
                <a:ea typeface="Nova Square"/>
                <a:cs typeface="Nova Square"/>
                <a:sym typeface="Nova Square"/>
              </a:defRPr>
            </a:lvl8pPr>
            <a:lvl9pPr>
              <a:buClr>
                <a:schemeClr val="dk1"/>
              </a:buClr>
              <a:buSzPts val="3000"/>
              <a:buFont typeface="Nova Square"/>
              <a:buNone/>
              <a:defRPr sz="3000" b="1">
                <a:solidFill>
                  <a:schemeClr val="dk1"/>
                </a:solidFill>
                <a:latin typeface="Nova Square"/>
                <a:ea typeface="Nova Square"/>
                <a:cs typeface="Nova Square"/>
                <a:sym typeface="Nova Square"/>
              </a:defRPr>
            </a:lvl9pPr>
          </a:lstStyle>
          <a:p>
            <a:r>
              <a:rPr lang="en-US" dirty="0"/>
              <a:t>03</a:t>
            </a:r>
          </a:p>
        </p:txBody>
      </p:sp>
      <p:grpSp>
        <p:nvGrpSpPr>
          <p:cNvPr id="11" name="Google Shape;7209;p58">
            <a:extLst>
              <a:ext uri="{FF2B5EF4-FFF2-40B4-BE49-F238E27FC236}">
                <a16:creationId xmlns:a16="http://schemas.microsoft.com/office/drawing/2014/main" id="{980568AB-D51C-22F1-D807-4C7CA504F57A}"/>
              </a:ext>
            </a:extLst>
          </p:cNvPr>
          <p:cNvGrpSpPr/>
          <p:nvPr/>
        </p:nvGrpSpPr>
        <p:grpSpPr>
          <a:xfrm>
            <a:off x="1082981" y="1316126"/>
            <a:ext cx="363316" cy="315437"/>
            <a:chOff x="6218300" y="4416175"/>
            <a:chExt cx="516000" cy="448000"/>
          </a:xfrm>
        </p:grpSpPr>
        <p:sp>
          <p:nvSpPr>
            <p:cNvPr id="12" name="Google Shape;7210;p58">
              <a:extLst>
                <a:ext uri="{FF2B5EF4-FFF2-40B4-BE49-F238E27FC236}">
                  <a16:creationId xmlns:a16="http://schemas.microsoft.com/office/drawing/2014/main" id="{288D8C85-C4CB-4C16-A347-EFC070A55B03}"/>
                </a:ext>
              </a:extLst>
            </p:cNvPr>
            <p:cNvSpPr/>
            <p:nvPr/>
          </p:nvSpPr>
          <p:spPr>
            <a:xfrm>
              <a:off x="6462150" y="4525375"/>
              <a:ext cx="28250" cy="141250"/>
            </a:xfrm>
            <a:custGeom>
              <a:avLst/>
              <a:gdLst/>
              <a:ahLst/>
              <a:cxnLst/>
              <a:rect l="l" t="t" r="r" b="b"/>
              <a:pathLst>
                <a:path w="1130" h="5650" extrusionOk="0">
                  <a:moveTo>
                    <a:pt x="566" y="1"/>
                  </a:moveTo>
                  <a:cubicBezTo>
                    <a:pt x="253" y="1"/>
                    <a:pt x="0" y="254"/>
                    <a:pt x="0" y="567"/>
                  </a:cubicBezTo>
                  <a:lnTo>
                    <a:pt x="0" y="5087"/>
                  </a:lnTo>
                  <a:cubicBezTo>
                    <a:pt x="0" y="5397"/>
                    <a:pt x="253" y="5650"/>
                    <a:pt x="566" y="5650"/>
                  </a:cubicBezTo>
                  <a:cubicBezTo>
                    <a:pt x="877" y="5650"/>
                    <a:pt x="1130" y="5397"/>
                    <a:pt x="1130" y="5087"/>
                  </a:cubicBezTo>
                  <a:lnTo>
                    <a:pt x="1130" y="567"/>
                  </a:lnTo>
                  <a:cubicBezTo>
                    <a:pt x="1130" y="254"/>
                    <a:pt x="877" y="1"/>
                    <a:pt x="5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 name="Google Shape;7211;p58">
              <a:extLst>
                <a:ext uri="{FF2B5EF4-FFF2-40B4-BE49-F238E27FC236}">
                  <a16:creationId xmlns:a16="http://schemas.microsoft.com/office/drawing/2014/main" id="{5A6236CC-3F91-02C4-2416-B23ACA1700BC}"/>
                </a:ext>
              </a:extLst>
            </p:cNvPr>
            <p:cNvSpPr/>
            <p:nvPr/>
          </p:nvSpPr>
          <p:spPr>
            <a:xfrm>
              <a:off x="6218300" y="4416175"/>
              <a:ext cx="516000" cy="448000"/>
            </a:xfrm>
            <a:custGeom>
              <a:avLst/>
              <a:gdLst/>
              <a:ahLst/>
              <a:cxnLst/>
              <a:rect l="l" t="t" r="r" b="b"/>
              <a:pathLst>
                <a:path w="20640" h="17920" extrusionOk="0">
                  <a:moveTo>
                    <a:pt x="10320" y="3240"/>
                  </a:moveTo>
                  <a:cubicBezTo>
                    <a:pt x="11254" y="3240"/>
                    <a:pt x="12013" y="3998"/>
                    <a:pt x="12013" y="4935"/>
                  </a:cubicBezTo>
                  <a:lnTo>
                    <a:pt x="12013" y="9452"/>
                  </a:lnTo>
                  <a:cubicBezTo>
                    <a:pt x="12013" y="10385"/>
                    <a:pt x="11254" y="11144"/>
                    <a:pt x="10320" y="11144"/>
                  </a:cubicBezTo>
                  <a:cubicBezTo>
                    <a:pt x="9384" y="11144"/>
                    <a:pt x="8625" y="10385"/>
                    <a:pt x="8625" y="9452"/>
                  </a:cubicBezTo>
                  <a:lnTo>
                    <a:pt x="8625" y="4935"/>
                  </a:lnTo>
                  <a:cubicBezTo>
                    <a:pt x="8625" y="3998"/>
                    <a:pt x="9384" y="3240"/>
                    <a:pt x="10320" y="3240"/>
                  </a:cubicBezTo>
                  <a:close/>
                  <a:moveTo>
                    <a:pt x="10320" y="12274"/>
                  </a:moveTo>
                  <a:cubicBezTo>
                    <a:pt x="10538" y="12274"/>
                    <a:pt x="10758" y="12316"/>
                    <a:pt x="10968" y="12403"/>
                  </a:cubicBezTo>
                  <a:cubicBezTo>
                    <a:pt x="11600" y="12665"/>
                    <a:pt x="12013" y="13282"/>
                    <a:pt x="12013" y="13969"/>
                  </a:cubicBezTo>
                  <a:cubicBezTo>
                    <a:pt x="12013" y="14902"/>
                    <a:pt x="11254" y="15661"/>
                    <a:pt x="10320" y="15661"/>
                  </a:cubicBezTo>
                  <a:cubicBezTo>
                    <a:pt x="9634" y="15661"/>
                    <a:pt x="9017" y="15248"/>
                    <a:pt x="8755" y="14616"/>
                  </a:cubicBezTo>
                  <a:cubicBezTo>
                    <a:pt x="8493" y="13984"/>
                    <a:pt x="8637" y="13255"/>
                    <a:pt x="9122" y="12770"/>
                  </a:cubicBezTo>
                  <a:cubicBezTo>
                    <a:pt x="9446" y="12446"/>
                    <a:pt x="9880" y="12274"/>
                    <a:pt x="10320" y="12274"/>
                  </a:cubicBezTo>
                  <a:close/>
                  <a:moveTo>
                    <a:pt x="10319" y="1"/>
                  </a:moveTo>
                  <a:cubicBezTo>
                    <a:pt x="9352" y="1"/>
                    <a:pt x="8386" y="487"/>
                    <a:pt x="7848" y="1460"/>
                  </a:cubicBezTo>
                  <a:lnTo>
                    <a:pt x="1040" y="13731"/>
                  </a:lnTo>
                  <a:cubicBezTo>
                    <a:pt x="1" y="15613"/>
                    <a:pt x="1359" y="17919"/>
                    <a:pt x="3509" y="17919"/>
                  </a:cubicBezTo>
                  <a:lnTo>
                    <a:pt x="17129" y="17919"/>
                  </a:lnTo>
                  <a:cubicBezTo>
                    <a:pt x="19279" y="17919"/>
                    <a:pt x="20640" y="15616"/>
                    <a:pt x="19598" y="13731"/>
                  </a:cubicBezTo>
                  <a:lnTo>
                    <a:pt x="12790" y="1460"/>
                  </a:lnTo>
                  <a:cubicBezTo>
                    <a:pt x="12252" y="487"/>
                    <a:pt x="11286" y="1"/>
                    <a:pt x="103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 name="Google Shape;7212;p58">
              <a:extLst>
                <a:ext uri="{FF2B5EF4-FFF2-40B4-BE49-F238E27FC236}">
                  <a16:creationId xmlns:a16="http://schemas.microsoft.com/office/drawing/2014/main" id="{9EA06918-ED79-E38A-60D6-AA99F312F2D5}"/>
                </a:ext>
              </a:extLst>
            </p:cNvPr>
            <p:cNvSpPr/>
            <p:nvPr/>
          </p:nvSpPr>
          <p:spPr>
            <a:xfrm>
              <a:off x="6462150" y="4751225"/>
              <a:ext cx="28250" cy="28250"/>
            </a:xfrm>
            <a:custGeom>
              <a:avLst/>
              <a:gdLst/>
              <a:ahLst/>
              <a:cxnLst/>
              <a:rect l="l" t="t" r="r" b="b"/>
              <a:pathLst>
                <a:path w="1130" h="1130" extrusionOk="0">
                  <a:moveTo>
                    <a:pt x="566" y="1"/>
                  </a:moveTo>
                  <a:cubicBezTo>
                    <a:pt x="253" y="1"/>
                    <a:pt x="0" y="253"/>
                    <a:pt x="0" y="567"/>
                  </a:cubicBezTo>
                  <a:cubicBezTo>
                    <a:pt x="0" y="877"/>
                    <a:pt x="253" y="1130"/>
                    <a:pt x="566" y="1130"/>
                  </a:cubicBezTo>
                  <a:cubicBezTo>
                    <a:pt x="877" y="1130"/>
                    <a:pt x="1130" y="877"/>
                    <a:pt x="1130" y="567"/>
                  </a:cubicBezTo>
                  <a:cubicBezTo>
                    <a:pt x="1130" y="253"/>
                    <a:pt x="877" y="1"/>
                    <a:pt x="5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5" name="Google Shape;7217;p58">
            <a:extLst>
              <a:ext uri="{FF2B5EF4-FFF2-40B4-BE49-F238E27FC236}">
                <a16:creationId xmlns:a16="http://schemas.microsoft.com/office/drawing/2014/main" id="{ABBBF035-DDC4-1497-119E-96705C014A18}"/>
              </a:ext>
            </a:extLst>
          </p:cNvPr>
          <p:cNvGrpSpPr/>
          <p:nvPr/>
        </p:nvGrpSpPr>
        <p:grpSpPr>
          <a:xfrm>
            <a:off x="1085049" y="3473444"/>
            <a:ext cx="339253" cy="339253"/>
            <a:chOff x="1492675" y="4992125"/>
            <a:chExt cx="481825" cy="481825"/>
          </a:xfrm>
        </p:grpSpPr>
        <p:sp>
          <p:nvSpPr>
            <p:cNvPr id="17" name="Google Shape;7218;p58">
              <a:extLst>
                <a:ext uri="{FF2B5EF4-FFF2-40B4-BE49-F238E27FC236}">
                  <a16:creationId xmlns:a16="http://schemas.microsoft.com/office/drawing/2014/main" id="{6C5E93B9-2A4D-C006-E541-EA5B3811AFA8}"/>
                </a:ext>
              </a:extLst>
            </p:cNvPr>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0B050"/>
                </a:solidFill>
              </a:endParaRPr>
            </a:p>
          </p:txBody>
        </p:sp>
        <p:sp>
          <p:nvSpPr>
            <p:cNvPr id="18" name="Google Shape;7219;p58">
              <a:extLst>
                <a:ext uri="{FF2B5EF4-FFF2-40B4-BE49-F238E27FC236}">
                  <a16:creationId xmlns:a16="http://schemas.microsoft.com/office/drawing/2014/main" id="{CFEA8809-8E40-C123-AB82-1BA6A74E5634}"/>
                </a:ext>
              </a:extLst>
            </p:cNvPr>
            <p:cNvSpPr/>
            <p:nvPr/>
          </p:nvSpPr>
          <p:spPr>
            <a:xfrm>
              <a:off x="1639626" y="5170171"/>
              <a:ext cx="190099" cy="125751"/>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0B050"/>
                </a:solidFill>
              </a:endParaRPr>
            </a:p>
          </p:txBody>
        </p:sp>
      </p:grpSp>
    </p:spTree>
    <p:extLst>
      <p:ext uri="{BB962C8B-B14F-4D97-AF65-F5344CB8AC3E}">
        <p14:creationId xmlns:p14="http://schemas.microsoft.com/office/powerpoint/2010/main" val="34331915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91">
          <a:extLst>
            <a:ext uri="{FF2B5EF4-FFF2-40B4-BE49-F238E27FC236}">
              <a16:creationId xmlns:a16="http://schemas.microsoft.com/office/drawing/2014/main" id="{F1E349C7-EC35-B230-A7A5-43899FA2BFAD}"/>
            </a:ext>
          </a:extLst>
        </p:cNvPr>
        <p:cNvGrpSpPr/>
        <p:nvPr/>
      </p:nvGrpSpPr>
      <p:grpSpPr>
        <a:xfrm>
          <a:off x="0" y="0"/>
          <a:ext cx="0" cy="0"/>
          <a:chOff x="0" y="0"/>
          <a:chExt cx="0" cy="0"/>
        </a:xfrm>
      </p:grpSpPr>
      <p:sp>
        <p:nvSpPr>
          <p:cNvPr id="793" name="Google Shape;793;p28">
            <a:extLst>
              <a:ext uri="{FF2B5EF4-FFF2-40B4-BE49-F238E27FC236}">
                <a16:creationId xmlns:a16="http://schemas.microsoft.com/office/drawing/2014/main" id="{708873BA-D217-D0FD-02DF-82FAB831C20C}"/>
              </a:ext>
            </a:extLst>
          </p:cNvPr>
          <p:cNvSpPr txBox="1">
            <a:spLocks noGrp="1"/>
          </p:cNvSpPr>
          <p:nvPr>
            <p:ph type="title"/>
          </p:nvPr>
        </p:nvSpPr>
        <p:spPr>
          <a:xfrm>
            <a:off x="719999" y="334125"/>
            <a:ext cx="7802825" cy="683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400" dirty="0"/>
              <a:t>Solutions Implementation</a:t>
            </a:r>
            <a:endParaRPr sz="3400" dirty="0"/>
          </a:p>
        </p:txBody>
      </p:sp>
      <p:sp>
        <p:nvSpPr>
          <p:cNvPr id="795" name="Google Shape;795;p28">
            <a:extLst>
              <a:ext uri="{FF2B5EF4-FFF2-40B4-BE49-F238E27FC236}">
                <a16:creationId xmlns:a16="http://schemas.microsoft.com/office/drawing/2014/main" id="{E315A231-410C-EE77-D2DB-9758FC993E73}"/>
              </a:ext>
            </a:extLst>
          </p:cNvPr>
          <p:cNvSpPr/>
          <p:nvPr/>
        </p:nvSpPr>
        <p:spPr>
          <a:xfrm>
            <a:off x="6500" y="4518500"/>
            <a:ext cx="9144000" cy="624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96" name="Google Shape;796;p28">
            <a:extLst>
              <a:ext uri="{FF2B5EF4-FFF2-40B4-BE49-F238E27FC236}">
                <a16:creationId xmlns:a16="http://schemas.microsoft.com/office/drawing/2014/main" id="{3703DE76-DD17-CDC1-4A0F-2470AF324BAF}"/>
              </a:ext>
            </a:extLst>
          </p:cNvPr>
          <p:cNvGrpSpPr/>
          <p:nvPr/>
        </p:nvGrpSpPr>
        <p:grpSpPr>
          <a:xfrm rot="-5400000">
            <a:off x="7909225" y="3277224"/>
            <a:ext cx="1686809" cy="795742"/>
            <a:chOff x="3" y="782928"/>
            <a:chExt cx="1686809" cy="795742"/>
          </a:xfrm>
        </p:grpSpPr>
        <p:grpSp>
          <p:nvGrpSpPr>
            <p:cNvPr id="797" name="Google Shape;797;p28">
              <a:extLst>
                <a:ext uri="{FF2B5EF4-FFF2-40B4-BE49-F238E27FC236}">
                  <a16:creationId xmlns:a16="http://schemas.microsoft.com/office/drawing/2014/main" id="{8A7FBAC2-6498-20B6-8BB6-228094E09BAA}"/>
                </a:ext>
              </a:extLst>
            </p:cNvPr>
            <p:cNvGrpSpPr/>
            <p:nvPr/>
          </p:nvGrpSpPr>
          <p:grpSpPr>
            <a:xfrm rot="-5400000">
              <a:off x="445537" y="337394"/>
              <a:ext cx="795742" cy="1686809"/>
              <a:chOff x="-809850" y="445850"/>
              <a:chExt cx="1036527" cy="2197225"/>
            </a:xfrm>
          </p:grpSpPr>
          <p:sp>
            <p:nvSpPr>
              <p:cNvPr id="798" name="Google Shape;798;p28">
                <a:extLst>
                  <a:ext uri="{FF2B5EF4-FFF2-40B4-BE49-F238E27FC236}">
                    <a16:creationId xmlns:a16="http://schemas.microsoft.com/office/drawing/2014/main" id="{B1F134B0-6C38-B81E-B904-FE3D8C7C9F80}"/>
                  </a:ext>
                </a:extLst>
              </p:cNvPr>
              <p:cNvSpPr/>
              <p:nvPr/>
            </p:nvSpPr>
            <p:spPr>
              <a:xfrm rot="10800000" flipH="1">
                <a:off x="-284828" y="630082"/>
                <a:ext cx="111607" cy="1369765"/>
              </a:xfrm>
              <a:custGeom>
                <a:avLst/>
                <a:gdLst/>
                <a:ahLst/>
                <a:cxnLst/>
                <a:rect l="l" t="t" r="r" b="b"/>
                <a:pathLst>
                  <a:path w="355" h="4357" extrusionOk="0">
                    <a:moveTo>
                      <a:pt x="1" y="0"/>
                    </a:moveTo>
                    <a:lnTo>
                      <a:pt x="1" y="4357"/>
                    </a:lnTo>
                    <a:lnTo>
                      <a:pt x="354" y="4357"/>
                    </a:lnTo>
                    <a:lnTo>
                      <a:pt x="354"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28">
                <a:extLst>
                  <a:ext uri="{FF2B5EF4-FFF2-40B4-BE49-F238E27FC236}">
                    <a16:creationId xmlns:a16="http://schemas.microsoft.com/office/drawing/2014/main" id="{CC47449C-D2E5-4F78-0F91-EEAB44E5B8F7}"/>
                  </a:ext>
                </a:extLst>
              </p:cNvPr>
              <p:cNvSpPr/>
              <p:nvPr/>
            </p:nvSpPr>
            <p:spPr>
              <a:xfrm rot="10800000" flipH="1">
                <a:off x="-229182" y="630082"/>
                <a:ext cx="55961" cy="1369765"/>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28">
                <a:extLst>
                  <a:ext uri="{FF2B5EF4-FFF2-40B4-BE49-F238E27FC236}">
                    <a16:creationId xmlns:a16="http://schemas.microsoft.com/office/drawing/2014/main" id="{18101087-7827-8528-A3B0-9CD466036B7F}"/>
                  </a:ext>
                </a:extLst>
              </p:cNvPr>
              <p:cNvSpPr/>
              <p:nvPr/>
            </p:nvSpPr>
            <p:spPr>
              <a:xfrm rot="10800000" flipH="1">
                <a:off x="-284828" y="1701497"/>
                <a:ext cx="111607" cy="76081"/>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28">
                <a:extLst>
                  <a:ext uri="{FF2B5EF4-FFF2-40B4-BE49-F238E27FC236}">
                    <a16:creationId xmlns:a16="http://schemas.microsoft.com/office/drawing/2014/main" id="{C9144971-27D4-A005-D712-5BE8C93BA3F0}"/>
                  </a:ext>
                </a:extLst>
              </p:cNvPr>
              <p:cNvSpPr/>
              <p:nvPr/>
            </p:nvSpPr>
            <p:spPr>
              <a:xfrm rot="10800000" flipH="1">
                <a:off x="-618390" y="445850"/>
                <a:ext cx="782504" cy="181084"/>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28">
                <a:extLst>
                  <a:ext uri="{FF2B5EF4-FFF2-40B4-BE49-F238E27FC236}">
                    <a16:creationId xmlns:a16="http://schemas.microsoft.com/office/drawing/2014/main" id="{5895F379-F0C7-641E-A65E-9C5A525D796D}"/>
                  </a:ext>
                </a:extLst>
              </p:cNvPr>
              <p:cNvSpPr/>
              <p:nvPr/>
            </p:nvSpPr>
            <p:spPr>
              <a:xfrm rot="10800000" flipH="1">
                <a:off x="-788786" y="1772549"/>
                <a:ext cx="1015464" cy="87052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28">
                <a:extLst>
                  <a:ext uri="{FF2B5EF4-FFF2-40B4-BE49-F238E27FC236}">
                    <a16:creationId xmlns:a16="http://schemas.microsoft.com/office/drawing/2014/main" id="{35BBD751-1E73-6AA8-14DE-19CC2B0BB9A8}"/>
                  </a:ext>
                </a:extLst>
              </p:cNvPr>
              <p:cNvSpPr/>
              <p:nvPr/>
            </p:nvSpPr>
            <p:spPr>
              <a:xfrm rot="10800000" flipH="1">
                <a:off x="-764579" y="1807131"/>
                <a:ext cx="935610" cy="801361"/>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28">
                <a:extLst>
                  <a:ext uri="{FF2B5EF4-FFF2-40B4-BE49-F238E27FC236}">
                    <a16:creationId xmlns:a16="http://schemas.microsoft.com/office/drawing/2014/main" id="{C3CD933F-3FF2-F19D-093F-54CC2674CF0A}"/>
                  </a:ext>
                </a:extLst>
              </p:cNvPr>
              <p:cNvSpPr/>
              <p:nvPr/>
            </p:nvSpPr>
            <p:spPr>
              <a:xfrm rot="10800000" flipH="1">
                <a:off x="-809850" y="1771921"/>
                <a:ext cx="1015464" cy="871154"/>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05" name="Google Shape;805;p28">
              <a:extLst>
                <a:ext uri="{FF2B5EF4-FFF2-40B4-BE49-F238E27FC236}">
                  <a16:creationId xmlns:a16="http://schemas.microsoft.com/office/drawing/2014/main" id="{8C6443EB-A8E8-3F09-AD0E-42B18D9AB9CA}"/>
                </a:ext>
              </a:extLst>
            </p:cNvPr>
            <p:cNvSpPr/>
            <p:nvPr/>
          </p:nvSpPr>
          <p:spPr>
            <a:xfrm rot="5400000">
              <a:off x="1239346" y="972807"/>
              <a:ext cx="322875" cy="279250"/>
            </a:xfrm>
            <a:prstGeom prst="flowChartExtra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779;p27">
            <a:extLst>
              <a:ext uri="{FF2B5EF4-FFF2-40B4-BE49-F238E27FC236}">
                <a16:creationId xmlns:a16="http://schemas.microsoft.com/office/drawing/2014/main" id="{9275902E-9E3E-40BD-EA51-8358DA9B4A6F}"/>
              </a:ext>
            </a:extLst>
          </p:cNvPr>
          <p:cNvSpPr txBox="1">
            <a:spLocks/>
          </p:cNvSpPr>
          <p:nvPr/>
        </p:nvSpPr>
        <p:spPr>
          <a:xfrm>
            <a:off x="800150" y="284325"/>
            <a:ext cx="733500" cy="733500"/>
          </a:xfrm>
          <a:prstGeom prst="rect">
            <a:avLst/>
          </a:prstGeom>
          <a:solidFill>
            <a:schemeClr val="accent4"/>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0" indent="0" algn="ctr">
              <a:buClr>
                <a:schemeClr val="dk1"/>
              </a:buClr>
              <a:buSzPts val="3000"/>
              <a:buFont typeface="Nova Square"/>
              <a:buNone/>
              <a:defRPr sz="3000" b="1">
                <a:solidFill>
                  <a:schemeClr val="lt1"/>
                </a:solidFill>
                <a:latin typeface="Nova Square"/>
                <a:ea typeface="Nova Square"/>
                <a:cs typeface="Nova Square"/>
                <a:sym typeface="Nova Square"/>
              </a:defRPr>
            </a:lvl1pPr>
            <a:lvl2pPr>
              <a:buClr>
                <a:schemeClr val="dk1"/>
              </a:buClr>
              <a:buSzPts val="3000"/>
              <a:buFont typeface="Nova Square"/>
              <a:buNone/>
              <a:defRPr sz="3000" b="1">
                <a:solidFill>
                  <a:schemeClr val="dk1"/>
                </a:solidFill>
                <a:latin typeface="Nova Square"/>
                <a:ea typeface="Nova Square"/>
                <a:cs typeface="Nova Square"/>
                <a:sym typeface="Nova Square"/>
              </a:defRPr>
            </a:lvl2pPr>
            <a:lvl3pPr>
              <a:buClr>
                <a:schemeClr val="dk1"/>
              </a:buClr>
              <a:buSzPts val="3000"/>
              <a:buFont typeface="Nova Square"/>
              <a:buNone/>
              <a:defRPr sz="3000" b="1">
                <a:solidFill>
                  <a:schemeClr val="dk1"/>
                </a:solidFill>
                <a:latin typeface="Nova Square"/>
                <a:ea typeface="Nova Square"/>
                <a:cs typeface="Nova Square"/>
                <a:sym typeface="Nova Square"/>
              </a:defRPr>
            </a:lvl3pPr>
            <a:lvl4pPr>
              <a:buClr>
                <a:schemeClr val="dk1"/>
              </a:buClr>
              <a:buSzPts val="3000"/>
              <a:buFont typeface="Nova Square"/>
              <a:buNone/>
              <a:defRPr sz="3000" b="1">
                <a:solidFill>
                  <a:schemeClr val="dk1"/>
                </a:solidFill>
                <a:latin typeface="Nova Square"/>
                <a:ea typeface="Nova Square"/>
                <a:cs typeface="Nova Square"/>
                <a:sym typeface="Nova Square"/>
              </a:defRPr>
            </a:lvl4pPr>
            <a:lvl5pPr>
              <a:buClr>
                <a:schemeClr val="dk1"/>
              </a:buClr>
              <a:buSzPts val="3000"/>
              <a:buFont typeface="Nova Square"/>
              <a:buNone/>
              <a:defRPr sz="3000" b="1">
                <a:solidFill>
                  <a:schemeClr val="dk1"/>
                </a:solidFill>
                <a:latin typeface="Nova Square"/>
                <a:ea typeface="Nova Square"/>
                <a:cs typeface="Nova Square"/>
                <a:sym typeface="Nova Square"/>
              </a:defRPr>
            </a:lvl5pPr>
            <a:lvl6pPr>
              <a:buClr>
                <a:schemeClr val="dk1"/>
              </a:buClr>
              <a:buSzPts val="3000"/>
              <a:buFont typeface="Nova Square"/>
              <a:buNone/>
              <a:defRPr sz="3000" b="1">
                <a:solidFill>
                  <a:schemeClr val="dk1"/>
                </a:solidFill>
                <a:latin typeface="Nova Square"/>
                <a:ea typeface="Nova Square"/>
                <a:cs typeface="Nova Square"/>
                <a:sym typeface="Nova Square"/>
              </a:defRPr>
            </a:lvl6pPr>
            <a:lvl7pPr>
              <a:buClr>
                <a:schemeClr val="dk1"/>
              </a:buClr>
              <a:buSzPts val="3000"/>
              <a:buFont typeface="Nova Square"/>
              <a:buNone/>
              <a:defRPr sz="3000" b="1">
                <a:solidFill>
                  <a:schemeClr val="dk1"/>
                </a:solidFill>
                <a:latin typeface="Nova Square"/>
                <a:ea typeface="Nova Square"/>
                <a:cs typeface="Nova Square"/>
                <a:sym typeface="Nova Square"/>
              </a:defRPr>
            </a:lvl7pPr>
            <a:lvl8pPr>
              <a:buClr>
                <a:schemeClr val="dk1"/>
              </a:buClr>
              <a:buSzPts val="3000"/>
              <a:buFont typeface="Nova Square"/>
              <a:buNone/>
              <a:defRPr sz="3000" b="1">
                <a:solidFill>
                  <a:schemeClr val="dk1"/>
                </a:solidFill>
                <a:latin typeface="Nova Square"/>
                <a:ea typeface="Nova Square"/>
                <a:cs typeface="Nova Square"/>
                <a:sym typeface="Nova Square"/>
              </a:defRPr>
            </a:lvl8pPr>
            <a:lvl9pPr>
              <a:buClr>
                <a:schemeClr val="dk1"/>
              </a:buClr>
              <a:buSzPts val="3000"/>
              <a:buFont typeface="Nova Square"/>
              <a:buNone/>
              <a:defRPr sz="3000" b="1">
                <a:solidFill>
                  <a:schemeClr val="dk1"/>
                </a:solidFill>
                <a:latin typeface="Nova Square"/>
                <a:ea typeface="Nova Square"/>
                <a:cs typeface="Nova Square"/>
                <a:sym typeface="Nova Square"/>
              </a:defRPr>
            </a:lvl9pPr>
          </a:lstStyle>
          <a:p>
            <a:r>
              <a:rPr lang="en-US" dirty="0"/>
              <a:t>01</a:t>
            </a:r>
          </a:p>
        </p:txBody>
      </p:sp>
      <p:pic>
        <p:nvPicPr>
          <p:cNvPr id="2" name="Picture 1"/>
          <p:cNvPicPr>
            <a:picLocks noChangeAspect="1"/>
          </p:cNvPicPr>
          <p:nvPr/>
        </p:nvPicPr>
        <p:blipFill rotWithShape="1">
          <a:blip r:embed="rId3"/>
          <a:srcRect r="2779" b="15412"/>
          <a:stretch/>
        </p:blipFill>
        <p:spPr>
          <a:xfrm>
            <a:off x="1792622" y="1017825"/>
            <a:ext cx="5300204" cy="3309439"/>
          </a:xfrm>
          <a:prstGeom prst="rect">
            <a:avLst/>
          </a:prstGeom>
        </p:spPr>
      </p:pic>
    </p:spTree>
    <p:extLst>
      <p:ext uri="{BB962C8B-B14F-4D97-AF65-F5344CB8AC3E}">
        <p14:creationId xmlns:p14="http://schemas.microsoft.com/office/powerpoint/2010/main" val="25115350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91">
          <a:extLst>
            <a:ext uri="{FF2B5EF4-FFF2-40B4-BE49-F238E27FC236}">
              <a16:creationId xmlns:a16="http://schemas.microsoft.com/office/drawing/2014/main" id="{95F7DBE8-9FFF-2295-B060-94F79FA42C79}"/>
            </a:ext>
          </a:extLst>
        </p:cNvPr>
        <p:cNvGrpSpPr/>
        <p:nvPr/>
      </p:nvGrpSpPr>
      <p:grpSpPr>
        <a:xfrm>
          <a:off x="0" y="0"/>
          <a:ext cx="0" cy="0"/>
          <a:chOff x="0" y="0"/>
          <a:chExt cx="0" cy="0"/>
        </a:xfrm>
      </p:grpSpPr>
      <p:sp>
        <p:nvSpPr>
          <p:cNvPr id="795" name="Google Shape;795;p28">
            <a:extLst>
              <a:ext uri="{FF2B5EF4-FFF2-40B4-BE49-F238E27FC236}">
                <a16:creationId xmlns:a16="http://schemas.microsoft.com/office/drawing/2014/main" id="{EFE91D46-85CC-E810-57D6-03F3E5ABE9AE}"/>
              </a:ext>
            </a:extLst>
          </p:cNvPr>
          <p:cNvSpPr/>
          <p:nvPr/>
        </p:nvSpPr>
        <p:spPr>
          <a:xfrm>
            <a:off x="6500" y="4518500"/>
            <a:ext cx="9144000" cy="624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7205" y="685083"/>
            <a:ext cx="7837752" cy="3705173"/>
          </a:xfrm>
          <a:prstGeom prst="rect">
            <a:avLst/>
          </a:prstGeom>
        </p:spPr>
      </p:pic>
      <p:sp>
        <p:nvSpPr>
          <p:cNvPr id="8" name="Google Shape;793;p28">
            <a:extLst>
              <a:ext uri="{FF2B5EF4-FFF2-40B4-BE49-F238E27FC236}">
                <a16:creationId xmlns:a16="http://schemas.microsoft.com/office/drawing/2014/main" id="{878474FA-B70E-7AF2-219B-25574820E833}"/>
              </a:ext>
            </a:extLst>
          </p:cNvPr>
          <p:cNvSpPr txBox="1">
            <a:spLocks noGrp="1"/>
          </p:cNvSpPr>
          <p:nvPr>
            <p:ph type="title"/>
          </p:nvPr>
        </p:nvSpPr>
        <p:spPr>
          <a:xfrm>
            <a:off x="674081" y="0"/>
            <a:ext cx="7704000" cy="55684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400" dirty="0"/>
              <a:t>Modelling plan (before feedback)</a:t>
            </a:r>
            <a:endParaRPr sz="3400" dirty="0"/>
          </a:p>
        </p:txBody>
      </p:sp>
    </p:spTree>
    <p:extLst>
      <p:ext uri="{BB962C8B-B14F-4D97-AF65-F5344CB8AC3E}">
        <p14:creationId xmlns:p14="http://schemas.microsoft.com/office/powerpoint/2010/main" val="10921803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91">
          <a:extLst>
            <a:ext uri="{FF2B5EF4-FFF2-40B4-BE49-F238E27FC236}">
              <a16:creationId xmlns:a16="http://schemas.microsoft.com/office/drawing/2014/main" id="{447DC762-3CA3-96EA-B18F-198DF6C433C7}"/>
            </a:ext>
          </a:extLst>
        </p:cNvPr>
        <p:cNvGrpSpPr/>
        <p:nvPr/>
      </p:nvGrpSpPr>
      <p:grpSpPr>
        <a:xfrm>
          <a:off x="0" y="0"/>
          <a:ext cx="0" cy="0"/>
          <a:chOff x="0" y="0"/>
          <a:chExt cx="0" cy="0"/>
        </a:xfrm>
      </p:grpSpPr>
      <p:sp>
        <p:nvSpPr>
          <p:cNvPr id="793" name="Google Shape;793;p28">
            <a:extLst>
              <a:ext uri="{FF2B5EF4-FFF2-40B4-BE49-F238E27FC236}">
                <a16:creationId xmlns:a16="http://schemas.microsoft.com/office/drawing/2014/main" id="{878474FA-B70E-7AF2-219B-25574820E833}"/>
              </a:ext>
            </a:extLst>
          </p:cNvPr>
          <p:cNvSpPr txBox="1">
            <a:spLocks noGrp="1"/>
          </p:cNvSpPr>
          <p:nvPr>
            <p:ph type="title"/>
          </p:nvPr>
        </p:nvSpPr>
        <p:spPr>
          <a:xfrm>
            <a:off x="645021" y="28919"/>
            <a:ext cx="7802825" cy="683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200" dirty="0"/>
              <a:t>Data Modelling (before feedback)</a:t>
            </a:r>
            <a:endParaRPr sz="3200" dirty="0"/>
          </a:p>
        </p:txBody>
      </p:sp>
      <p:sp>
        <p:nvSpPr>
          <p:cNvPr id="795" name="Google Shape;795;p28">
            <a:extLst>
              <a:ext uri="{FF2B5EF4-FFF2-40B4-BE49-F238E27FC236}">
                <a16:creationId xmlns:a16="http://schemas.microsoft.com/office/drawing/2014/main" id="{1C9D06F7-EFAA-F2F5-F24D-8A22C46EF170}"/>
              </a:ext>
            </a:extLst>
          </p:cNvPr>
          <p:cNvSpPr/>
          <p:nvPr/>
        </p:nvSpPr>
        <p:spPr>
          <a:xfrm>
            <a:off x="6500" y="4518500"/>
            <a:ext cx="9144000" cy="624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96" name="Google Shape;796;p28">
            <a:extLst>
              <a:ext uri="{FF2B5EF4-FFF2-40B4-BE49-F238E27FC236}">
                <a16:creationId xmlns:a16="http://schemas.microsoft.com/office/drawing/2014/main" id="{A383234A-2D52-065C-1DD9-E0902CC311EC}"/>
              </a:ext>
            </a:extLst>
          </p:cNvPr>
          <p:cNvGrpSpPr/>
          <p:nvPr/>
        </p:nvGrpSpPr>
        <p:grpSpPr>
          <a:xfrm rot="-5400000">
            <a:off x="7909225" y="3277224"/>
            <a:ext cx="1686809" cy="795742"/>
            <a:chOff x="3" y="782928"/>
            <a:chExt cx="1686809" cy="795742"/>
          </a:xfrm>
        </p:grpSpPr>
        <p:grpSp>
          <p:nvGrpSpPr>
            <p:cNvPr id="797" name="Google Shape;797;p28">
              <a:extLst>
                <a:ext uri="{FF2B5EF4-FFF2-40B4-BE49-F238E27FC236}">
                  <a16:creationId xmlns:a16="http://schemas.microsoft.com/office/drawing/2014/main" id="{6C05BE3D-8334-F627-FD92-92248783C278}"/>
                </a:ext>
              </a:extLst>
            </p:cNvPr>
            <p:cNvGrpSpPr/>
            <p:nvPr/>
          </p:nvGrpSpPr>
          <p:grpSpPr>
            <a:xfrm rot="-5400000">
              <a:off x="445537" y="337394"/>
              <a:ext cx="795742" cy="1686809"/>
              <a:chOff x="-809850" y="445850"/>
              <a:chExt cx="1036527" cy="2197225"/>
            </a:xfrm>
          </p:grpSpPr>
          <p:sp>
            <p:nvSpPr>
              <p:cNvPr id="798" name="Google Shape;798;p28">
                <a:extLst>
                  <a:ext uri="{FF2B5EF4-FFF2-40B4-BE49-F238E27FC236}">
                    <a16:creationId xmlns:a16="http://schemas.microsoft.com/office/drawing/2014/main" id="{1E30C35E-F794-055F-467C-77A6513FD411}"/>
                  </a:ext>
                </a:extLst>
              </p:cNvPr>
              <p:cNvSpPr/>
              <p:nvPr/>
            </p:nvSpPr>
            <p:spPr>
              <a:xfrm rot="10800000" flipH="1">
                <a:off x="-284828" y="630082"/>
                <a:ext cx="111607" cy="1369765"/>
              </a:xfrm>
              <a:custGeom>
                <a:avLst/>
                <a:gdLst/>
                <a:ahLst/>
                <a:cxnLst/>
                <a:rect l="l" t="t" r="r" b="b"/>
                <a:pathLst>
                  <a:path w="355" h="4357" extrusionOk="0">
                    <a:moveTo>
                      <a:pt x="1" y="0"/>
                    </a:moveTo>
                    <a:lnTo>
                      <a:pt x="1" y="4357"/>
                    </a:lnTo>
                    <a:lnTo>
                      <a:pt x="354" y="4357"/>
                    </a:lnTo>
                    <a:lnTo>
                      <a:pt x="354"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28">
                <a:extLst>
                  <a:ext uri="{FF2B5EF4-FFF2-40B4-BE49-F238E27FC236}">
                    <a16:creationId xmlns:a16="http://schemas.microsoft.com/office/drawing/2014/main" id="{2065A53C-0378-E218-ABA8-3CB432D16B12}"/>
                  </a:ext>
                </a:extLst>
              </p:cNvPr>
              <p:cNvSpPr/>
              <p:nvPr/>
            </p:nvSpPr>
            <p:spPr>
              <a:xfrm rot="10800000" flipH="1">
                <a:off x="-229182" y="630082"/>
                <a:ext cx="55961" cy="1369765"/>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28">
                <a:extLst>
                  <a:ext uri="{FF2B5EF4-FFF2-40B4-BE49-F238E27FC236}">
                    <a16:creationId xmlns:a16="http://schemas.microsoft.com/office/drawing/2014/main" id="{D3E34F71-DE4E-3128-FF79-7ADC87E04540}"/>
                  </a:ext>
                </a:extLst>
              </p:cNvPr>
              <p:cNvSpPr/>
              <p:nvPr/>
            </p:nvSpPr>
            <p:spPr>
              <a:xfrm rot="10800000" flipH="1">
                <a:off x="-284828" y="1701497"/>
                <a:ext cx="111607" cy="76081"/>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28">
                <a:extLst>
                  <a:ext uri="{FF2B5EF4-FFF2-40B4-BE49-F238E27FC236}">
                    <a16:creationId xmlns:a16="http://schemas.microsoft.com/office/drawing/2014/main" id="{ADFEA316-5769-038B-BD73-1CE2CAA1E68C}"/>
                  </a:ext>
                </a:extLst>
              </p:cNvPr>
              <p:cNvSpPr/>
              <p:nvPr/>
            </p:nvSpPr>
            <p:spPr>
              <a:xfrm rot="10800000" flipH="1">
                <a:off x="-618390" y="445850"/>
                <a:ext cx="782504" cy="181084"/>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28">
                <a:extLst>
                  <a:ext uri="{FF2B5EF4-FFF2-40B4-BE49-F238E27FC236}">
                    <a16:creationId xmlns:a16="http://schemas.microsoft.com/office/drawing/2014/main" id="{3378ED3E-C697-AA16-E919-7FB5D4316529}"/>
                  </a:ext>
                </a:extLst>
              </p:cNvPr>
              <p:cNvSpPr/>
              <p:nvPr/>
            </p:nvSpPr>
            <p:spPr>
              <a:xfrm rot="10800000" flipH="1">
                <a:off x="-788786" y="1772549"/>
                <a:ext cx="1015464" cy="87052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28">
                <a:extLst>
                  <a:ext uri="{FF2B5EF4-FFF2-40B4-BE49-F238E27FC236}">
                    <a16:creationId xmlns:a16="http://schemas.microsoft.com/office/drawing/2014/main" id="{D26D043D-DA09-F5DB-242E-42D5892BC41B}"/>
                  </a:ext>
                </a:extLst>
              </p:cNvPr>
              <p:cNvSpPr/>
              <p:nvPr/>
            </p:nvSpPr>
            <p:spPr>
              <a:xfrm rot="10800000" flipH="1">
                <a:off x="-764579" y="1807131"/>
                <a:ext cx="935610" cy="801361"/>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28">
                <a:extLst>
                  <a:ext uri="{FF2B5EF4-FFF2-40B4-BE49-F238E27FC236}">
                    <a16:creationId xmlns:a16="http://schemas.microsoft.com/office/drawing/2014/main" id="{7827A952-36C9-408B-F687-8F6928B56F34}"/>
                  </a:ext>
                </a:extLst>
              </p:cNvPr>
              <p:cNvSpPr/>
              <p:nvPr/>
            </p:nvSpPr>
            <p:spPr>
              <a:xfrm rot="10800000" flipH="1">
                <a:off x="-809850" y="1771921"/>
                <a:ext cx="1015464" cy="871154"/>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05" name="Google Shape;805;p28">
              <a:extLst>
                <a:ext uri="{FF2B5EF4-FFF2-40B4-BE49-F238E27FC236}">
                  <a16:creationId xmlns:a16="http://schemas.microsoft.com/office/drawing/2014/main" id="{D6366F37-2711-E8AE-D86F-D785ECC5853A}"/>
                </a:ext>
              </a:extLst>
            </p:cNvPr>
            <p:cNvSpPr/>
            <p:nvPr/>
          </p:nvSpPr>
          <p:spPr>
            <a:xfrm rot="5400000">
              <a:off x="1239346" y="972807"/>
              <a:ext cx="322875" cy="279250"/>
            </a:xfrm>
            <a:prstGeom prst="flowChartExtra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Picture 1"/>
          <p:cNvPicPr>
            <a:picLocks noChangeAspect="1"/>
          </p:cNvPicPr>
          <p:nvPr/>
        </p:nvPicPr>
        <p:blipFill>
          <a:blip r:embed="rId3"/>
          <a:stretch>
            <a:fillRect/>
          </a:stretch>
        </p:blipFill>
        <p:spPr>
          <a:xfrm>
            <a:off x="1063696" y="712619"/>
            <a:ext cx="6965477" cy="3736371"/>
          </a:xfrm>
          <a:prstGeom prst="rect">
            <a:avLst/>
          </a:prstGeom>
        </p:spPr>
      </p:pic>
    </p:spTree>
    <p:extLst>
      <p:ext uri="{BB962C8B-B14F-4D97-AF65-F5344CB8AC3E}">
        <p14:creationId xmlns:p14="http://schemas.microsoft.com/office/powerpoint/2010/main" val="13141713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91">
          <a:extLst>
            <a:ext uri="{FF2B5EF4-FFF2-40B4-BE49-F238E27FC236}">
              <a16:creationId xmlns:a16="http://schemas.microsoft.com/office/drawing/2014/main" id="{95F7DBE8-9FFF-2295-B060-94F79FA42C79}"/>
            </a:ext>
          </a:extLst>
        </p:cNvPr>
        <p:cNvGrpSpPr/>
        <p:nvPr/>
      </p:nvGrpSpPr>
      <p:grpSpPr>
        <a:xfrm>
          <a:off x="0" y="0"/>
          <a:ext cx="0" cy="0"/>
          <a:chOff x="0" y="0"/>
          <a:chExt cx="0" cy="0"/>
        </a:xfrm>
      </p:grpSpPr>
      <p:sp>
        <p:nvSpPr>
          <p:cNvPr id="795" name="Google Shape;795;p28">
            <a:extLst>
              <a:ext uri="{FF2B5EF4-FFF2-40B4-BE49-F238E27FC236}">
                <a16:creationId xmlns:a16="http://schemas.microsoft.com/office/drawing/2014/main" id="{EFE91D46-85CC-E810-57D6-03F3E5ABE9AE}"/>
              </a:ext>
            </a:extLst>
          </p:cNvPr>
          <p:cNvSpPr/>
          <p:nvPr/>
        </p:nvSpPr>
        <p:spPr>
          <a:xfrm>
            <a:off x="6500" y="4518500"/>
            <a:ext cx="9144000" cy="624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793;p28">
            <a:extLst>
              <a:ext uri="{FF2B5EF4-FFF2-40B4-BE49-F238E27FC236}">
                <a16:creationId xmlns:a16="http://schemas.microsoft.com/office/drawing/2014/main" id="{878474FA-B70E-7AF2-219B-25574820E833}"/>
              </a:ext>
            </a:extLst>
          </p:cNvPr>
          <p:cNvSpPr txBox="1">
            <a:spLocks noGrp="1"/>
          </p:cNvSpPr>
          <p:nvPr>
            <p:ph type="title"/>
          </p:nvPr>
        </p:nvSpPr>
        <p:spPr>
          <a:xfrm>
            <a:off x="674081" y="0"/>
            <a:ext cx="7704000" cy="55684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400" dirty="0"/>
              <a:t>Modelling plan (after feedback)</a:t>
            </a:r>
            <a:endParaRPr sz="3400" dirty="0"/>
          </a:p>
        </p:txBody>
      </p:sp>
      <p:sp>
        <p:nvSpPr>
          <p:cNvPr id="4" name="Right Brace 3"/>
          <p:cNvSpPr/>
          <p:nvPr/>
        </p:nvSpPr>
        <p:spPr>
          <a:xfrm>
            <a:off x="5646315" y="2265218"/>
            <a:ext cx="1239982" cy="212076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Rectangle 4"/>
          <p:cNvSpPr/>
          <p:nvPr/>
        </p:nvSpPr>
        <p:spPr>
          <a:xfrm>
            <a:off x="6969424" y="2826328"/>
            <a:ext cx="1668885" cy="86590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50000"/>
                  </a:schemeClr>
                </a:solidFill>
              </a:rPr>
              <a:t>10</a:t>
            </a:r>
          </a:p>
          <a:p>
            <a:pPr algn="ctr"/>
            <a:r>
              <a:rPr lang="en-US" dirty="0">
                <a:solidFill>
                  <a:schemeClr val="tx1">
                    <a:lumMod val="50000"/>
                  </a:schemeClr>
                </a:solidFill>
              </a:rPr>
              <a:t> Dimension Tables</a:t>
            </a:r>
          </a:p>
        </p:txBody>
      </p:sp>
      <p:pic>
        <p:nvPicPr>
          <p:cNvPr id="2" name="Picture 1"/>
          <p:cNvPicPr>
            <a:picLocks noChangeAspect="1"/>
          </p:cNvPicPr>
          <p:nvPr/>
        </p:nvPicPr>
        <p:blipFill rotWithShape="1">
          <a:blip r:embed="rId3"/>
          <a:srcRect l="566"/>
          <a:stretch/>
        </p:blipFill>
        <p:spPr>
          <a:xfrm>
            <a:off x="574963" y="770376"/>
            <a:ext cx="4869873" cy="3615608"/>
          </a:xfrm>
          <a:prstGeom prst="rect">
            <a:avLst/>
          </a:prstGeom>
        </p:spPr>
      </p:pic>
    </p:spTree>
    <p:extLst>
      <p:ext uri="{BB962C8B-B14F-4D97-AF65-F5344CB8AC3E}">
        <p14:creationId xmlns:p14="http://schemas.microsoft.com/office/powerpoint/2010/main" val="27894531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91">
          <a:extLst>
            <a:ext uri="{FF2B5EF4-FFF2-40B4-BE49-F238E27FC236}">
              <a16:creationId xmlns:a16="http://schemas.microsoft.com/office/drawing/2014/main" id="{95F7DBE8-9FFF-2295-B060-94F79FA42C79}"/>
            </a:ext>
          </a:extLst>
        </p:cNvPr>
        <p:cNvGrpSpPr/>
        <p:nvPr/>
      </p:nvGrpSpPr>
      <p:grpSpPr>
        <a:xfrm>
          <a:off x="0" y="0"/>
          <a:ext cx="0" cy="0"/>
          <a:chOff x="0" y="0"/>
          <a:chExt cx="0" cy="0"/>
        </a:xfrm>
      </p:grpSpPr>
      <p:sp>
        <p:nvSpPr>
          <p:cNvPr id="795" name="Google Shape;795;p28">
            <a:extLst>
              <a:ext uri="{FF2B5EF4-FFF2-40B4-BE49-F238E27FC236}">
                <a16:creationId xmlns:a16="http://schemas.microsoft.com/office/drawing/2014/main" id="{EFE91D46-85CC-E810-57D6-03F3E5ABE9AE}"/>
              </a:ext>
            </a:extLst>
          </p:cNvPr>
          <p:cNvSpPr/>
          <p:nvPr/>
        </p:nvSpPr>
        <p:spPr>
          <a:xfrm>
            <a:off x="6500" y="4518500"/>
            <a:ext cx="9144000" cy="624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793;p28">
            <a:extLst>
              <a:ext uri="{FF2B5EF4-FFF2-40B4-BE49-F238E27FC236}">
                <a16:creationId xmlns:a16="http://schemas.microsoft.com/office/drawing/2014/main" id="{878474FA-B70E-7AF2-219B-25574820E833}"/>
              </a:ext>
            </a:extLst>
          </p:cNvPr>
          <p:cNvSpPr txBox="1">
            <a:spLocks noGrp="1"/>
          </p:cNvSpPr>
          <p:nvPr>
            <p:ph type="title"/>
          </p:nvPr>
        </p:nvSpPr>
        <p:spPr>
          <a:xfrm>
            <a:off x="674081" y="0"/>
            <a:ext cx="7704000" cy="55684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3400" dirty="0"/>
              <a:t>D</a:t>
            </a:r>
            <a:r>
              <a:rPr lang="en" sz="3400" dirty="0"/>
              <a:t>ata Modelling (after feedback)</a:t>
            </a:r>
            <a:endParaRPr sz="3400" dirty="0"/>
          </a:p>
        </p:txBody>
      </p:sp>
      <p:pic>
        <p:nvPicPr>
          <p:cNvPr id="2" name="Picture 1"/>
          <p:cNvPicPr>
            <a:picLocks noChangeAspect="1"/>
          </p:cNvPicPr>
          <p:nvPr/>
        </p:nvPicPr>
        <p:blipFill rotWithShape="1">
          <a:blip r:embed="rId3"/>
          <a:srcRect r="5644"/>
          <a:stretch/>
        </p:blipFill>
        <p:spPr>
          <a:xfrm>
            <a:off x="316137" y="734003"/>
            <a:ext cx="7823408" cy="3664815"/>
          </a:xfrm>
          <a:prstGeom prst="rect">
            <a:avLst/>
          </a:prstGeom>
        </p:spPr>
      </p:pic>
    </p:spTree>
    <p:extLst>
      <p:ext uri="{BB962C8B-B14F-4D97-AF65-F5344CB8AC3E}">
        <p14:creationId xmlns:p14="http://schemas.microsoft.com/office/powerpoint/2010/main" val="12665372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91">
          <a:extLst>
            <a:ext uri="{FF2B5EF4-FFF2-40B4-BE49-F238E27FC236}">
              <a16:creationId xmlns:a16="http://schemas.microsoft.com/office/drawing/2014/main" id="{95F7DBE8-9FFF-2295-B060-94F79FA42C79}"/>
            </a:ext>
          </a:extLst>
        </p:cNvPr>
        <p:cNvGrpSpPr/>
        <p:nvPr/>
      </p:nvGrpSpPr>
      <p:grpSpPr>
        <a:xfrm>
          <a:off x="0" y="0"/>
          <a:ext cx="0" cy="0"/>
          <a:chOff x="0" y="0"/>
          <a:chExt cx="0" cy="0"/>
        </a:xfrm>
      </p:grpSpPr>
      <p:sp>
        <p:nvSpPr>
          <p:cNvPr id="795" name="Google Shape;795;p28">
            <a:extLst>
              <a:ext uri="{FF2B5EF4-FFF2-40B4-BE49-F238E27FC236}">
                <a16:creationId xmlns:a16="http://schemas.microsoft.com/office/drawing/2014/main" id="{EFE91D46-85CC-E810-57D6-03F3E5ABE9AE}"/>
              </a:ext>
            </a:extLst>
          </p:cNvPr>
          <p:cNvSpPr/>
          <p:nvPr/>
        </p:nvSpPr>
        <p:spPr>
          <a:xfrm>
            <a:off x="6500" y="4518500"/>
            <a:ext cx="9144000" cy="624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793;p28">
            <a:extLst>
              <a:ext uri="{FF2B5EF4-FFF2-40B4-BE49-F238E27FC236}">
                <a16:creationId xmlns:a16="http://schemas.microsoft.com/office/drawing/2014/main" id="{878474FA-B70E-7AF2-219B-25574820E833}"/>
              </a:ext>
            </a:extLst>
          </p:cNvPr>
          <p:cNvSpPr txBox="1">
            <a:spLocks noGrp="1"/>
          </p:cNvSpPr>
          <p:nvPr>
            <p:ph type="title"/>
          </p:nvPr>
        </p:nvSpPr>
        <p:spPr>
          <a:xfrm>
            <a:off x="1548885" y="-78433"/>
            <a:ext cx="6272005" cy="59908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3200" dirty="0"/>
              <a:t>D</a:t>
            </a:r>
            <a:r>
              <a:rPr lang="en" sz="3200" dirty="0"/>
              <a:t>AX Measures</a:t>
            </a:r>
            <a:endParaRPr sz="3200" dirty="0"/>
          </a:p>
        </p:txBody>
      </p:sp>
      <p:graphicFrame>
        <p:nvGraphicFramePr>
          <p:cNvPr id="3" name="Diagram 2"/>
          <p:cNvGraphicFramePr/>
          <p:nvPr>
            <p:extLst>
              <p:ext uri="{D42A27DB-BD31-4B8C-83A1-F6EECF244321}">
                <p14:modId xmlns:p14="http://schemas.microsoft.com/office/powerpoint/2010/main" val="941183499"/>
              </p:ext>
            </p:extLst>
          </p:nvPr>
        </p:nvGraphicFramePr>
        <p:xfrm>
          <a:off x="1768508" y="612258"/>
          <a:ext cx="1981197" cy="36247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3" name="Diagram 12"/>
          <p:cNvGraphicFramePr/>
          <p:nvPr>
            <p:extLst>
              <p:ext uri="{D42A27DB-BD31-4B8C-83A1-F6EECF244321}">
                <p14:modId xmlns:p14="http://schemas.microsoft.com/office/powerpoint/2010/main" val="1756731076"/>
              </p:ext>
            </p:extLst>
          </p:nvPr>
        </p:nvGraphicFramePr>
        <p:xfrm>
          <a:off x="-62344" y="612258"/>
          <a:ext cx="2050471" cy="368692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14" name="Diagram 13"/>
          <p:cNvGraphicFramePr/>
          <p:nvPr>
            <p:extLst>
              <p:ext uri="{D42A27DB-BD31-4B8C-83A1-F6EECF244321}">
                <p14:modId xmlns:p14="http://schemas.microsoft.com/office/powerpoint/2010/main" val="1342027962"/>
              </p:ext>
            </p:extLst>
          </p:nvPr>
        </p:nvGraphicFramePr>
        <p:xfrm>
          <a:off x="3483991" y="581446"/>
          <a:ext cx="1995053" cy="3686920"/>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graphicFrame>
        <p:nvGraphicFramePr>
          <p:cNvPr id="15" name="Diagram 14"/>
          <p:cNvGraphicFramePr/>
          <p:nvPr>
            <p:extLst>
              <p:ext uri="{D42A27DB-BD31-4B8C-83A1-F6EECF244321}">
                <p14:modId xmlns:p14="http://schemas.microsoft.com/office/powerpoint/2010/main" val="3795271592"/>
              </p:ext>
            </p:extLst>
          </p:nvPr>
        </p:nvGraphicFramePr>
        <p:xfrm>
          <a:off x="5342551" y="338188"/>
          <a:ext cx="1951443" cy="3497044"/>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graphicFrame>
        <p:nvGraphicFramePr>
          <p:cNvPr id="9" name="Diagram 8"/>
          <p:cNvGraphicFramePr/>
          <p:nvPr>
            <p:extLst>
              <p:ext uri="{D42A27DB-BD31-4B8C-83A1-F6EECF244321}">
                <p14:modId xmlns:p14="http://schemas.microsoft.com/office/powerpoint/2010/main" val="3904226631"/>
              </p:ext>
            </p:extLst>
          </p:nvPr>
        </p:nvGraphicFramePr>
        <p:xfrm>
          <a:off x="7394760" y="465229"/>
          <a:ext cx="1636456" cy="2973047"/>
        </p:xfrm>
        <a:graphic>
          <a:graphicData uri="http://schemas.openxmlformats.org/drawingml/2006/diagram">
            <dgm:relIds xmlns:dgm="http://schemas.openxmlformats.org/drawingml/2006/diagram" xmlns:r="http://schemas.openxmlformats.org/officeDocument/2006/relationships" r:dm="rId23" r:lo="rId24" r:qs="rId25" r:cs="rId26"/>
          </a:graphicData>
        </a:graphic>
      </p:graphicFrame>
    </p:spTree>
    <p:extLst>
      <p:ext uri="{BB962C8B-B14F-4D97-AF65-F5344CB8AC3E}">
        <p14:creationId xmlns:p14="http://schemas.microsoft.com/office/powerpoint/2010/main" val="27702778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91">
          <a:extLst>
            <a:ext uri="{FF2B5EF4-FFF2-40B4-BE49-F238E27FC236}">
              <a16:creationId xmlns:a16="http://schemas.microsoft.com/office/drawing/2014/main" id="{95F7DBE8-9FFF-2295-B060-94F79FA42C79}"/>
            </a:ext>
          </a:extLst>
        </p:cNvPr>
        <p:cNvGrpSpPr/>
        <p:nvPr/>
      </p:nvGrpSpPr>
      <p:grpSpPr>
        <a:xfrm>
          <a:off x="0" y="0"/>
          <a:ext cx="0" cy="0"/>
          <a:chOff x="0" y="0"/>
          <a:chExt cx="0" cy="0"/>
        </a:xfrm>
      </p:grpSpPr>
      <p:sp>
        <p:nvSpPr>
          <p:cNvPr id="795" name="Google Shape;795;p28">
            <a:extLst>
              <a:ext uri="{FF2B5EF4-FFF2-40B4-BE49-F238E27FC236}">
                <a16:creationId xmlns:a16="http://schemas.microsoft.com/office/drawing/2014/main" id="{EFE91D46-85CC-E810-57D6-03F3E5ABE9AE}"/>
              </a:ext>
            </a:extLst>
          </p:cNvPr>
          <p:cNvSpPr/>
          <p:nvPr/>
        </p:nvSpPr>
        <p:spPr>
          <a:xfrm>
            <a:off x="6500" y="4518500"/>
            <a:ext cx="9144000" cy="624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793;p28">
            <a:extLst>
              <a:ext uri="{FF2B5EF4-FFF2-40B4-BE49-F238E27FC236}">
                <a16:creationId xmlns:a16="http://schemas.microsoft.com/office/drawing/2014/main" id="{878474FA-B70E-7AF2-219B-25574820E833}"/>
              </a:ext>
            </a:extLst>
          </p:cNvPr>
          <p:cNvSpPr txBox="1">
            <a:spLocks noGrp="1"/>
          </p:cNvSpPr>
          <p:nvPr>
            <p:ph type="title"/>
          </p:nvPr>
        </p:nvSpPr>
        <p:spPr>
          <a:xfrm>
            <a:off x="1548885" y="-78433"/>
            <a:ext cx="6272005" cy="431724"/>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2800" dirty="0"/>
              <a:t>D</a:t>
            </a:r>
            <a:r>
              <a:rPr lang="en" sz="2800" dirty="0"/>
              <a:t>AX Measures</a:t>
            </a:r>
            <a:endParaRPr sz="2800" dirty="0"/>
          </a:p>
        </p:txBody>
      </p:sp>
      <p:pic>
        <p:nvPicPr>
          <p:cNvPr id="2" name="Picture 1"/>
          <p:cNvPicPr>
            <a:picLocks noChangeAspect="1"/>
          </p:cNvPicPr>
          <p:nvPr/>
        </p:nvPicPr>
        <p:blipFill rotWithShape="1">
          <a:blip r:embed="rId3"/>
          <a:srcRect r="1600"/>
          <a:stretch/>
        </p:blipFill>
        <p:spPr>
          <a:xfrm>
            <a:off x="581892" y="457201"/>
            <a:ext cx="7862453" cy="4061300"/>
          </a:xfrm>
          <a:prstGeom prst="rect">
            <a:avLst/>
          </a:prstGeom>
        </p:spPr>
      </p:pic>
    </p:spTree>
    <p:extLst>
      <p:ext uri="{BB962C8B-B14F-4D97-AF65-F5344CB8AC3E}">
        <p14:creationId xmlns:p14="http://schemas.microsoft.com/office/powerpoint/2010/main" val="14827281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91">
          <a:extLst>
            <a:ext uri="{FF2B5EF4-FFF2-40B4-BE49-F238E27FC236}">
              <a16:creationId xmlns:a16="http://schemas.microsoft.com/office/drawing/2014/main" id="{95F7DBE8-9FFF-2295-B060-94F79FA42C79}"/>
            </a:ext>
          </a:extLst>
        </p:cNvPr>
        <p:cNvGrpSpPr/>
        <p:nvPr/>
      </p:nvGrpSpPr>
      <p:grpSpPr>
        <a:xfrm>
          <a:off x="0" y="0"/>
          <a:ext cx="0" cy="0"/>
          <a:chOff x="0" y="0"/>
          <a:chExt cx="0" cy="0"/>
        </a:xfrm>
      </p:grpSpPr>
      <p:sp>
        <p:nvSpPr>
          <p:cNvPr id="795" name="Google Shape;795;p28">
            <a:extLst>
              <a:ext uri="{FF2B5EF4-FFF2-40B4-BE49-F238E27FC236}">
                <a16:creationId xmlns:a16="http://schemas.microsoft.com/office/drawing/2014/main" id="{EFE91D46-85CC-E810-57D6-03F3E5ABE9AE}"/>
              </a:ext>
            </a:extLst>
          </p:cNvPr>
          <p:cNvSpPr/>
          <p:nvPr/>
        </p:nvSpPr>
        <p:spPr>
          <a:xfrm>
            <a:off x="6500" y="4518500"/>
            <a:ext cx="9144000" cy="624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793;p28">
            <a:extLst>
              <a:ext uri="{FF2B5EF4-FFF2-40B4-BE49-F238E27FC236}">
                <a16:creationId xmlns:a16="http://schemas.microsoft.com/office/drawing/2014/main" id="{878474FA-B70E-7AF2-219B-25574820E833}"/>
              </a:ext>
            </a:extLst>
          </p:cNvPr>
          <p:cNvSpPr txBox="1">
            <a:spLocks noGrp="1"/>
          </p:cNvSpPr>
          <p:nvPr>
            <p:ph type="title"/>
          </p:nvPr>
        </p:nvSpPr>
        <p:spPr>
          <a:xfrm>
            <a:off x="1521176" y="41801"/>
            <a:ext cx="6272005" cy="431724"/>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2800" dirty="0"/>
              <a:t>Intro page</a:t>
            </a:r>
            <a:endParaRPr sz="2800" dirty="0"/>
          </a:p>
        </p:txBody>
      </p:sp>
      <p:pic>
        <p:nvPicPr>
          <p:cNvPr id="4" name="Picture 3">
            <a:extLst>
              <a:ext uri="{FF2B5EF4-FFF2-40B4-BE49-F238E27FC236}">
                <a16:creationId xmlns:a16="http://schemas.microsoft.com/office/drawing/2014/main" id="{A76A751F-4BB1-5B44-858C-E83069319B50}"/>
              </a:ext>
            </a:extLst>
          </p:cNvPr>
          <p:cNvPicPr>
            <a:picLocks noChangeAspect="1"/>
          </p:cNvPicPr>
          <p:nvPr/>
        </p:nvPicPr>
        <p:blipFill>
          <a:blip r:embed="rId3"/>
          <a:srcRect l="1655" r="5277" b="7278"/>
          <a:stretch/>
        </p:blipFill>
        <p:spPr>
          <a:xfrm>
            <a:off x="564996" y="599593"/>
            <a:ext cx="7865326" cy="3944313"/>
          </a:xfrm>
          <a:prstGeom prst="rect">
            <a:avLst/>
          </a:prstGeom>
        </p:spPr>
      </p:pic>
    </p:spTree>
    <p:extLst>
      <p:ext uri="{BB962C8B-B14F-4D97-AF65-F5344CB8AC3E}">
        <p14:creationId xmlns:p14="http://schemas.microsoft.com/office/powerpoint/2010/main" val="31121326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91">
          <a:extLst>
            <a:ext uri="{FF2B5EF4-FFF2-40B4-BE49-F238E27FC236}">
              <a16:creationId xmlns:a16="http://schemas.microsoft.com/office/drawing/2014/main" id="{95F7DBE8-9FFF-2295-B060-94F79FA42C79}"/>
            </a:ext>
          </a:extLst>
        </p:cNvPr>
        <p:cNvGrpSpPr/>
        <p:nvPr/>
      </p:nvGrpSpPr>
      <p:grpSpPr>
        <a:xfrm>
          <a:off x="0" y="0"/>
          <a:ext cx="0" cy="0"/>
          <a:chOff x="0" y="0"/>
          <a:chExt cx="0" cy="0"/>
        </a:xfrm>
      </p:grpSpPr>
      <p:sp>
        <p:nvSpPr>
          <p:cNvPr id="795" name="Google Shape;795;p28">
            <a:extLst>
              <a:ext uri="{FF2B5EF4-FFF2-40B4-BE49-F238E27FC236}">
                <a16:creationId xmlns:a16="http://schemas.microsoft.com/office/drawing/2014/main" id="{EFE91D46-85CC-E810-57D6-03F3E5ABE9AE}"/>
              </a:ext>
            </a:extLst>
          </p:cNvPr>
          <p:cNvSpPr/>
          <p:nvPr/>
        </p:nvSpPr>
        <p:spPr>
          <a:xfrm>
            <a:off x="6500" y="4518500"/>
            <a:ext cx="9144000" cy="624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793;p28">
            <a:extLst>
              <a:ext uri="{FF2B5EF4-FFF2-40B4-BE49-F238E27FC236}">
                <a16:creationId xmlns:a16="http://schemas.microsoft.com/office/drawing/2014/main" id="{878474FA-B70E-7AF2-219B-25574820E833}"/>
              </a:ext>
            </a:extLst>
          </p:cNvPr>
          <p:cNvSpPr txBox="1">
            <a:spLocks noGrp="1"/>
          </p:cNvSpPr>
          <p:nvPr>
            <p:ph type="title"/>
          </p:nvPr>
        </p:nvSpPr>
        <p:spPr>
          <a:xfrm>
            <a:off x="1521176" y="41801"/>
            <a:ext cx="6272005" cy="431724"/>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2800" dirty="0"/>
              <a:t>Ticket Dashboard</a:t>
            </a:r>
            <a:endParaRPr sz="2800" dirty="0"/>
          </a:p>
        </p:txBody>
      </p:sp>
      <p:pic>
        <p:nvPicPr>
          <p:cNvPr id="4" name="Picture 3">
            <a:extLst>
              <a:ext uri="{FF2B5EF4-FFF2-40B4-BE49-F238E27FC236}">
                <a16:creationId xmlns:a16="http://schemas.microsoft.com/office/drawing/2014/main" id="{9EB0119B-1E64-53C6-62F2-27A78CB55257}"/>
              </a:ext>
            </a:extLst>
          </p:cNvPr>
          <p:cNvPicPr>
            <a:picLocks noChangeAspect="1"/>
          </p:cNvPicPr>
          <p:nvPr/>
        </p:nvPicPr>
        <p:blipFill>
          <a:blip r:embed="rId3"/>
          <a:srcRect r="2607" b="2829"/>
          <a:stretch/>
        </p:blipFill>
        <p:spPr>
          <a:xfrm>
            <a:off x="959005" y="626781"/>
            <a:ext cx="7225990" cy="3889938"/>
          </a:xfrm>
          <a:prstGeom prst="rect">
            <a:avLst/>
          </a:prstGeom>
        </p:spPr>
      </p:pic>
    </p:spTree>
    <p:extLst>
      <p:ext uri="{BB962C8B-B14F-4D97-AF65-F5344CB8AC3E}">
        <p14:creationId xmlns:p14="http://schemas.microsoft.com/office/powerpoint/2010/main" val="21930801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91">
          <a:extLst>
            <a:ext uri="{FF2B5EF4-FFF2-40B4-BE49-F238E27FC236}">
              <a16:creationId xmlns:a16="http://schemas.microsoft.com/office/drawing/2014/main" id="{95F7DBE8-9FFF-2295-B060-94F79FA42C79}"/>
            </a:ext>
          </a:extLst>
        </p:cNvPr>
        <p:cNvGrpSpPr/>
        <p:nvPr/>
      </p:nvGrpSpPr>
      <p:grpSpPr>
        <a:xfrm>
          <a:off x="0" y="0"/>
          <a:ext cx="0" cy="0"/>
          <a:chOff x="0" y="0"/>
          <a:chExt cx="0" cy="0"/>
        </a:xfrm>
      </p:grpSpPr>
      <p:sp>
        <p:nvSpPr>
          <p:cNvPr id="795" name="Google Shape;795;p28">
            <a:extLst>
              <a:ext uri="{FF2B5EF4-FFF2-40B4-BE49-F238E27FC236}">
                <a16:creationId xmlns:a16="http://schemas.microsoft.com/office/drawing/2014/main" id="{EFE91D46-85CC-E810-57D6-03F3E5ABE9AE}"/>
              </a:ext>
            </a:extLst>
          </p:cNvPr>
          <p:cNvSpPr/>
          <p:nvPr/>
        </p:nvSpPr>
        <p:spPr>
          <a:xfrm>
            <a:off x="6500" y="4518500"/>
            <a:ext cx="9144000" cy="624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793;p28">
            <a:extLst>
              <a:ext uri="{FF2B5EF4-FFF2-40B4-BE49-F238E27FC236}">
                <a16:creationId xmlns:a16="http://schemas.microsoft.com/office/drawing/2014/main" id="{878474FA-B70E-7AF2-219B-25574820E833}"/>
              </a:ext>
            </a:extLst>
          </p:cNvPr>
          <p:cNvSpPr txBox="1">
            <a:spLocks noGrp="1"/>
          </p:cNvSpPr>
          <p:nvPr>
            <p:ph type="title"/>
          </p:nvPr>
        </p:nvSpPr>
        <p:spPr>
          <a:xfrm>
            <a:off x="1521176" y="41801"/>
            <a:ext cx="6272005" cy="431724"/>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2800" dirty="0"/>
              <a:t>Journey Dashboard</a:t>
            </a:r>
            <a:endParaRPr sz="2800" dirty="0"/>
          </a:p>
        </p:txBody>
      </p:sp>
      <p:pic>
        <p:nvPicPr>
          <p:cNvPr id="3" name="Picture 2">
            <a:extLst>
              <a:ext uri="{FF2B5EF4-FFF2-40B4-BE49-F238E27FC236}">
                <a16:creationId xmlns:a16="http://schemas.microsoft.com/office/drawing/2014/main" id="{3D7A63B3-DF5C-251E-4878-9F1967156726}"/>
              </a:ext>
            </a:extLst>
          </p:cNvPr>
          <p:cNvPicPr>
            <a:picLocks noChangeAspect="1"/>
          </p:cNvPicPr>
          <p:nvPr/>
        </p:nvPicPr>
        <p:blipFill>
          <a:blip r:embed="rId3"/>
          <a:srcRect l="631" r="1040" b="1861"/>
          <a:stretch/>
        </p:blipFill>
        <p:spPr>
          <a:xfrm>
            <a:off x="899531" y="563492"/>
            <a:ext cx="6995531" cy="3955008"/>
          </a:xfrm>
          <a:prstGeom prst="rect">
            <a:avLst/>
          </a:prstGeom>
        </p:spPr>
      </p:pic>
    </p:spTree>
    <p:extLst>
      <p:ext uri="{BB962C8B-B14F-4D97-AF65-F5344CB8AC3E}">
        <p14:creationId xmlns:p14="http://schemas.microsoft.com/office/powerpoint/2010/main" val="3450505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91">
          <a:extLst>
            <a:ext uri="{FF2B5EF4-FFF2-40B4-BE49-F238E27FC236}">
              <a16:creationId xmlns:a16="http://schemas.microsoft.com/office/drawing/2014/main" id="{95F7DBE8-9FFF-2295-B060-94F79FA42C79}"/>
            </a:ext>
          </a:extLst>
        </p:cNvPr>
        <p:cNvGrpSpPr/>
        <p:nvPr/>
      </p:nvGrpSpPr>
      <p:grpSpPr>
        <a:xfrm>
          <a:off x="0" y="0"/>
          <a:ext cx="0" cy="0"/>
          <a:chOff x="0" y="0"/>
          <a:chExt cx="0" cy="0"/>
        </a:xfrm>
      </p:grpSpPr>
      <p:sp>
        <p:nvSpPr>
          <p:cNvPr id="795" name="Google Shape;795;p28">
            <a:extLst>
              <a:ext uri="{FF2B5EF4-FFF2-40B4-BE49-F238E27FC236}">
                <a16:creationId xmlns:a16="http://schemas.microsoft.com/office/drawing/2014/main" id="{EFE91D46-85CC-E810-57D6-03F3E5ABE9AE}"/>
              </a:ext>
            </a:extLst>
          </p:cNvPr>
          <p:cNvSpPr/>
          <p:nvPr/>
        </p:nvSpPr>
        <p:spPr>
          <a:xfrm>
            <a:off x="6500" y="4518500"/>
            <a:ext cx="9144000" cy="624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793;p28">
            <a:extLst>
              <a:ext uri="{FF2B5EF4-FFF2-40B4-BE49-F238E27FC236}">
                <a16:creationId xmlns:a16="http://schemas.microsoft.com/office/drawing/2014/main" id="{878474FA-B70E-7AF2-219B-25574820E833}"/>
              </a:ext>
            </a:extLst>
          </p:cNvPr>
          <p:cNvSpPr txBox="1">
            <a:spLocks noGrp="1"/>
          </p:cNvSpPr>
          <p:nvPr>
            <p:ph type="title"/>
          </p:nvPr>
        </p:nvSpPr>
        <p:spPr>
          <a:xfrm>
            <a:off x="1521176" y="41801"/>
            <a:ext cx="6272005" cy="431724"/>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2800" dirty="0"/>
              <a:t>Purchase and payment Dashboard</a:t>
            </a:r>
            <a:endParaRPr sz="2800" dirty="0"/>
          </a:p>
        </p:txBody>
      </p:sp>
      <p:pic>
        <p:nvPicPr>
          <p:cNvPr id="3" name="Picture 2">
            <a:extLst>
              <a:ext uri="{FF2B5EF4-FFF2-40B4-BE49-F238E27FC236}">
                <a16:creationId xmlns:a16="http://schemas.microsoft.com/office/drawing/2014/main" id="{10417984-5527-03A3-6CEE-D20E38530303}"/>
              </a:ext>
            </a:extLst>
          </p:cNvPr>
          <p:cNvPicPr>
            <a:picLocks noChangeAspect="1"/>
          </p:cNvPicPr>
          <p:nvPr/>
        </p:nvPicPr>
        <p:blipFill>
          <a:blip r:embed="rId3"/>
          <a:srcRect l="1016" t="812" r="3945" b="4607"/>
          <a:stretch/>
        </p:blipFill>
        <p:spPr>
          <a:xfrm>
            <a:off x="743416" y="578397"/>
            <a:ext cx="7344936" cy="3940103"/>
          </a:xfrm>
          <a:prstGeom prst="rect">
            <a:avLst/>
          </a:prstGeom>
        </p:spPr>
      </p:pic>
    </p:spTree>
    <p:extLst>
      <p:ext uri="{BB962C8B-B14F-4D97-AF65-F5344CB8AC3E}">
        <p14:creationId xmlns:p14="http://schemas.microsoft.com/office/powerpoint/2010/main" val="22906280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37"/>
        <p:cNvGrpSpPr/>
        <p:nvPr/>
      </p:nvGrpSpPr>
      <p:grpSpPr>
        <a:xfrm>
          <a:off x="0" y="0"/>
          <a:ext cx="0" cy="0"/>
          <a:chOff x="0" y="0"/>
          <a:chExt cx="0" cy="0"/>
        </a:xfrm>
      </p:grpSpPr>
      <p:sp>
        <p:nvSpPr>
          <p:cNvPr id="2238" name="Google Shape;2238;p44"/>
          <p:cNvSpPr txBox="1">
            <a:spLocks noGrp="1"/>
          </p:cNvSpPr>
          <p:nvPr>
            <p:ph type="title"/>
          </p:nvPr>
        </p:nvSpPr>
        <p:spPr>
          <a:xfrm>
            <a:off x="2722561" y="1467298"/>
            <a:ext cx="3698875" cy="876300"/>
          </a:xfrm>
        </p:spPr>
        <p:txBody>
          <a:bodyPr spcFirstLastPara="1" wrap="square" lIns="91425" tIns="91425" rIns="91425" bIns="91425" anchor="t" anchorCtr="0">
            <a:noAutofit/>
          </a:bodyPr>
          <a:lstStyle/>
          <a:p>
            <a:pPr lvl="0"/>
            <a:r>
              <a:rPr lang="en-US" dirty="0"/>
              <a:t>Thanks!</a:t>
            </a:r>
          </a:p>
        </p:txBody>
      </p:sp>
      <p:sp>
        <p:nvSpPr>
          <p:cNvPr id="2239" name="Google Shape;2239;p44"/>
          <p:cNvSpPr txBox="1">
            <a:spLocks noGrp="1"/>
          </p:cNvSpPr>
          <p:nvPr>
            <p:ph type="subTitle" idx="1"/>
          </p:nvPr>
        </p:nvSpPr>
        <p:spPr>
          <a:xfrm>
            <a:off x="2582862" y="2491174"/>
            <a:ext cx="3978275" cy="1231900"/>
          </a:xfrm>
        </p:spPr>
        <p:txBody>
          <a:bodyPr spcFirstLastPara="1" wrap="square" lIns="91425" tIns="91425" rIns="91425" bIns="91425" anchor="t" anchorCtr="0">
            <a:noAutofit/>
          </a:bodyPr>
          <a:lstStyle/>
          <a:p>
            <a:pPr lvl="0"/>
            <a:r>
              <a:rPr lang="en-US" sz="1800" dirty="0"/>
              <a:t>Do you have any questions?</a:t>
            </a:r>
          </a:p>
        </p:txBody>
      </p:sp>
      <p:grpSp>
        <p:nvGrpSpPr>
          <p:cNvPr id="2241" name="Google Shape;2241;p44"/>
          <p:cNvGrpSpPr/>
          <p:nvPr/>
        </p:nvGrpSpPr>
        <p:grpSpPr>
          <a:xfrm>
            <a:off x="451187" y="-26175"/>
            <a:ext cx="1671525" cy="4544675"/>
            <a:chOff x="616750" y="-26175"/>
            <a:chExt cx="1671525" cy="4544675"/>
          </a:xfrm>
        </p:grpSpPr>
        <p:sp>
          <p:nvSpPr>
            <p:cNvPr id="2242" name="Google Shape;2242;p44"/>
            <p:cNvSpPr/>
            <p:nvPr/>
          </p:nvSpPr>
          <p:spPr>
            <a:xfrm>
              <a:off x="1483823" y="4035779"/>
              <a:ext cx="215474" cy="184903"/>
            </a:xfrm>
            <a:custGeom>
              <a:avLst/>
              <a:gdLst/>
              <a:ahLst/>
              <a:cxnLst/>
              <a:rect l="l" t="t" r="r" b="b"/>
              <a:pathLst>
                <a:path w="874" h="750" extrusionOk="0">
                  <a:moveTo>
                    <a:pt x="498" y="0"/>
                  </a:moveTo>
                  <a:cubicBezTo>
                    <a:pt x="166" y="0"/>
                    <a:pt x="0" y="398"/>
                    <a:pt x="243" y="642"/>
                  </a:cubicBezTo>
                  <a:cubicBezTo>
                    <a:pt x="318" y="716"/>
                    <a:pt x="410" y="750"/>
                    <a:pt x="500" y="750"/>
                  </a:cubicBezTo>
                  <a:cubicBezTo>
                    <a:pt x="691" y="750"/>
                    <a:pt x="874" y="601"/>
                    <a:pt x="874" y="376"/>
                  </a:cubicBezTo>
                  <a:cubicBezTo>
                    <a:pt x="874" y="166"/>
                    <a:pt x="708" y="0"/>
                    <a:pt x="4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44"/>
            <p:cNvSpPr/>
            <p:nvPr/>
          </p:nvSpPr>
          <p:spPr>
            <a:xfrm>
              <a:off x="1322834" y="1691206"/>
              <a:ext cx="569995" cy="188355"/>
            </a:xfrm>
            <a:custGeom>
              <a:avLst/>
              <a:gdLst/>
              <a:ahLst/>
              <a:cxnLst/>
              <a:rect l="l" t="t" r="r" b="b"/>
              <a:pathLst>
                <a:path w="2312" h="764" extrusionOk="0">
                  <a:moveTo>
                    <a:pt x="1" y="1"/>
                  </a:moveTo>
                  <a:lnTo>
                    <a:pt x="1" y="764"/>
                  </a:lnTo>
                  <a:lnTo>
                    <a:pt x="2312" y="764"/>
                  </a:lnTo>
                  <a:lnTo>
                    <a:pt x="2312" y="1"/>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44"/>
            <p:cNvSpPr/>
            <p:nvPr/>
          </p:nvSpPr>
          <p:spPr>
            <a:xfrm>
              <a:off x="1322834" y="1091627"/>
              <a:ext cx="569995" cy="188355"/>
            </a:xfrm>
            <a:custGeom>
              <a:avLst/>
              <a:gdLst/>
              <a:ahLst/>
              <a:cxnLst/>
              <a:rect l="l" t="t" r="r" b="b"/>
              <a:pathLst>
                <a:path w="2312" h="764" extrusionOk="0">
                  <a:moveTo>
                    <a:pt x="1" y="0"/>
                  </a:moveTo>
                  <a:lnTo>
                    <a:pt x="1" y="763"/>
                  </a:lnTo>
                  <a:lnTo>
                    <a:pt x="2312" y="763"/>
                  </a:lnTo>
                  <a:lnTo>
                    <a:pt x="2312" y="0"/>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44"/>
            <p:cNvSpPr/>
            <p:nvPr/>
          </p:nvSpPr>
          <p:spPr>
            <a:xfrm>
              <a:off x="1322834" y="491801"/>
              <a:ext cx="569995" cy="188355"/>
            </a:xfrm>
            <a:custGeom>
              <a:avLst/>
              <a:gdLst/>
              <a:ahLst/>
              <a:cxnLst/>
              <a:rect l="l" t="t" r="r" b="b"/>
              <a:pathLst>
                <a:path w="2312" h="764" extrusionOk="0">
                  <a:moveTo>
                    <a:pt x="1" y="1"/>
                  </a:moveTo>
                  <a:lnTo>
                    <a:pt x="1" y="764"/>
                  </a:lnTo>
                  <a:lnTo>
                    <a:pt x="2312" y="764"/>
                  </a:lnTo>
                  <a:lnTo>
                    <a:pt x="2312" y="1"/>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44"/>
            <p:cNvSpPr/>
            <p:nvPr/>
          </p:nvSpPr>
          <p:spPr>
            <a:xfrm>
              <a:off x="1347487" y="4128478"/>
              <a:ext cx="518222" cy="305460"/>
            </a:xfrm>
            <a:custGeom>
              <a:avLst/>
              <a:gdLst/>
              <a:ahLst/>
              <a:cxnLst/>
              <a:rect l="l" t="t" r="r" b="b"/>
              <a:pathLst>
                <a:path w="2102" h="1239" extrusionOk="0">
                  <a:moveTo>
                    <a:pt x="0" y="0"/>
                  </a:moveTo>
                  <a:lnTo>
                    <a:pt x="0" y="1239"/>
                  </a:lnTo>
                  <a:lnTo>
                    <a:pt x="2101" y="1239"/>
                  </a:lnTo>
                  <a:lnTo>
                    <a:pt x="2101" y="962"/>
                  </a:lnTo>
                  <a:cubicBezTo>
                    <a:pt x="2101" y="432"/>
                    <a:pt x="1670" y="0"/>
                    <a:pt x="113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247;p44"/>
            <p:cNvSpPr/>
            <p:nvPr/>
          </p:nvSpPr>
          <p:spPr>
            <a:xfrm>
              <a:off x="1347487" y="3820306"/>
              <a:ext cx="520934" cy="308418"/>
            </a:xfrm>
            <a:custGeom>
              <a:avLst/>
              <a:gdLst/>
              <a:ahLst/>
              <a:cxnLst/>
              <a:rect l="l" t="t" r="r" b="b"/>
              <a:pathLst>
                <a:path w="2113" h="1251" extrusionOk="0">
                  <a:moveTo>
                    <a:pt x="0" y="1"/>
                  </a:moveTo>
                  <a:lnTo>
                    <a:pt x="0" y="1250"/>
                  </a:lnTo>
                  <a:lnTo>
                    <a:pt x="1139" y="1250"/>
                  </a:lnTo>
                  <a:cubicBezTo>
                    <a:pt x="1670" y="1250"/>
                    <a:pt x="2112" y="808"/>
                    <a:pt x="2112" y="277"/>
                  </a:cubicBezTo>
                  <a:lnTo>
                    <a:pt x="211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248;p44"/>
            <p:cNvSpPr/>
            <p:nvPr/>
          </p:nvSpPr>
          <p:spPr>
            <a:xfrm>
              <a:off x="1249365" y="4349129"/>
              <a:ext cx="717178" cy="169371"/>
            </a:xfrm>
            <a:custGeom>
              <a:avLst/>
              <a:gdLst/>
              <a:ahLst/>
              <a:cxnLst/>
              <a:rect l="l" t="t" r="r" b="b"/>
              <a:pathLst>
                <a:path w="2909" h="687" extrusionOk="0">
                  <a:moveTo>
                    <a:pt x="0" y="1"/>
                  </a:moveTo>
                  <a:lnTo>
                    <a:pt x="0" y="687"/>
                  </a:lnTo>
                  <a:lnTo>
                    <a:pt x="2908" y="687"/>
                  </a:lnTo>
                  <a:lnTo>
                    <a:pt x="290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44"/>
            <p:cNvSpPr/>
            <p:nvPr/>
          </p:nvSpPr>
          <p:spPr>
            <a:xfrm>
              <a:off x="1322834" y="-26175"/>
              <a:ext cx="142006" cy="2426422"/>
            </a:xfrm>
            <a:custGeom>
              <a:avLst/>
              <a:gdLst/>
              <a:ahLst/>
              <a:cxnLst/>
              <a:rect l="l" t="t" r="r" b="b"/>
              <a:pathLst>
                <a:path w="576" h="9842" extrusionOk="0">
                  <a:moveTo>
                    <a:pt x="1" y="1"/>
                  </a:moveTo>
                  <a:lnTo>
                    <a:pt x="1" y="9079"/>
                  </a:lnTo>
                  <a:cubicBezTo>
                    <a:pt x="1" y="9400"/>
                    <a:pt x="189" y="9698"/>
                    <a:pt x="487" y="9842"/>
                  </a:cubicBezTo>
                  <a:cubicBezTo>
                    <a:pt x="532" y="9798"/>
                    <a:pt x="554" y="9742"/>
                    <a:pt x="576" y="9676"/>
                  </a:cubicBezTo>
                  <a:cubicBezTo>
                    <a:pt x="410" y="9521"/>
                    <a:pt x="310" y="9300"/>
                    <a:pt x="310" y="9079"/>
                  </a:cubicBezTo>
                  <a:lnTo>
                    <a:pt x="31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44"/>
            <p:cNvSpPr/>
            <p:nvPr/>
          </p:nvSpPr>
          <p:spPr>
            <a:xfrm>
              <a:off x="1838097" y="-26175"/>
              <a:ext cx="450177" cy="3846725"/>
            </a:xfrm>
            <a:custGeom>
              <a:avLst/>
              <a:gdLst/>
              <a:ahLst/>
              <a:cxnLst/>
              <a:rect l="l" t="t" r="r" b="b"/>
              <a:pathLst>
                <a:path w="1826" h="15603" extrusionOk="0">
                  <a:moveTo>
                    <a:pt x="1504" y="1"/>
                  </a:moveTo>
                  <a:lnTo>
                    <a:pt x="1" y="15603"/>
                  </a:lnTo>
                  <a:lnTo>
                    <a:pt x="321" y="15603"/>
                  </a:lnTo>
                  <a:lnTo>
                    <a:pt x="18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44"/>
            <p:cNvSpPr/>
            <p:nvPr/>
          </p:nvSpPr>
          <p:spPr>
            <a:xfrm>
              <a:off x="1167515" y="-26175"/>
              <a:ext cx="275629" cy="2446145"/>
            </a:xfrm>
            <a:custGeom>
              <a:avLst/>
              <a:gdLst/>
              <a:ahLst/>
              <a:cxnLst/>
              <a:rect l="l" t="t" r="r" b="b"/>
              <a:pathLst>
                <a:path w="1118" h="9922" extrusionOk="0">
                  <a:moveTo>
                    <a:pt x="0" y="1"/>
                  </a:moveTo>
                  <a:lnTo>
                    <a:pt x="0" y="9079"/>
                  </a:lnTo>
                  <a:cubicBezTo>
                    <a:pt x="0" y="9543"/>
                    <a:pt x="376" y="9919"/>
                    <a:pt x="841" y="9919"/>
                  </a:cubicBezTo>
                  <a:cubicBezTo>
                    <a:pt x="854" y="9921"/>
                    <a:pt x="867" y="9921"/>
                    <a:pt x="879" y="9921"/>
                  </a:cubicBezTo>
                  <a:cubicBezTo>
                    <a:pt x="966" y="9921"/>
                    <a:pt x="1050" y="9890"/>
                    <a:pt x="1117" y="9842"/>
                  </a:cubicBezTo>
                  <a:cubicBezTo>
                    <a:pt x="819" y="9709"/>
                    <a:pt x="620" y="9411"/>
                    <a:pt x="631" y="9079"/>
                  </a:cubicBezTo>
                  <a:lnTo>
                    <a:pt x="6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252;p44"/>
            <p:cNvSpPr/>
            <p:nvPr/>
          </p:nvSpPr>
          <p:spPr>
            <a:xfrm>
              <a:off x="1685490" y="-26175"/>
              <a:ext cx="523646" cy="3846725"/>
            </a:xfrm>
            <a:custGeom>
              <a:avLst/>
              <a:gdLst/>
              <a:ahLst/>
              <a:cxnLst/>
              <a:rect l="l" t="t" r="r" b="b"/>
              <a:pathLst>
                <a:path w="2124" h="15603" extrusionOk="0">
                  <a:moveTo>
                    <a:pt x="1493" y="1"/>
                  </a:moveTo>
                  <a:lnTo>
                    <a:pt x="0" y="15603"/>
                  </a:lnTo>
                  <a:lnTo>
                    <a:pt x="620" y="15603"/>
                  </a:lnTo>
                  <a:lnTo>
                    <a:pt x="21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44"/>
            <p:cNvSpPr/>
            <p:nvPr/>
          </p:nvSpPr>
          <p:spPr>
            <a:xfrm>
              <a:off x="1442897" y="2359323"/>
              <a:ext cx="122776" cy="60155"/>
            </a:xfrm>
            <a:custGeom>
              <a:avLst/>
              <a:gdLst/>
              <a:ahLst/>
              <a:cxnLst/>
              <a:rect l="l" t="t" r="r" b="b"/>
              <a:pathLst>
                <a:path w="498" h="244" extrusionOk="0">
                  <a:moveTo>
                    <a:pt x="89" y="0"/>
                  </a:moveTo>
                  <a:cubicBezTo>
                    <a:pt x="67" y="66"/>
                    <a:pt x="45" y="122"/>
                    <a:pt x="0" y="166"/>
                  </a:cubicBezTo>
                  <a:cubicBezTo>
                    <a:pt x="111" y="210"/>
                    <a:pt x="233" y="243"/>
                    <a:pt x="354" y="243"/>
                  </a:cubicBezTo>
                  <a:cubicBezTo>
                    <a:pt x="398" y="243"/>
                    <a:pt x="454" y="232"/>
                    <a:pt x="498" y="221"/>
                  </a:cubicBezTo>
                  <a:cubicBezTo>
                    <a:pt x="343" y="188"/>
                    <a:pt x="199" y="111"/>
                    <a:pt x="89" y="0"/>
                  </a:cubicBez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44"/>
            <p:cNvSpPr/>
            <p:nvPr/>
          </p:nvSpPr>
          <p:spPr>
            <a:xfrm>
              <a:off x="1565426" y="-26175"/>
              <a:ext cx="251222" cy="2445652"/>
            </a:xfrm>
            <a:custGeom>
              <a:avLst/>
              <a:gdLst/>
              <a:ahLst/>
              <a:cxnLst/>
              <a:rect l="l" t="t" r="r" b="b"/>
              <a:pathLst>
                <a:path w="1019" h="9920" extrusionOk="0">
                  <a:moveTo>
                    <a:pt x="698" y="1"/>
                  </a:moveTo>
                  <a:lnTo>
                    <a:pt x="222" y="9079"/>
                  </a:lnTo>
                  <a:cubicBezTo>
                    <a:pt x="222" y="9488"/>
                    <a:pt x="299" y="9831"/>
                    <a:pt x="1" y="9908"/>
                  </a:cubicBezTo>
                  <a:cubicBezTo>
                    <a:pt x="56" y="9919"/>
                    <a:pt x="111" y="9919"/>
                    <a:pt x="167" y="9919"/>
                  </a:cubicBezTo>
                  <a:cubicBezTo>
                    <a:pt x="642" y="9919"/>
                    <a:pt x="543" y="9543"/>
                    <a:pt x="543" y="9079"/>
                  </a:cubicBezTo>
                  <a:lnTo>
                    <a:pt x="1018"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44"/>
            <p:cNvSpPr/>
            <p:nvPr/>
          </p:nvSpPr>
          <p:spPr>
            <a:xfrm>
              <a:off x="930346" y="-26175"/>
              <a:ext cx="1126183" cy="3846725"/>
            </a:xfrm>
            <a:custGeom>
              <a:avLst/>
              <a:gdLst/>
              <a:ahLst/>
              <a:cxnLst/>
              <a:rect l="l" t="t" r="r" b="b"/>
              <a:pathLst>
                <a:path w="4568" h="15603" extrusionOk="0">
                  <a:moveTo>
                    <a:pt x="0" y="1"/>
                  </a:moveTo>
                  <a:lnTo>
                    <a:pt x="443" y="15603"/>
                  </a:lnTo>
                  <a:lnTo>
                    <a:pt x="3063" y="15603"/>
                  </a:lnTo>
                  <a:lnTo>
                    <a:pt x="4567" y="1"/>
                  </a:lnTo>
                  <a:lnTo>
                    <a:pt x="3583" y="1"/>
                  </a:lnTo>
                  <a:lnTo>
                    <a:pt x="3119" y="9079"/>
                  </a:lnTo>
                  <a:cubicBezTo>
                    <a:pt x="3119" y="9543"/>
                    <a:pt x="3207" y="9919"/>
                    <a:pt x="2743" y="9919"/>
                  </a:cubicBezTo>
                  <a:cubicBezTo>
                    <a:pt x="2687" y="9919"/>
                    <a:pt x="2632" y="9919"/>
                    <a:pt x="2577" y="9908"/>
                  </a:cubicBezTo>
                  <a:cubicBezTo>
                    <a:pt x="2533" y="9919"/>
                    <a:pt x="2477" y="9919"/>
                    <a:pt x="2433" y="9919"/>
                  </a:cubicBezTo>
                  <a:cubicBezTo>
                    <a:pt x="2312" y="9919"/>
                    <a:pt x="2190" y="9897"/>
                    <a:pt x="2068" y="9842"/>
                  </a:cubicBezTo>
                  <a:cubicBezTo>
                    <a:pt x="2010" y="9890"/>
                    <a:pt x="1928" y="9921"/>
                    <a:pt x="1841" y="9921"/>
                  </a:cubicBezTo>
                  <a:cubicBezTo>
                    <a:pt x="1829" y="9921"/>
                    <a:pt x="1816" y="9921"/>
                    <a:pt x="1803" y="9919"/>
                  </a:cubicBezTo>
                  <a:cubicBezTo>
                    <a:pt x="1338" y="9919"/>
                    <a:pt x="962" y="9543"/>
                    <a:pt x="962" y="9079"/>
                  </a:cubicBezTo>
                  <a:lnTo>
                    <a:pt x="9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44"/>
            <p:cNvSpPr/>
            <p:nvPr/>
          </p:nvSpPr>
          <p:spPr>
            <a:xfrm>
              <a:off x="1170227" y="1691206"/>
              <a:ext cx="411964" cy="188355"/>
            </a:xfrm>
            <a:custGeom>
              <a:avLst/>
              <a:gdLst/>
              <a:ahLst/>
              <a:cxnLst/>
              <a:rect l="l" t="t" r="r" b="b"/>
              <a:pathLst>
                <a:path w="1671" h="764" extrusionOk="0">
                  <a:moveTo>
                    <a:pt x="1" y="1"/>
                  </a:moveTo>
                  <a:lnTo>
                    <a:pt x="1" y="764"/>
                  </a:lnTo>
                  <a:lnTo>
                    <a:pt x="1670" y="764"/>
                  </a:lnTo>
                  <a:lnTo>
                    <a:pt x="16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257;p44"/>
            <p:cNvSpPr/>
            <p:nvPr/>
          </p:nvSpPr>
          <p:spPr>
            <a:xfrm>
              <a:off x="1170227" y="1091627"/>
              <a:ext cx="411964" cy="188355"/>
            </a:xfrm>
            <a:custGeom>
              <a:avLst/>
              <a:gdLst/>
              <a:ahLst/>
              <a:cxnLst/>
              <a:rect l="l" t="t" r="r" b="b"/>
              <a:pathLst>
                <a:path w="1671" h="764" extrusionOk="0">
                  <a:moveTo>
                    <a:pt x="1" y="0"/>
                  </a:moveTo>
                  <a:lnTo>
                    <a:pt x="1" y="763"/>
                  </a:lnTo>
                  <a:lnTo>
                    <a:pt x="1670" y="763"/>
                  </a:lnTo>
                  <a:lnTo>
                    <a:pt x="16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44"/>
            <p:cNvSpPr/>
            <p:nvPr/>
          </p:nvSpPr>
          <p:spPr>
            <a:xfrm>
              <a:off x="1170227" y="491801"/>
              <a:ext cx="411964" cy="188355"/>
            </a:xfrm>
            <a:custGeom>
              <a:avLst/>
              <a:gdLst/>
              <a:ahLst/>
              <a:cxnLst/>
              <a:rect l="l" t="t" r="r" b="b"/>
              <a:pathLst>
                <a:path w="1671" h="764" extrusionOk="0">
                  <a:moveTo>
                    <a:pt x="1" y="1"/>
                  </a:moveTo>
                  <a:lnTo>
                    <a:pt x="1" y="764"/>
                  </a:lnTo>
                  <a:lnTo>
                    <a:pt x="1670" y="764"/>
                  </a:lnTo>
                  <a:lnTo>
                    <a:pt x="16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259;p44"/>
            <p:cNvSpPr/>
            <p:nvPr/>
          </p:nvSpPr>
          <p:spPr>
            <a:xfrm>
              <a:off x="1039315" y="4128478"/>
              <a:ext cx="518222" cy="305460"/>
            </a:xfrm>
            <a:custGeom>
              <a:avLst/>
              <a:gdLst/>
              <a:ahLst/>
              <a:cxnLst/>
              <a:rect l="l" t="t" r="r" b="b"/>
              <a:pathLst>
                <a:path w="2102" h="1239" extrusionOk="0">
                  <a:moveTo>
                    <a:pt x="963" y="0"/>
                  </a:moveTo>
                  <a:cubicBezTo>
                    <a:pt x="432" y="0"/>
                    <a:pt x="1" y="432"/>
                    <a:pt x="1" y="962"/>
                  </a:cubicBezTo>
                  <a:lnTo>
                    <a:pt x="1" y="1239"/>
                  </a:lnTo>
                  <a:lnTo>
                    <a:pt x="2102" y="1239"/>
                  </a:lnTo>
                  <a:lnTo>
                    <a:pt x="2102" y="962"/>
                  </a:lnTo>
                  <a:cubicBezTo>
                    <a:pt x="2102" y="432"/>
                    <a:pt x="1659" y="0"/>
                    <a:pt x="11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44"/>
            <p:cNvSpPr/>
            <p:nvPr/>
          </p:nvSpPr>
          <p:spPr>
            <a:xfrm>
              <a:off x="1036603" y="3820306"/>
              <a:ext cx="518222" cy="308418"/>
            </a:xfrm>
            <a:custGeom>
              <a:avLst/>
              <a:gdLst/>
              <a:ahLst/>
              <a:cxnLst/>
              <a:rect l="l" t="t" r="r" b="b"/>
              <a:pathLst>
                <a:path w="2102" h="1251" extrusionOk="0">
                  <a:moveTo>
                    <a:pt x="1" y="1"/>
                  </a:moveTo>
                  <a:lnTo>
                    <a:pt x="1" y="277"/>
                  </a:lnTo>
                  <a:cubicBezTo>
                    <a:pt x="1" y="808"/>
                    <a:pt x="432" y="1250"/>
                    <a:pt x="963" y="1250"/>
                  </a:cubicBezTo>
                  <a:lnTo>
                    <a:pt x="1129" y="1250"/>
                  </a:lnTo>
                  <a:cubicBezTo>
                    <a:pt x="1670" y="1250"/>
                    <a:pt x="2102" y="808"/>
                    <a:pt x="2102" y="277"/>
                  </a:cubicBezTo>
                  <a:lnTo>
                    <a:pt x="21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44"/>
            <p:cNvSpPr/>
            <p:nvPr/>
          </p:nvSpPr>
          <p:spPr>
            <a:xfrm>
              <a:off x="938481" y="4349129"/>
              <a:ext cx="717178" cy="169371"/>
            </a:xfrm>
            <a:custGeom>
              <a:avLst/>
              <a:gdLst/>
              <a:ahLst/>
              <a:cxnLst/>
              <a:rect l="l" t="t" r="r" b="b"/>
              <a:pathLst>
                <a:path w="2909" h="687" extrusionOk="0">
                  <a:moveTo>
                    <a:pt x="1" y="1"/>
                  </a:moveTo>
                  <a:lnTo>
                    <a:pt x="1" y="687"/>
                  </a:lnTo>
                  <a:lnTo>
                    <a:pt x="2909" y="687"/>
                  </a:lnTo>
                  <a:lnTo>
                    <a:pt x="290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44"/>
            <p:cNvSpPr/>
            <p:nvPr/>
          </p:nvSpPr>
          <p:spPr>
            <a:xfrm>
              <a:off x="616750" y="-26175"/>
              <a:ext cx="1357929" cy="3846725"/>
            </a:xfrm>
            <a:custGeom>
              <a:avLst/>
              <a:gdLst/>
              <a:ahLst/>
              <a:cxnLst/>
              <a:rect l="l" t="t" r="r" b="b"/>
              <a:pathLst>
                <a:path w="5508" h="15603" extrusionOk="0">
                  <a:moveTo>
                    <a:pt x="1" y="1"/>
                  </a:moveTo>
                  <a:lnTo>
                    <a:pt x="1505" y="15603"/>
                  </a:lnTo>
                  <a:lnTo>
                    <a:pt x="4015" y="15603"/>
                  </a:lnTo>
                  <a:lnTo>
                    <a:pt x="5508" y="1"/>
                  </a:lnTo>
                  <a:lnTo>
                    <a:pt x="3595" y="1"/>
                  </a:lnTo>
                  <a:lnTo>
                    <a:pt x="3595" y="9079"/>
                  </a:lnTo>
                  <a:cubicBezTo>
                    <a:pt x="3595" y="9543"/>
                    <a:pt x="3219" y="9919"/>
                    <a:pt x="2754" y="9919"/>
                  </a:cubicBezTo>
                  <a:cubicBezTo>
                    <a:pt x="2290" y="9919"/>
                    <a:pt x="1914" y="9543"/>
                    <a:pt x="1914" y="9079"/>
                  </a:cubicBezTo>
                  <a:lnTo>
                    <a:pt x="191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44"/>
            <p:cNvSpPr/>
            <p:nvPr/>
          </p:nvSpPr>
          <p:spPr>
            <a:xfrm>
              <a:off x="1200304" y="4035779"/>
              <a:ext cx="237416" cy="182931"/>
            </a:xfrm>
            <a:custGeom>
              <a:avLst/>
              <a:gdLst/>
              <a:ahLst/>
              <a:cxnLst/>
              <a:rect l="l" t="t" r="r" b="b"/>
              <a:pathLst>
                <a:path w="963" h="742" extrusionOk="0">
                  <a:moveTo>
                    <a:pt x="387" y="0"/>
                  </a:moveTo>
                  <a:cubicBezTo>
                    <a:pt x="0" y="89"/>
                    <a:pt x="0" y="642"/>
                    <a:pt x="387" y="730"/>
                  </a:cubicBezTo>
                  <a:lnTo>
                    <a:pt x="387" y="741"/>
                  </a:lnTo>
                  <a:lnTo>
                    <a:pt x="476" y="741"/>
                  </a:lnTo>
                  <a:cubicBezTo>
                    <a:pt x="962" y="741"/>
                    <a:pt x="962" y="0"/>
                    <a:pt x="4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44"/>
            <p:cNvSpPr/>
            <p:nvPr/>
          </p:nvSpPr>
          <p:spPr>
            <a:xfrm>
              <a:off x="1172939" y="4035779"/>
              <a:ext cx="215720" cy="184903"/>
            </a:xfrm>
            <a:custGeom>
              <a:avLst/>
              <a:gdLst/>
              <a:ahLst/>
              <a:cxnLst/>
              <a:rect l="l" t="t" r="r" b="b"/>
              <a:pathLst>
                <a:path w="875" h="750" extrusionOk="0">
                  <a:moveTo>
                    <a:pt x="498" y="0"/>
                  </a:moveTo>
                  <a:cubicBezTo>
                    <a:pt x="166" y="0"/>
                    <a:pt x="1" y="398"/>
                    <a:pt x="233" y="642"/>
                  </a:cubicBezTo>
                  <a:cubicBezTo>
                    <a:pt x="311" y="716"/>
                    <a:pt x="405" y="750"/>
                    <a:pt x="497" y="750"/>
                  </a:cubicBezTo>
                  <a:cubicBezTo>
                    <a:pt x="691" y="750"/>
                    <a:pt x="874" y="601"/>
                    <a:pt x="874" y="376"/>
                  </a:cubicBezTo>
                  <a:cubicBezTo>
                    <a:pt x="874" y="166"/>
                    <a:pt x="708" y="0"/>
                    <a:pt x="49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265;p44"/>
            <p:cNvSpPr/>
            <p:nvPr/>
          </p:nvSpPr>
          <p:spPr>
            <a:xfrm>
              <a:off x="1260213" y="4101112"/>
              <a:ext cx="62867" cy="54485"/>
            </a:xfrm>
            <a:custGeom>
              <a:avLst/>
              <a:gdLst/>
              <a:ahLst/>
              <a:cxnLst/>
              <a:rect l="l" t="t" r="r" b="b"/>
              <a:pathLst>
                <a:path w="255" h="221" extrusionOk="0">
                  <a:moveTo>
                    <a:pt x="144" y="1"/>
                  </a:moveTo>
                  <a:cubicBezTo>
                    <a:pt x="45" y="1"/>
                    <a:pt x="0" y="111"/>
                    <a:pt x="67" y="189"/>
                  </a:cubicBezTo>
                  <a:cubicBezTo>
                    <a:pt x="88" y="210"/>
                    <a:pt x="116" y="220"/>
                    <a:pt x="143" y="220"/>
                  </a:cubicBezTo>
                  <a:cubicBezTo>
                    <a:pt x="200" y="220"/>
                    <a:pt x="255" y="178"/>
                    <a:pt x="255" y="111"/>
                  </a:cubicBezTo>
                  <a:cubicBezTo>
                    <a:pt x="255" y="45"/>
                    <a:pt x="211" y="1"/>
                    <a:pt x="1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266;p44"/>
            <p:cNvSpPr/>
            <p:nvPr/>
          </p:nvSpPr>
          <p:spPr>
            <a:xfrm>
              <a:off x="1170227" y="679909"/>
              <a:ext cx="229280" cy="57443"/>
            </a:xfrm>
            <a:custGeom>
              <a:avLst/>
              <a:gdLst/>
              <a:ahLst/>
              <a:cxnLst/>
              <a:rect l="l" t="t" r="r" b="b"/>
              <a:pathLst>
                <a:path w="930" h="233" extrusionOk="0">
                  <a:moveTo>
                    <a:pt x="1" y="1"/>
                  </a:moveTo>
                  <a:lnTo>
                    <a:pt x="1" y="233"/>
                  </a:lnTo>
                  <a:lnTo>
                    <a:pt x="929" y="233"/>
                  </a:lnTo>
                  <a:lnTo>
                    <a:pt x="9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44"/>
            <p:cNvSpPr/>
            <p:nvPr/>
          </p:nvSpPr>
          <p:spPr>
            <a:xfrm>
              <a:off x="1110318" y="491801"/>
              <a:ext cx="60155" cy="245551"/>
            </a:xfrm>
            <a:custGeom>
              <a:avLst/>
              <a:gdLst/>
              <a:ahLst/>
              <a:cxnLst/>
              <a:rect l="l" t="t" r="r" b="b"/>
              <a:pathLst>
                <a:path w="244" h="996" extrusionOk="0">
                  <a:moveTo>
                    <a:pt x="244" y="1"/>
                  </a:moveTo>
                  <a:lnTo>
                    <a:pt x="0" y="354"/>
                  </a:lnTo>
                  <a:lnTo>
                    <a:pt x="0" y="996"/>
                  </a:lnTo>
                  <a:lnTo>
                    <a:pt x="244" y="996"/>
                  </a:lnTo>
                  <a:lnTo>
                    <a:pt x="24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2268;p44"/>
            <p:cNvSpPr/>
            <p:nvPr/>
          </p:nvSpPr>
          <p:spPr>
            <a:xfrm>
              <a:off x="1170227" y="1279735"/>
              <a:ext cx="229280" cy="54731"/>
            </a:xfrm>
            <a:custGeom>
              <a:avLst/>
              <a:gdLst/>
              <a:ahLst/>
              <a:cxnLst/>
              <a:rect l="l" t="t" r="r" b="b"/>
              <a:pathLst>
                <a:path w="930" h="222" extrusionOk="0">
                  <a:moveTo>
                    <a:pt x="1" y="0"/>
                  </a:moveTo>
                  <a:lnTo>
                    <a:pt x="1" y="221"/>
                  </a:lnTo>
                  <a:lnTo>
                    <a:pt x="929" y="221"/>
                  </a:lnTo>
                  <a:lnTo>
                    <a:pt x="9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269;p44"/>
            <p:cNvSpPr/>
            <p:nvPr/>
          </p:nvSpPr>
          <p:spPr>
            <a:xfrm>
              <a:off x="1110318" y="1091627"/>
              <a:ext cx="60155" cy="242839"/>
            </a:xfrm>
            <a:custGeom>
              <a:avLst/>
              <a:gdLst/>
              <a:ahLst/>
              <a:cxnLst/>
              <a:rect l="l" t="t" r="r" b="b"/>
              <a:pathLst>
                <a:path w="244" h="985" extrusionOk="0">
                  <a:moveTo>
                    <a:pt x="244" y="0"/>
                  </a:moveTo>
                  <a:lnTo>
                    <a:pt x="0" y="343"/>
                  </a:lnTo>
                  <a:lnTo>
                    <a:pt x="0" y="984"/>
                  </a:lnTo>
                  <a:lnTo>
                    <a:pt x="244" y="984"/>
                  </a:lnTo>
                  <a:lnTo>
                    <a:pt x="24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44"/>
            <p:cNvSpPr/>
            <p:nvPr/>
          </p:nvSpPr>
          <p:spPr>
            <a:xfrm>
              <a:off x="1170227" y="1876603"/>
              <a:ext cx="229280" cy="57690"/>
            </a:xfrm>
            <a:custGeom>
              <a:avLst/>
              <a:gdLst/>
              <a:ahLst/>
              <a:cxnLst/>
              <a:rect l="l" t="t" r="r" b="b"/>
              <a:pathLst>
                <a:path w="930" h="234" extrusionOk="0">
                  <a:moveTo>
                    <a:pt x="1" y="1"/>
                  </a:moveTo>
                  <a:lnTo>
                    <a:pt x="1" y="233"/>
                  </a:lnTo>
                  <a:lnTo>
                    <a:pt x="929" y="233"/>
                  </a:lnTo>
                  <a:lnTo>
                    <a:pt x="9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44"/>
            <p:cNvSpPr/>
            <p:nvPr/>
          </p:nvSpPr>
          <p:spPr>
            <a:xfrm>
              <a:off x="1110318" y="1691206"/>
              <a:ext cx="60155" cy="243086"/>
            </a:xfrm>
            <a:custGeom>
              <a:avLst/>
              <a:gdLst/>
              <a:ahLst/>
              <a:cxnLst/>
              <a:rect l="l" t="t" r="r" b="b"/>
              <a:pathLst>
                <a:path w="244" h="986" extrusionOk="0">
                  <a:moveTo>
                    <a:pt x="244" y="1"/>
                  </a:moveTo>
                  <a:lnTo>
                    <a:pt x="0" y="344"/>
                  </a:lnTo>
                  <a:lnTo>
                    <a:pt x="0" y="985"/>
                  </a:lnTo>
                  <a:lnTo>
                    <a:pt x="244" y="985"/>
                  </a:lnTo>
                  <a:lnTo>
                    <a:pt x="24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44"/>
            <p:cNvSpPr/>
            <p:nvPr/>
          </p:nvSpPr>
          <p:spPr>
            <a:xfrm>
              <a:off x="1655413" y="3752261"/>
              <a:ext cx="234704" cy="68291"/>
            </a:xfrm>
            <a:custGeom>
              <a:avLst/>
              <a:gdLst/>
              <a:ahLst/>
              <a:cxnLst/>
              <a:rect l="l" t="t" r="r" b="b"/>
              <a:pathLst>
                <a:path w="952" h="277" extrusionOk="0">
                  <a:moveTo>
                    <a:pt x="1" y="0"/>
                  </a:moveTo>
                  <a:lnTo>
                    <a:pt x="1" y="277"/>
                  </a:lnTo>
                  <a:lnTo>
                    <a:pt x="952" y="277"/>
                  </a:lnTo>
                  <a:lnTo>
                    <a:pt x="952" y="0"/>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73" name="Google Shape;2273;p44"/>
          <p:cNvGrpSpPr/>
          <p:nvPr/>
        </p:nvGrpSpPr>
        <p:grpSpPr>
          <a:xfrm>
            <a:off x="7021287" y="-26175"/>
            <a:ext cx="1671525" cy="4544675"/>
            <a:chOff x="616750" y="-26175"/>
            <a:chExt cx="1671525" cy="4544675"/>
          </a:xfrm>
        </p:grpSpPr>
        <p:sp>
          <p:nvSpPr>
            <p:cNvPr id="2274" name="Google Shape;2274;p44"/>
            <p:cNvSpPr/>
            <p:nvPr/>
          </p:nvSpPr>
          <p:spPr>
            <a:xfrm>
              <a:off x="1483823" y="4035779"/>
              <a:ext cx="215474" cy="184903"/>
            </a:xfrm>
            <a:custGeom>
              <a:avLst/>
              <a:gdLst/>
              <a:ahLst/>
              <a:cxnLst/>
              <a:rect l="l" t="t" r="r" b="b"/>
              <a:pathLst>
                <a:path w="874" h="750" extrusionOk="0">
                  <a:moveTo>
                    <a:pt x="498" y="0"/>
                  </a:moveTo>
                  <a:cubicBezTo>
                    <a:pt x="166" y="0"/>
                    <a:pt x="0" y="398"/>
                    <a:pt x="243" y="642"/>
                  </a:cubicBezTo>
                  <a:cubicBezTo>
                    <a:pt x="318" y="716"/>
                    <a:pt x="410" y="750"/>
                    <a:pt x="500" y="750"/>
                  </a:cubicBezTo>
                  <a:cubicBezTo>
                    <a:pt x="691" y="750"/>
                    <a:pt x="874" y="601"/>
                    <a:pt x="874" y="376"/>
                  </a:cubicBezTo>
                  <a:cubicBezTo>
                    <a:pt x="874" y="166"/>
                    <a:pt x="708" y="0"/>
                    <a:pt x="4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275;p44"/>
            <p:cNvSpPr/>
            <p:nvPr/>
          </p:nvSpPr>
          <p:spPr>
            <a:xfrm>
              <a:off x="1322834" y="1691206"/>
              <a:ext cx="569995" cy="188355"/>
            </a:xfrm>
            <a:custGeom>
              <a:avLst/>
              <a:gdLst/>
              <a:ahLst/>
              <a:cxnLst/>
              <a:rect l="l" t="t" r="r" b="b"/>
              <a:pathLst>
                <a:path w="2312" h="764" extrusionOk="0">
                  <a:moveTo>
                    <a:pt x="1" y="1"/>
                  </a:moveTo>
                  <a:lnTo>
                    <a:pt x="1" y="764"/>
                  </a:lnTo>
                  <a:lnTo>
                    <a:pt x="2312" y="764"/>
                  </a:lnTo>
                  <a:lnTo>
                    <a:pt x="2312" y="1"/>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276;p44"/>
            <p:cNvSpPr/>
            <p:nvPr/>
          </p:nvSpPr>
          <p:spPr>
            <a:xfrm>
              <a:off x="1322834" y="1091627"/>
              <a:ext cx="569995" cy="188355"/>
            </a:xfrm>
            <a:custGeom>
              <a:avLst/>
              <a:gdLst/>
              <a:ahLst/>
              <a:cxnLst/>
              <a:rect l="l" t="t" r="r" b="b"/>
              <a:pathLst>
                <a:path w="2312" h="764" extrusionOk="0">
                  <a:moveTo>
                    <a:pt x="1" y="0"/>
                  </a:moveTo>
                  <a:lnTo>
                    <a:pt x="1" y="763"/>
                  </a:lnTo>
                  <a:lnTo>
                    <a:pt x="2312" y="763"/>
                  </a:lnTo>
                  <a:lnTo>
                    <a:pt x="2312" y="0"/>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44"/>
            <p:cNvSpPr/>
            <p:nvPr/>
          </p:nvSpPr>
          <p:spPr>
            <a:xfrm>
              <a:off x="1322834" y="491801"/>
              <a:ext cx="569995" cy="188355"/>
            </a:xfrm>
            <a:custGeom>
              <a:avLst/>
              <a:gdLst/>
              <a:ahLst/>
              <a:cxnLst/>
              <a:rect l="l" t="t" r="r" b="b"/>
              <a:pathLst>
                <a:path w="2312" h="764" extrusionOk="0">
                  <a:moveTo>
                    <a:pt x="1" y="1"/>
                  </a:moveTo>
                  <a:lnTo>
                    <a:pt x="1" y="764"/>
                  </a:lnTo>
                  <a:lnTo>
                    <a:pt x="2312" y="764"/>
                  </a:lnTo>
                  <a:lnTo>
                    <a:pt x="2312" y="1"/>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44"/>
            <p:cNvSpPr/>
            <p:nvPr/>
          </p:nvSpPr>
          <p:spPr>
            <a:xfrm>
              <a:off x="1347487" y="4128478"/>
              <a:ext cx="518222" cy="305460"/>
            </a:xfrm>
            <a:custGeom>
              <a:avLst/>
              <a:gdLst/>
              <a:ahLst/>
              <a:cxnLst/>
              <a:rect l="l" t="t" r="r" b="b"/>
              <a:pathLst>
                <a:path w="2102" h="1239" extrusionOk="0">
                  <a:moveTo>
                    <a:pt x="0" y="0"/>
                  </a:moveTo>
                  <a:lnTo>
                    <a:pt x="0" y="1239"/>
                  </a:lnTo>
                  <a:lnTo>
                    <a:pt x="2101" y="1239"/>
                  </a:lnTo>
                  <a:lnTo>
                    <a:pt x="2101" y="962"/>
                  </a:lnTo>
                  <a:cubicBezTo>
                    <a:pt x="2101" y="432"/>
                    <a:pt x="1670" y="0"/>
                    <a:pt x="113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2279;p44"/>
            <p:cNvSpPr/>
            <p:nvPr/>
          </p:nvSpPr>
          <p:spPr>
            <a:xfrm>
              <a:off x="1347487" y="3820306"/>
              <a:ext cx="520934" cy="308418"/>
            </a:xfrm>
            <a:custGeom>
              <a:avLst/>
              <a:gdLst/>
              <a:ahLst/>
              <a:cxnLst/>
              <a:rect l="l" t="t" r="r" b="b"/>
              <a:pathLst>
                <a:path w="2113" h="1251" extrusionOk="0">
                  <a:moveTo>
                    <a:pt x="0" y="1"/>
                  </a:moveTo>
                  <a:lnTo>
                    <a:pt x="0" y="1250"/>
                  </a:lnTo>
                  <a:lnTo>
                    <a:pt x="1139" y="1250"/>
                  </a:lnTo>
                  <a:cubicBezTo>
                    <a:pt x="1670" y="1250"/>
                    <a:pt x="2112" y="808"/>
                    <a:pt x="2112" y="277"/>
                  </a:cubicBezTo>
                  <a:lnTo>
                    <a:pt x="211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280;p44"/>
            <p:cNvSpPr/>
            <p:nvPr/>
          </p:nvSpPr>
          <p:spPr>
            <a:xfrm>
              <a:off x="1249365" y="4349129"/>
              <a:ext cx="717178" cy="169371"/>
            </a:xfrm>
            <a:custGeom>
              <a:avLst/>
              <a:gdLst/>
              <a:ahLst/>
              <a:cxnLst/>
              <a:rect l="l" t="t" r="r" b="b"/>
              <a:pathLst>
                <a:path w="2909" h="687" extrusionOk="0">
                  <a:moveTo>
                    <a:pt x="0" y="1"/>
                  </a:moveTo>
                  <a:lnTo>
                    <a:pt x="0" y="687"/>
                  </a:lnTo>
                  <a:lnTo>
                    <a:pt x="2908" y="687"/>
                  </a:lnTo>
                  <a:lnTo>
                    <a:pt x="290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44"/>
            <p:cNvSpPr/>
            <p:nvPr/>
          </p:nvSpPr>
          <p:spPr>
            <a:xfrm>
              <a:off x="1322834" y="-26175"/>
              <a:ext cx="142006" cy="2426422"/>
            </a:xfrm>
            <a:custGeom>
              <a:avLst/>
              <a:gdLst/>
              <a:ahLst/>
              <a:cxnLst/>
              <a:rect l="l" t="t" r="r" b="b"/>
              <a:pathLst>
                <a:path w="576" h="9842" extrusionOk="0">
                  <a:moveTo>
                    <a:pt x="1" y="1"/>
                  </a:moveTo>
                  <a:lnTo>
                    <a:pt x="1" y="9079"/>
                  </a:lnTo>
                  <a:cubicBezTo>
                    <a:pt x="1" y="9400"/>
                    <a:pt x="189" y="9698"/>
                    <a:pt x="487" y="9842"/>
                  </a:cubicBezTo>
                  <a:cubicBezTo>
                    <a:pt x="532" y="9798"/>
                    <a:pt x="554" y="9742"/>
                    <a:pt x="576" y="9676"/>
                  </a:cubicBezTo>
                  <a:cubicBezTo>
                    <a:pt x="410" y="9521"/>
                    <a:pt x="310" y="9300"/>
                    <a:pt x="310" y="9079"/>
                  </a:cubicBezTo>
                  <a:lnTo>
                    <a:pt x="31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2282;p44"/>
            <p:cNvSpPr/>
            <p:nvPr/>
          </p:nvSpPr>
          <p:spPr>
            <a:xfrm>
              <a:off x="1838097" y="-26175"/>
              <a:ext cx="450177" cy="3846725"/>
            </a:xfrm>
            <a:custGeom>
              <a:avLst/>
              <a:gdLst/>
              <a:ahLst/>
              <a:cxnLst/>
              <a:rect l="l" t="t" r="r" b="b"/>
              <a:pathLst>
                <a:path w="1826" h="15603" extrusionOk="0">
                  <a:moveTo>
                    <a:pt x="1504" y="1"/>
                  </a:moveTo>
                  <a:lnTo>
                    <a:pt x="1" y="15603"/>
                  </a:lnTo>
                  <a:lnTo>
                    <a:pt x="321" y="15603"/>
                  </a:lnTo>
                  <a:lnTo>
                    <a:pt x="18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2283;p44"/>
            <p:cNvSpPr/>
            <p:nvPr/>
          </p:nvSpPr>
          <p:spPr>
            <a:xfrm>
              <a:off x="1167515" y="-26175"/>
              <a:ext cx="275629" cy="2446145"/>
            </a:xfrm>
            <a:custGeom>
              <a:avLst/>
              <a:gdLst/>
              <a:ahLst/>
              <a:cxnLst/>
              <a:rect l="l" t="t" r="r" b="b"/>
              <a:pathLst>
                <a:path w="1118" h="9922" extrusionOk="0">
                  <a:moveTo>
                    <a:pt x="0" y="1"/>
                  </a:moveTo>
                  <a:lnTo>
                    <a:pt x="0" y="9079"/>
                  </a:lnTo>
                  <a:cubicBezTo>
                    <a:pt x="0" y="9543"/>
                    <a:pt x="376" y="9919"/>
                    <a:pt x="841" y="9919"/>
                  </a:cubicBezTo>
                  <a:cubicBezTo>
                    <a:pt x="854" y="9921"/>
                    <a:pt x="867" y="9921"/>
                    <a:pt x="879" y="9921"/>
                  </a:cubicBezTo>
                  <a:cubicBezTo>
                    <a:pt x="966" y="9921"/>
                    <a:pt x="1050" y="9890"/>
                    <a:pt x="1117" y="9842"/>
                  </a:cubicBezTo>
                  <a:cubicBezTo>
                    <a:pt x="819" y="9709"/>
                    <a:pt x="620" y="9411"/>
                    <a:pt x="631" y="9079"/>
                  </a:cubicBezTo>
                  <a:lnTo>
                    <a:pt x="6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2284;p44"/>
            <p:cNvSpPr/>
            <p:nvPr/>
          </p:nvSpPr>
          <p:spPr>
            <a:xfrm>
              <a:off x="1685490" y="-26175"/>
              <a:ext cx="523646" cy="3846725"/>
            </a:xfrm>
            <a:custGeom>
              <a:avLst/>
              <a:gdLst/>
              <a:ahLst/>
              <a:cxnLst/>
              <a:rect l="l" t="t" r="r" b="b"/>
              <a:pathLst>
                <a:path w="2124" h="15603" extrusionOk="0">
                  <a:moveTo>
                    <a:pt x="1493" y="1"/>
                  </a:moveTo>
                  <a:lnTo>
                    <a:pt x="0" y="15603"/>
                  </a:lnTo>
                  <a:lnTo>
                    <a:pt x="620" y="15603"/>
                  </a:lnTo>
                  <a:lnTo>
                    <a:pt x="21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2285;p44"/>
            <p:cNvSpPr/>
            <p:nvPr/>
          </p:nvSpPr>
          <p:spPr>
            <a:xfrm>
              <a:off x="1442897" y="2359323"/>
              <a:ext cx="122776" cy="60155"/>
            </a:xfrm>
            <a:custGeom>
              <a:avLst/>
              <a:gdLst/>
              <a:ahLst/>
              <a:cxnLst/>
              <a:rect l="l" t="t" r="r" b="b"/>
              <a:pathLst>
                <a:path w="498" h="244" extrusionOk="0">
                  <a:moveTo>
                    <a:pt x="89" y="0"/>
                  </a:moveTo>
                  <a:cubicBezTo>
                    <a:pt x="67" y="66"/>
                    <a:pt x="45" y="122"/>
                    <a:pt x="0" y="166"/>
                  </a:cubicBezTo>
                  <a:cubicBezTo>
                    <a:pt x="111" y="210"/>
                    <a:pt x="233" y="243"/>
                    <a:pt x="354" y="243"/>
                  </a:cubicBezTo>
                  <a:cubicBezTo>
                    <a:pt x="398" y="243"/>
                    <a:pt x="454" y="232"/>
                    <a:pt x="498" y="221"/>
                  </a:cubicBezTo>
                  <a:cubicBezTo>
                    <a:pt x="343" y="188"/>
                    <a:pt x="199" y="111"/>
                    <a:pt x="89" y="0"/>
                  </a:cubicBez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286;p44"/>
            <p:cNvSpPr/>
            <p:nvPr/>
          </p:nvSpPr>
          <p:spPr>
            <a:xfrm>
              <a:off x="1565426" y="-26175"/>
              <a:ext cx="251222" cy="2445652"/>
            </a:xfrm>
            <a:custGeom>
              <a:avLst/>
              <a:gdLst/>
              <a:ahLst/>
              <a:cxnLst/>
              <a:rect l="l" t="t" r="r" b="b"/>
              <a:pathLst>
                <a:path w="1019" h="9920" extrusionOk="0">
                  <a:moveTo>
                    <a:pt x="698" y="1"/>
                  </a:moveTo>
                  <a:lnTo>
                    <a:pt x="222" y="9079"/>
                  </a:lnTo>
                  <a:cubicBezTo>
                    <a:pt x="222" y="9488"/>
                    <a:pt x="299" y="9831"/>
                    <a:pt x="1" y="9908"/>
                  </a:cubicBezTo>
                  <a:cubicBezTo>
                    <a:pt x="56" y="9919"/>
                    <a:pt x="111" y="9919"/>
                    <a:pt x="167" y="9919"/>
                  </a:cubicBezTo>
                  <a:cubicBezTo>
                    <a:pt x="642" y="9919"/>
                    <a:pt x="543" y="9543"/>
                    <a:pt x="543" y="9079"/>
                  </a:cubicBezTo>
                  <a:lnTo>
                    <a:pt x="1018"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2287;p44"/>
            <p:cNvSpPr/>
            <p:nvPr/>
          </p:nvSpPr>
          <p:spPr>
            <a:xfrm>
              <a:off x="930346" y="-26175"/>
              <a:ext cx="1126183" cy="3846725"/>
            </a:xfrm>
            <a:custGeom>
              <a:avLst/>
              <a:gdLst/>
              <a:ahLst/>
              <a:cxnLst/>
              <a:rect l="l" t="t" r="r" b="b"/>
              <a:pathLst>
                <a:path w="4568" h="15603" extrusionOk="0">
                  <a:moveTo>
                    <a:pt x="0" y="1"/>
                  </a:moveTo>
                  <a:lnTo>
                    <a:pt x="443" y="15603"/>
                  </a:lnTo>
                  <a:lnTo>
                    <a:pt x="3063" y="15603"/>
                  </a:lnTo>
                  <a:lnTo>
                    <a:pt x="4567" y="1"/>
                  </a:lnTo>
                  <a:lnTo>
                    <a:pt x="3583" y="1"/>
                  </a:lnTo>
                  <a:lnTo>
                    <a:pt x="3119" y="9079"/>
                  </a:lnTo>
                  <a:cubicBezTo>
                    <a:pt x="3119" y="9543"/>
                    <a:pt x="3207" y="9919"/>
                    <a:pt x="2743" y="9919"/>
                  </a:cubicBezTo>
                  <a:cubicBezTo>
                    <a:pt x="2687" y="9919"/>
                    <a:pt x="2632" y="9919"/>
                    <a:pt x="2577" y="9908"/>
                  </a:cubicBezTo>
                  <a:cubicBezTo>
                    <a:pt x="2533" y="9919"/>
                    <a:pt x="2477" y="9919"/>
                    <a:pt x="2433" y="9919"/>
                  </a:cubicBezTo>
                  <a:cubicBezTo>
                    <a:pt x="2312" y="9919"/>
                    <a:pt x="2190" y="9897"/>
                    <a:pt x="2068" y="9842"/>
                  </a:cubicBezTo>
                  <a:cubicBezTo>
                    <a:pt x="2010" y="9890"/>
                    <a:pt x="1928" y="9921"/>
                    <a:pt x="1841" y="9921"/>
                  </a:cubicBezTo>
                  <a:cubicBezTo>
                    <a:pt x="1829" y="9921"/>
                    <a:pt x="1816" y="9921"/>
                    <a:pt x="1803" y="9919"/>
                  </a:cubicBezTo>
                  <a:cubicBezTo>
                    <a:pt x="1338" y="9919"/>
                    <a:pt x="962" y="9543"/>
                    <a:pt x="962" y="9079"/>
                  </a:cubicBezTo>
                  <a:lnTo>
                    <a:pt x="9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8" name="Google Shape;2288;p44"/>
            <p:cNvSpPr/>
            <p:nvPr/>
          </p:nvSpPr>
          <p:spPr>
            <a:xfrm>
              <a:off x="1170227" y="1691206"/>
              <a:ext cx="411964" cy="188355"/>
            </a:xfrm>
            <a:custGeom>
              <a:avLst/>
              <a:gdLst/>
              <a:ahLst/>
              <a:cxnLst/>
              <a:rect l="l" t="t" r="r" b="b"/>
              <a:pathLst>
                <a:path w="1671" h="764" extrusionOk="0">
                  <a:moveTo>
                    <a:pt x="1" y="1"/>
                  </a:moveTo>
                  <a:lnTo>
                    <a:pt x="1" y="764"/>
                  </a:lnTo>
                  <a:lnTo>
                    <a:pt x="1670" y="764"/>
                  </a:lnTo>
                  <a:lnTo>
                    <a:pt x="16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2289;p44"/>
            <p:cNvSpPr/>
            <p:nvPr/>
          </p:nvSpPr>
          <p:spPr>
            <a:xfrm>
              <a:off x="1170227" y="1091627"/>
              <a:ext cx="411964" cy="188355"/>
            </a:xfrm>
            <a:custGeom>
              <a:avLst/>
              <a:gdLst/>
              <a:ahLst/>
              <a:cxnLst/>
              <a:rect l="l" t="t" r="r" b="b"/>
              <a:pathLst>
                <a:path w="1671" h="764" extrusionOk="0">
                  <a:moveTo>
                    <a:pt x="1" y="0"/>
                  </a:moveTo>
                  <a:lnTo>
                    <a:pt x="1" y="763"/>
                  </a:lnTo>
                  <a:lnTo>
                    <a:pt x="1670" y="763"/>
                  </a:lnTo>
                  <a:lnTo>
                    <a:pt x="16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0" name="Google Shape;2290;p44"/>
            <p:cNvSpPr/>
            <p:nvPr/>
          </p:nvSpPr>
          <p:spPr>
            <a:xfrm>
              <a:off x="1170227" y="491801"/>
              <a:ext cx="411964" cy="188355"/>
            </a:xfrm>
            <a:custGeom>
              <a:avLst/>
              <a:gdLst/>
              <a:ahLst/>
              <a:cxnLst/>
              <a:rect l="l" t="t" r="r" b="b"/>
              <a:pathLst>
                <a:path w="1671" h="764" extrusionOk="0">
                  <a:moveTo>
                    <a:pt x="1" y="1"/>
                  </a:moveTo>
                  <a:lnTo>
                    <a:pt x="1" y="764"/>
                  </a:lnTo>
                  <a:lnTo>
                    <a:pt x="1670" y="764"/>
                  </a:lnTo>
                  <a:lnTo>
                    <a:pt x="16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2291;p44"/>
            <p:cNvSpPr/>
            <p:nvPr/>
          </p:nvSpPr>
          <p:spPr>
            <a:xfrm>
              <a:off x="1039315" y="4128478"/>
              <a:ext cx="518222" cy="305460"/>
            </a:xfrm>
            <a:custGeom>
              <a:avLst/>
              <a:gdLst/>
              <a:ahLst/>
              <a:cxnLst/>
              <a:rect l="l" t="t" r="r" b="b"/>
              <a:pathLst>
                <a:path w="2102" h="1239" extrusionOk="0">
                  <a:moveTo>
                    <a:pt x="963" y="0"/>
                  </a:moveTo>
                  <a:cubicBezTo>
                    <a:pt x="432" y="0"/>
                    <a:pt x="1" y="432"/>
                    <a:pt x="1" y="962"/>
                  </a:cubicBezTo>
                  <a:lnTo>
                    <a:pt x="1" y="1239"/>
                  </a:lnTo>
                  <a:lnTo>
                    <a:pt x="2102" y="1239"/>
                  </a:lnTo>
                  <a:lnTo>
                    <a:pt x="2102" y="962"/>
                  </a:lnTo>
                  <a:cubicBezTo>
                    <a:pt x="2102" y="432"/>
                    <a:pt x="1659" y="0"/>
                    <a:pt x="11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292;p44"/>
            <p:cNvSpPr/>
            <p:nvPr/>
          </p:nvSpPr>
          <p:spPr>
            <a:xfrm>
              <a:off x="1036603" y="3820306"/>
              <a:ext cx="518222" cy="308418"/>
            </a:xfrm>
            <a:custGeom>
              <a:avLst/>
              <a:gdLst/>
              <a:ahLst/>
              <a:cxnLst/>
              <a:rect l="l" t="t" r="r" b="b"/>
              <a:pathLst>
                <a:path w="2102" h="1251" extrusionOk="0">
                  <a:moveTo>
                    <a:pt x="1" y="1"/>
                  </a:moveTo>
                  <a:lnTo>
                    <a:pt x="1" y="277"/>
                  </a:lnTo>
                  <a:cubicBezTo>
                    <a:pt x="1" y="808"/>
                    <a:pt x="432" y="1250"/>
                    <a:pt x="963" y="1250"/>
                  </a:cubicBezTo>
                  <a:lnTo>
                    <a:pt x="1129" y="1250"/>
                  </a:lnTo>
                  <a:cubicBezTo>
                    <a:pt x="1670" y="1250"/>
                    <a:pt x="2102" y="808"/>
                    <a:pt x="2102" y="277"/>
                  </a:cubicBezTo>
                  <a:lnTo>
                    <a:pt x="21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2293;p44"/>
            <p:cNvSpPr/>
            <p:nvPr/>
          </p:nvSpPr>
          <p:spPr>
            <a:xfrm>
              <a:off x="938481" y="4349129"/>
              <a:ext cx="717178" cy="169371"/>
            </a:xfrm>
            <a:custGeom>
              <a:avLst/>
              <a:gdLst/>
              <a:ahLst/>
              <a:cxnLst/>
              <a:rect l="l" t="t" r="r" b="b"/>
              <a:pathLst>
                <a:path w="2909" h="687" extrusionOk="0">
                  <a:moveTo>
                    <a:pt x="1" y="1"/>
                  </a:moveTo>
                  <a:lnTo>
                    <a:pt x="1" y="687"/>
                  </a:lnTo>
                  <a:lnTo>
                    <a:pt x="2909" y="687"/>
                  </a:lnTo>
                  <a:lnTo>
                    <a:pt x="290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294;p44"/>
            <p:cNvSpPr/>
            <p:nvPr/>
          </p:nvSpPr>
          <p:spPr>
            <a:xfrm>
              <a:off x="616750" y="-26175"/>
              <a:ext cx="1357929" cy="3846725"/>
            </a:xfrm>
            <a:custGeom>
              <a:avLst/>
              <a:gdLst/>
              <a:ahLst/>
              <a:cxnLst/>
              <a:rect l="l" t="t" r="r" b="b"/>
              <a:pathLst>
                <a:path w="5508" h="15603" extrusionOk="0">
                  <a:moveTo>
                    <a:pt x="1" y="1"/>
                  </a:moveTo>
                  <a:lnTo>
                    <a:pt x="1505" y="15603"/>
                  </a:lnTo>
                  <a:lnTo>
                    <a:pt x="4015" y="15603"/>
                  </a:lnTo>
                  <a:lnTo>
                    <a:pt x="5508" y="1"/>
                  </a:lnTo>
                  <a:lnTo>
                    <a:pt x="3595" y="1"/>
                  </a:lnTo>
                  <a:lnTo>
                    <a:pt x="3595" y="9079"/>
                  </a:lnTo>
                  <a:cubicBezTo>
                    <a:pt x="3595" y="9543"/>
                    <a:pt x="3219" y="9919"/>
                    <a:pt x="2754" y="9919"/>
                  </a:cubicBezTo>
                  <a:cubicBezTo>
                    <a:pt x="2290" y="9919"/>
                    <a:pt x="1914" y="9543"/>
                    <a:pt x="1914" y="9079"/>
                  </a:cubicBezTo>
                  <a:lnTo>
                    <a:pt x="191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95;p44"/>
            <p:cNvSpPr/>
            <p:nvPr/>
          </p:nvSpPr>
          <p:spPr>
            <a:xfrm>
              <a:off x="1200304" y="4035779"/>
              <a:ext cx="237416" cy="182931"/>
            </a:xfrm>
            <a:custGeom>
              <a:avLst/>
              <a:gdLst/>
              <a:ahLst/>
              <a:cxnLst/>
              <a:rect l="l" t="t" r="r" b="b"/>
              <a:pathLst>
                <a:path w="963" h="742" extrusionOk="0">
                  <a:moveTo>
                    <a:pt x="387" y="0"/>
                  </a:moveTo>
                  <a:cubicBezTo>
                    <a:pt x="0" y="89"/>
                    <a:pt x="0" y="642"/>
                    <a:pt x="387" y="730"/>
                  </a:cubicBezTo>
                  <a:lnTo>
                    <a:pt x="387" y="741"/>
                  </a:lnTo>
                  <a:lnTo>
                    <a:pt x="476" y="741"/>
                  </a:lnTo>
                  <a:cubicBezTo>
                    <a:pt x="962" y="741"/>
                    <a:pt x="962" y="0"/>
                    <a:pt x="4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44"/>
            <p:cNvSpPr/>
            <p:nvPr/>
          </p:nvSpPr>
          <p:spPr>
            <a:xfrm>
              <a:off x="1172939" y="4035779"/>
              <a:ext cx="215720" cy="184903"/>
            </a:xfrm>
            <a:custGeom>
              <a:avLst/>
              <a:gdLst/>
              <a:ahLst/>
              <a:cxnLst/>
              <a:rect l="l" t="t" r="r" b="b"/>
              <a:pathLst>
                <a:path w="875" h="750" extrusionOk="0">
                  <a:moveTo>
                    <a:pt x="498" y="0"/>
                  </a:moveTo>
                  <a:cubicBezTo>
                    <a:pt x="166" y="0"/>
                    <a:pt x="1" y="398"/>
                    <a:pt x="233" y="642"/>
                  </a:cubicBezTo>
                  <a:cubicBezTo>
                    <a:pt x="311" y="716"/>
                    <a:pt x="405" y="750"/>
                    <a:pt x="497" y="750"/>
                  </a:cubicBezTo>
                  <a:cubicBezTo>
                    <a:pt x="691" y="750"/>
                    <a:pt x="874" y="601"/>
                    <a:pt x="874" y="376"/>
                  </a:cubicBezTo>
                  <a:cubicBezTo>
                    <a:pt x="874" y="166"/>
                    <a:pt x="708" y="0"/>
                    <a:pt x="49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44"/>
            <p:cNvSpPr/>
            <p:nvPr/>
          </p:nvSpPr>
          <p:spPr>
            <a:xfrm>
              <a:off x="1260213" y="4101112"/>
              <a:ext cx="62867" cy="54485"/>
            </a:xfrm>
            <a:custGeom>
              <a:avLst/>
              <a:gdLst/>
              <a:ahLst/>
              <a:cxnLst/>
              <a:rect l="l" t="t" r="r" b="b"/>
              <a:pathLst>
                <a:path w="255" h="221" extrusionOk="0">
                  <a:moveTo>
                    <a:pt x="144" y="1"/>
                  </a:moveTo>
                  <a:cubicBezTo>
                    <a:pt x="45" y="1"/>
                    <a:pt x="0" y="111"/>
                    <a:pt x="67" y="189"/>
                  </a:cubicBezTo>
                  <a:cubicBezTo>
                    <a:pt x="88" y="210"/>
                    <a:pt x="116" y="220"/>
                    <a:pt x="143" y="220"/>
                  </a:cubicBezTo>
                  <a:cubicBezTo>
                    <a:pt x="200" y="220"/>
                    <a:pt x="255" y="178"/>
                    <a:pt x="255" y="111"/>
                  </a:cubicBezTo>
                  <a:cubicBezTo>
                    <a:pt x="255" y="45"/>
                    <a:pt x="211" y="1"/>
                    <a:pt x="1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98;p44"/>
            <p:cNvSpPr/>
            <p:nvPr/>
          </p:nvSpPr>
          <p:spPr>
            <a:xfrm>
              <a:off x="1170227" y="679909"/>
              <a:ext cx="229280" cy="57443"/>
            </a:xfrm>
            <a:custGeom>
              <a:avLst/>
              <a:gdLst/>
              <a:ahLst/>
              <a:cxnLst/>
              <a:rect l="l" t="t" r="r" b="b"/>
              <a:pathLst>
                <a:path w="930" h="233" extrusionOk="0">
                  <a:moveTo>
                    <a:pt x="1" y="1"/>
                  </a:moveTo>
                  <a:lnTo>
                    <a:pt x="1" y="233"/>
                  </a:lnTo>
                  <a:lnTo>
                    <a:pt x="929" y="233"/>
                  </a:lnTo>
                  <a:lnTo>
                    <a:pt x="9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44"/>
            <p:cNvSpPr/>
            <p:nvPr/>
          </p:nvSpPr>
          <p:spPr>
            <a:xfrm>
              <a:off x="1110318" y="491801"/>
              <a:ext cx="60155" cy="245551"/>
            </a:xfrm>
            <a:custGeom>
              <a:avLst/>
              <a:gdLst/>
              <a:ahLst/>
              <a:cxnLst/>
              <a:rect l="l" t="t" r="r" b="b"/>
              <a:pathLst>
                <a:path w="244" h="996" extrusionOk="0">
                  <a:moveTo>
                    <a:pt x="244" y="1"/>
                  </a:moveTo>
                  <a:lnTo>
                    <a:pt x="0" y="354"/>
                  </a:lnTo>
                  <a:lnTo>
                    <a:pt x="0" y="996"/>
                  </a:lnTo>
                  <a:lnTo>
                    <a:pt x="244" y="996"/>
                  </a:lnTo>
                  <a:lnTo>
                    <a:pt x="24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44"/>
            <p:cNvSpPr/>
            <p:nvPr/>
          </p:nvSpPr>
          <p:spPr>
            <a:xfrm>
              <a:off x="1170227" y="1279735"/>
              <a:ext cx="229280" cy="54731"/>
            </a:xfrm>
            <a:custGeom>
              <a:avLst/>
              <a:gdLst/>
              <a:ahLst/>
              <a:cxnLst/>
              <a:rect l="l" t="t" r="r" b="b"/>
              <a:pathLst>
                <a:path w="930" h="222" extrusionOk="0">
                  <a:moveTo>
                    <a:pt x="1" y="0"/>
                  </a:moveTo>
                  <a:lnTo>
                    <a:pt x="1" y="221"/>
                  </a:lnTo>
                  <a:lnTo>
                    <a:pt x="929" y="221"/>
                  </a:lnTo>
                  <a:lnTo>
                    <a:pt x="9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301;p44"/>
            <p:cNvSpPr/>
            <p:nvPr/>
          </p:nvSpPr>
          <p:spPr>
            <a:xfrm>
              <a:off x="1110318" y="1091627"/>
              <a:ext cx="60155" cy="242839"/>
            </a:xfrm>
            <a:custGeom>
              <a:avLst/>
              <a:gdLst/>
              <a:ahLst/>
              <a:cxnLst/>
              <a:rect l="l" t="t" r="r" b="b"/>
              <a:pathLst>
                <a:path w="244" h="985" extrusionOk="0">
                  <a:moveTo>
                    <a:pt x="244" y="0"/>
                  </a:moveTo>
                  <a:lnTo>
                    <a:pt x="0" y="343"/>
                  </a:lnTo>
                  <a:lnTo>
                    <a:pt x="0" y="984"/>
                  </a:lnTo>
                  <a:lnTo>
                    <a:pt x="244" y="984"/>
                  </a:lnTo>
                  <a:lnTo>
                    <a:pt x="24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2302;p44"/>
            <p:cNvSpPr/>
            <p:nvPr/>
          </p:nvSpPr>
          <p:spPr>
            <a:xfrm>
              <a:off x="1170227" y="1876603"/>
              <a:ext cx="229280" cy="57690"/>
            </a:xfrm>
            <a:custGeom>
              <a:avLst/>
              <a:gdLst/>
              <a:ahLst/>
              <a:cxnLst/>
              <a:rect l="l" t="t" r="r" b="b"/>
              <a:pathLst>
                <a:path w="930" h="234" extrusionOk="0">
                  <a:moveTo>
                    <a:pt x="1" y="1"/>
                  </a:moveTo>
                  <a:lnTo>
                    <a:pt x="1" y="233"/>
                  </a:lnTo>
                  <a:lnTo>
                    <a:pt x="929" y="233"/>
                  </a:lnTo>
                  <a:lnTo>
                    <a:pt x="9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2303;p44"/>
            <p:cNvSpPr/>
            <p:nvPr/>
          </p:nvSpPr>
          <p:spPr>
            <a:xfrm>
              <a:off x="1110318" y="1691206"/>
              <a:ext cx="60155" cy="243086"/>
            </a:xfrm>
            <a:custGeom>
              <a:avLst/>
              <a:gdLst/>
              <a:ahLst/>
              <a:cxnLst/>
              <a:rect l="l" t="t" r="r" b="b"/>
              <a:pathLst>
                <a:path w="244" h="986" extrusionOk="0">
                  <a:moveTo>
                    <a:pt x="244" y="1"/>
                  </a:moveTo>
                  <a:lnTo>
                    <a:pt x="0" y="344"/>
                  </a:lnTo>
                  <a:lnTo>
                    <a:pt x="0" y="985"/>
                  </a:lnTo>
                  <a:lnTo>
                    <a:pt x="244" y="985"/>
                  </a:lnTo>
                  <a:lnTo>
                    <a:pt x="24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44"/>
            <p:cNvSpPr/>
            <p:nvPr/>
          </p:nvSpPr>
          <p:spPr>
            <a:xfrm>
              <a:off x="1655413" y="3752261"/>
              <a:ext cx="234704" cy="68291"/>
            </a:xfrm>
            <a:custGeom>
              <a:avLst/>
              <a:gdLst/>
              <a:ahLst/>
              <a:cxnLst/>
              <a:rect l="l" t="t" r="r" b="b"/>
              <a:pathLst>
                <a:path w="952" h="277" extrusionOk="0">
                  <a:moveTo>
                    <a:pt x="1" y="0"/>
                  </a:moveTo>
                  <a:lnTo>
                    <a:pt x="1" y="277"/>
                  </a:lnTo>
                  <a:lnTo>
                    <a:pt x="952" y="277"/>
                  </a:lnTo>
                  <a:lnTo>
                    <a:pt x="952" y="0"/>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Trains and Railroads Minitheme by Slidesgo">
  <a:themeElements>
    <a:clrScheme name="Simple Light">
      <a:dk1>
        <a:srgbClr val="47322F"/>
      </a:dk1>
      <a:lt1>
        <a:srgbClr val="FFFFFF"/>
      </a:lt1>
      <a:dk2>
        <a:srgbClr val="E5DDD9"/>
      </a:dk2>
      <a:lt2>
        <a:srgbClr val="CEC2B6"/>
      </a:lt2>
      <a:accent1>
        <a:srgbClr val="E53A39"/>
      </a:accent1>
      <a:accent2>
        <a:srgbClr val="F28F42"/>
      </a:accent2>
      <a:accent3>
        <a:srgbClr val="F7B71F"/>
      </a:accent3>
      <a:accent4>
        <a:srgbClr val="3191A0"/>
      </a:accent4>
      <a:accent5>
        <a:srgbClr val="5EBFD1"/>
      </a:accent5>
      <a:accent6>
        <a:srgbClr val="E3FBFF"/>
      </a:accent6>
      <a:hlink>
        <a:srgbClr val="47322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668</TotalTime>
  <Words>638</Words>
  <Application>Microsoft Office PowerPoint</Application>
  <PresentationFormat>On-screen Show (16:9)</PresentationFormat>
  <Paragraphs>140</Paragraphs>
  <Slides>27</Slides>
  <Notes>27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Nova Square</vt:lpstr>
      <vt:lpstr>Bebas Neue</vt:lpstr>
      <vt:lpstr>Arimo</vt:lpstr>
      <vt:lpstr>Wingdings</vt:lpstr>
      <vt:lpstr>Arial</vt:lpstr>
      <vt:lpstr>Trains and Railroads Minitheme by Slidesgo</vt:lpstr>
      <vt:lpstr>UK Train rides</vt:lpstr>
      <vt:lpstr>Group Names</vt:lpstr>
      <vt:lpstr>Table of contents</vt:lpstr>
      <vt:lpstr>Project Idea</vt:lpstr>
      <vt:lpstr>Key features of the Dataset</vt:lpstr>
      <vt:lpstr>PowerPoint Presentation</vt:lpstr>
      <vt:lpstr>    Data issues &amp; Recommendations</vt:lpstr>
      <vt:lpstr>    Data issues &amp; Recommendations</vt:lpstr>
      <vt:lpstr>Solutions Implementation</vt:lpstr>
      <vt:lpstr>Solutions Implementation</vt:lpstr>
      <vt:lpstr>Solutions Implementation</vt:lpstr>
      <vt:lpstr>Solutions Implementation</vt:lpstr>
      <vt:lpstr>    Data issues &amp; Recommendations</vt:lpstr>
      <vt:lpstr>Solutions Implementation</vt:lpstr>
      <vt:lpstr>    Data issues &amp; Recommendations</vt:lpstr>
      <vt:lpstr>Solutions Implementation</vt:lpstr>
      <vt:lpstr>Modelling plan (before feedback)</vt:lpstr>
      <vt:lpstr>Data Modelling (before feedback)</vt:lpstr>
      <vt:lpstr>Modelling plan (after feedback)</vt:lpstr>
      <vt:lpstr>Data Modelling (after feedback)</vt:lpstr>
      <vt:lpstr>DAX Measures</vt:lpstr>
      <vt:lpstr>DAX Measures</vt:lpstr>
      <vt:lpstr>Intro page</vt:lpstr>
      <vt:lpstr>Ticket Dashboard</vt:lpstr>
      <vt:lpstr>Journey Dashboard</vt:lpstr>
      <vt:lpstr>Purchase and payment Dashboard</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UK Train rides</dc:title>
  <dc:creator>DELL</dc:creator>
  <cp:lastModifiedBy>Alaa Osama Mohamed</cp:lastModifiedBy>
  <cp:revision>44</cp:revision>
  <dcterms:modified xsi:type="dcterms:W3CDTF">2025-11-21T06:01:33Z</dcterms:modified>
</cp:coreProperties>
</file>